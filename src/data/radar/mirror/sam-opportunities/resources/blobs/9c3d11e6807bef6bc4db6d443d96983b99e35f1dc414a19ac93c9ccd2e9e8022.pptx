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3.xml" ContentType="application/vnd.openxmlformats-officedocument.theme+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theme/theme4.xml" ContentType="application/vnd.openxmlformats-officedocument.theme+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theme/theme5.xml" ContentType="application/vnd.openxmlformats-officedocument.theme+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theme/theme6.xml" ContentType="application/vnd.openxmlformats-officedocument.theme+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theme/theme7.xml" ContentType="application/vnd.openxmlformats-officedocument.theme+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66" r:id="rId4"/>
    <p:sldMasterId id="2147484142" r:id="rId5"/>
    <p:sldMasterId id="2147484051" r:id="rId6"/>
    <p:sldMasterId id="2147484081" r:id="rId7"/>
    <p:sldMasterId id="2147484110" r:id="rId8"/>
    <p:sldMasterId id="2147484170" r:id="rId9"/>
    <p:sldMasterId id="2147483723" r:id="rId10"/>
    <p:sldMasterId id="2147484202" r:id="rId11"/>
  </p:sldMasterIdLst>
  <p:notesMasterIdLst>
    <p:notesMasterId r:id="rId37"/>
  </p:notesMasterIdLst>
  <p:handoutMasterIdLst>
    <p:handoutMasterId r:id="rId38"/>
  </p:handoutMasterIdLst>
  <p:sldIdLst>
    <p:sldId id="480" r:id="rId12"/>
    <p:sldId id="287" r:id="rId13"/>
    <p:sldId id="482" r:id="rId14"/>
    <p:sldId id="567" r:id="rId15"/>
    <p:sldId id="973" r:id="rId16"/>
    <p:sldId id="568" r:id="rId17"/>
    <p:sldId id="569" r:id="rId18"/>
    <p:sldId id="292" r:id="rId19"/>
    <p:sldId id="539" r:id="rId20"/>
    <p:sldId id="950" r:id="rId21"/>
    <p:sldId id="970" r:id="rId22"/>
    <p:sldId id="971" r:id="rId23"/>
    <p:sldId id="951" r:id="rId24"/>
    <p:sldId id="976" r:id="rId25"/>
    <p:sldId id="969" r:id="rId26"/>
    <p:sldId id="967" r:id="rId27"/>
    <p:sldId id="957" r:id="rId28"/>
    <p:sldId id="948" r:id="rId29"/>
    <p:sldId id="544" r:id="rId30"/>
    <p:sldId id="689" r:id="rId31"/>
    <p:sldId id="545" r:id="rId32"/>
    <p:sldId id="547" r:id="rId33"/>
    <p:sldId id="550" r:id="rId34"/>
    <p:sldId id="563" r:id="rId35"/>
    <p:sldId id="982"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A16AFD1-69F5-4049-B306-FA72921A0C93}">
          <p14:sldIdLst/>
        </p14:section>
        <p14:section name="Introduction" id="{CC8648FD-EAB2-4A59-9EE8-79EC139E433F}">
          <p14:sldIdLst>
            <p14:sldId id="480"/>
            <p14:sldId id="287"/>
            <p14:sldId id="482"/>
          </p14:sldIdLst>
        </p14:section>
        <p14:section name="Project scope" id="{0D7F2155-58EB-4312-8102-49C6AB2A2D2F}">
          <p14:sldIdLst>
            <p14:sldId id="567"/>
            <p14:sldId id="973"/>
            <p14:sldId id="568"/>
          </p14:sldIdLst>
        </p14:section>
        <p14:section name="Contracting" id="{A1D35ED6-0336-45BF-8258-517AE4ECC29D}">
          <p14:sldIdLst>
            <p14:sldId id="569"/>
            <p14:sldId id="292"/>
            <p14:sldId id="539"/>
            <p14:sldId id="950"/>
            <p14:sldId id="970"/>
            <p14:sldId id="971"/>
            <p14:sldId id="951"/>
            <p14:sldId id="976"/>
            <p14:sldId id="969"/>
            <p14:sldId id="967"/>
            <p14:sldId id="957"/>
            <p14:sldId id="948"/>
            <p14:sldId id="544"/>
            <p14:sldId id="689"/>
            <p14:sldId id="545"/>
            <p14:sldId id="547"/>
            <p14:sldId id="550"/>
            <p14:sldId id="563"/>
            <p14:sldId id="98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A737F6E-4F08-DFE1-E04F-85C779CF3930}" name="King, Ryan M CIV USARMY CELRL (USA)" initials="KRMCUC(" userId="S::Ryan.M.King2@usace.army.mil::c68c211c-4555-4bb5-b2cc-460655b65cd3" providerId="AD"/>
  <p188:author id="{04770F71-B750-BB45-4048-39C1A278A7D9}" name="Cain, Jason L CIV USARMY CELRL (USA)" initials="CJLCUC(" userId="S::Jason.L.Cain@usace.army.mil::6966a32d-8fbf-4099-a094-71db26cd465d" providerId="AD"/>
  <p188:author id="{3A6483F3-78A8-16CC-1B1A-70967C253E7C}" name="Luckett, Courtney E CIV USARMY CELRL (USA)" initials="LCECUC(" userId="S::Courtney.E.Perry@usace.army.mil::ea46fcdf-7e16-49d2-b841-395bb934581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4E4E4"/>
    <a:srgbClr val="4D4D4D"/>
    <a:srgbClr val="DEDEDE"/>
    <a:srgbClr val="A29A92"/>
    <a:srgbClr val="00863D"/>
    <a:srgbClr val="00B050"/>
    <a:srgbClr val="C8C8C8"/>
    <a:srgbClr val="FF6600"/>
    <a:srgbClr val="D9D9D9"/>
  </p:clrMru>
  <p:extLst>
    <p:ext uri="{E76CE94A-603C-4142-B9EB-6D1370010A27}">
      <p14:discardImageEditData xmlns:p14="http://schemas.microsoft.com/office/powerpoint/2010/main" val="1"/>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27" autoAdjust="0"/>
    <p:restoredTop sz="93388" autoAdjust="0"/>
  </p:normalViewPr>
  <p:slideViewPr>
    <p:cSldViewPr snapToGrid="0">
      <p:cViewPr varScale="1">
        <p:scale>
          <a:sx n="77" d="100"/>
          <a:sy n="77" d="100"/>
        </p:scale>
        <p:origin x="806" y="48"/>
      </p:cViewPr>
      <p:guideLst/>
    </p:cSldViewPr>
  </p:slideViewPr>
  <p:notesTextViewPr>
    <p:cViewPr>
      <p:scale>
        <a:sx n="1" d="1"/>
        <a:sy n="1" d="1"/>
      </p:scale>
      <p:origin x="0" y="0"/>
    </p:cViewPr>
  </p:notesTextViewPr>
  <p:notesViewPr>
    <p:cSldViewPr snapToGrid="0" showGuides="1">
      <p:cViewPr varScale="1">
        <p:scale>
          <a:sx n="98" d="100"/>
          <a:sy n="98" d="100"/>
        </p:scale>
        <p:origin x="3516"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presProps" Target="presProps.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slide" Target="slides/slide18.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10" Type="http://schemas.openxmlformats.org/officeDocument/2006/relationships/slideMaster" Target="slideMasters/slideMaster7.xml"/><Relationship Id="rId19" Type="http://schemas.openxmlformats.org/officeDocument/2006/relationships/slide" Target="slides/slide8.xml"/><Relationship Id="rId31" Type="http://schemas.openxmlformats.org/officeDocument/2006/relationships/slide" Target="slides/slide2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microsoft.com/office/2018/10/relationships/authors" Target="authors.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CF3383-DF08-4C90-8557-22EF3027DD43}" type="datetimeFigureOut">
              <a:rPr lang="en-US" smtClean="0"/>
              <a:t>4/13/2026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1793050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D16557-6E8E-4D95-8DF3-2DE1590C714A}" type="datetimeFigureOut">
              <a:rPr lang="en-US" smtClean="0"/>
              <a:t>4/13/2026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3A86D8-1D95-4DFF-A26B-8F86AC3AC58E}" type="slidenum">
              <a:rPr lang="en-US" smtClean="0"/>
              <a:t>‹#›</a:t>
            </a:fld>
            <a:endParaRPr lang="en-US"/>
          </a:p>
        </p:txBody>
      </p:sp>
    </p:spTree>
    <p:extLst>
      <p:ext uri="{BB962C8B-B14F-4D97-AF65-F5344CB8AC3E}">
        <p14:creationId xmlns:p14="http://schemas.microsoft.com/office/powerpoint/2010/main" val="15381302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3A86D8-1D95-4DFF-A26B-8F86AC3AC58E}" type="slidenum">
              <a:rPr lang="en-US" smtClean="0"/>
              <a:t>6</a:t>
            </a:fld>
            <a:endParaRPr lang="en-US"/>
          </a:p>
        </p:txBody>
      </p:sp>
    </p:spTree>
    <p:extLst>
      <p:ext uri="{BB962C8B-B14F-4D97-AF65-F5344CB8AC3E}">
        <p14:creationId xmlns:p14="http://schemas.microsoft.com/office/powerpoint/2010/main" val="27863153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95F074-C40A-4AD2-B1B9-AFFB5AD0A8D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14995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will be a Single-Phase Design-Bid-Build Unrestricted procurement.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3A86D8-1D95-4DFF-A26B-8F86AC3AC5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16955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95F074-C40A-4AD2-B1B9-AFFB5AD0A8D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1434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3A86D8-1D95-4DFF-A26B-8F86AC3AC5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209643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3A86D8-1D95-4DFF-A26B-8F86AC3AC5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39680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3A86D8-1D95-4DFF-A26B-8F86AC3AC5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69327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00 22 12 will contain the proposal submission requirements and evaluation criteria.  Follow the format described in Section 00</a:t>
            </a:r>
            <a:r>
              <a:rPr lang="en-US" baseline="0" dirty="0"/>
              <a:t> 22 12</a:t>
            </a:r>
            <a:r>
              <a:rPr lang="en-US" dirty="0"/>
              <a:t> to keep the proposal in order, success is in the details.  </a:t>
            </a:r>
            <a:r>
              <a:rPr lang="en-US" b="1" dirty="0"/>
              <a:t>Please pay close attention to the requirements of the RFP.</a:t>
            </a:r>
            <a:r>
              <a:rPr lang="en-US" dirty="0"/>
              <a:t>  </a:t>
            </a:r>
          </a:p>
          <a:p>
            <a:endParaRPr lang="en-US" dirty="0"/>
          </a:p>
          <a:p>
            <a:r>
              <a:rPr lang="en-US" dirty="0"/>
              <a:t>For the Past Performance Factor, we will evaluate both the relevancy of experience and performance quality of prior experience.  We will, at a minimum, review CPARS information available but reserve the right to check any and all sources of past performance information.  This review will result in an overall assessment of confidence in performance.  </a:t>
            </a:r>
          </a:p>
          <a:p>
            <a:endParaRPr lang="en-US" dirty="0"/>
          </a:p>
          <a:p>
            <a:r>
              <a:rPr lang="en-US" dirty="0"/>
              <a:t>For the Technical Evaluation Factors (Management Plan and Commissioning Plan), consider providing specifically tailored approaches for the solicited project. Don’t just tell us how you generally execute construction projects; tell us how you plan to execute this specific project and mitigate project specific risks (schedule, environmental, labor, etc.).</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3A86D8-1D95-4DFF-A26B-8F86AC3AC5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47253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reminder, the Small Business Participation Plan is a rated evaluation factor and applies to all businesses, both large and small, and is based on total contract value. Only large businesses are required to submit a Subcontracting Plan. </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3A86D8-1D95-4DFF-A26B-8F86AC3AC5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23734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The Government intends to evaluate proposals and award a contract without discussions with offerors (except clarifications as described in FAR 15.306(a)). Therefore, the offeror’s initial proposal should contain the offeror’s best terms from a price and technical standpoint.  The Government reserves the right to conduct discussions if the Contracting Officer later determines them to be necessary. </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3A86D8-1D95-4DFF-A26B-8F86AC3AC5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55371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200" b="0" i="0" u="none" strike="noStrike" baseline="0" dirty="0">
                <a:latin typeface="TimesNewRomanPSMT"/>
              </a:rPr>
              <a:t>An Optional Site Visit will be held solely to provide the Offerors with an opportunity to familiarize themselves with the jobsite and conditions</a:t>
            </a:r>
          </a:p>
          <a:p>
            <a:pPr algn="l"/>
            <a:r>
              <a:rPr lang="en-US" sz="1200" b="0" i="0" u="none" strike="noStrike" baseline="0" dirty="0">
                <a:latin typeface="TimesNewRomanPSMT"/>
              </a:rPr>
              <a:t>to be encountered and is not for the purpose of answering questions. All questions and inquiries shall be submitted</a:t>
            </a:r>
          </a:p>
          <a:p>
            <a:pPr algn="l"/>
            <a:r>
              <a:rPr lang="en-US" sz="1200" b="0" i="0" u="none" strike="noStrike" baseline="0" dirty="0">
                <a:latin typeface="TimesNewRomanPSMT"/>
              </a:rPr>
              <a:t>via ProjNet only, in accordance with the Solicitation instructions provided in Section 00 21 00, PROJNET</a:t>
            </a:r>
          </a:p>
          <a:p>
            <a:pPr algn="l"/>
            <a:r>
              <a:rPr lang="en-US" sz="1200" b="0" i="0" u="none" strike="noStrike" baseline="0" dirty="0">
                <a:latin typeface="TimesNewRomanPSMT"/>
              </a:rPr>
              <a:t>INSTRUCTIONS, OFFEROR’S QUESTIONS AND COMMENTS.</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95F074-C40A-4AD2-B1B9-AFFB5AD0A8D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667412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mentioned earlier, all proposals will be submitted through the PIEE Solicitation Module on time.  Therefore, offerors must register in advance for a user ID and Password to access this system.</a:t>
            </a:r>
          </a:p>
          <a:p>
            <a:endParaRPr lang="en-US" dirty="0"/>
          </a:p>
          <a:p>
            <a:r>
              <a:rPr lang="en-US" dirty="0"/>
              <a:t>****Note:  Attachments will not be available in PIEE, and will be downloadable from SAM.  The Solicitation and Amendments take time to fully process from PIEE to SAM.  If you see the solicitation or amendment without attachments in SAM, please continue to check periodically as they will be available by the close of business (COB). </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3A86D8-1D95-4DFF-A26B-8F86AC3AC5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15438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7.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19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19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19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19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19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19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19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C718C8BC-3817-BA43-A697-C0F8A79E643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39711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3562901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
        <p:nvSpPr>
          <p:cNvPr id="2" name="Title 1">
            <a:extLst>
              <a:ext uri="{FF2B5EF4-FFF2-40B4-BE49-F238E27FC236}">
                <a16:creationId xmlns:a16="http://schemas.microsoft.com/office/drawing/2014/main" id="{942C9F60-E948-0B16-240A-DCBC52D49E51}"/>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4279953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Picture with Caption">
    <p:bg>
      <p:bgPr>
        <a:gradFill flip="none" rotWithShape="1">
          <a:gsLst>
            <a:gs pos="75000">
              <a:schemeClr val="tx2"/>
            </a:gs>
            <a:gs pos="85000">
              <a:schemeClr val="tx2">
                <a:alpha val="35000"/>
              </a:schemeClr>
            </a:gs>
            <a:gs pos="95000">
              <a:schemeClr val="tx2">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Tree>
    <p:extLst>
      <p:ext uri="{BB962C8B-B14F-4D97-AF65-F5344CB8AC3E}">
        <p14:creationId xmlns:p14="http://schemas.microsoft.com/office/powerpoint/2010/main" val="392458453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
        <p:nvSpPr>
          <p:cNvPr id="4" name="Title 3">
            <a:extLst>
              <a:ext uri="{FF2B5EF4-FFF2-40B4-BE49-F238E27FC236}">
                <a16:creationId xmlns:a16="http://schemas.microsoft.com/office/drawing/2014/main" id="{FC0BCDB4-4C07-CBF2-EFC4-7CEF0E09948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67572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
        <p:nvSpPr>
          <p:cNvPr id="3" name="Title 2">
            <a:extLst>
              <a:ext uri="{FF2B5EF4-FFF2-40B4-BE49-F238E27FC236}">
                <a16:creationId xmlns:a16="http://schemas.microsoft.com/office/drawing/2014/main" id="{1D0F7681-D094-4E6D-0DF0-99CD21DC423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67415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
        <p:nvSpPr>
          <p:cNvPr id="4" name="Title 3">
            <a:extLst>
              <a:ext uri="{FF2B5EF4-FFF2-40B4-BE49-F238E27FC236}">
                <a16:creationId xmlns:a16="http://schemas.microsoft.com/office/drawing/2014/main" id="{CC30DB31-FD65-4D95-4478-6813E7F155C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74681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3750384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1916911407"/>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501760378"/>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2802872667"/>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1736588705"/>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
        <p:nvSpPr>
          <p:cNvPr id="3" name="Title 2">
            <a:extLst>
              <a:ext uri="{FF2B5EF4-FFF2-40B4-BE49-F238E27FC236}">
                <a16:creationId xmlns:a16="http://schemas.microsoft.com/office/drawing/2014/main" id="{7AD23EB7-47BD-A421-AD32-BA7882ED264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552416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8433437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0"/>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7B0D9059-3C9E-5AFD-2A32-2874C4FC4C5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51269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1993319496"/>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20000"/>
            <a:lumOff val="8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7830850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Tree>
    <p:extLst>
      <p:ext uri="{BB962C8B-B14F-4D97-AF65-F5344CB8AC3E}">
        <p14:creationId xmlns:p14="http://schemas.microsoft.com/office/powerpoint/2010/main" val="9265633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5000">
              <a:schemeClr val="tx2"/>
            </a:gs>
            <a:gs pos="90000">
              <a:schemeClr val="tx2">
                <a:alpha val="4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Tree>
    <p:extLst>
      <p:ext uri="{BB962C8B-B14F-4D97-AF65-F5344CB8AC3E}">
        <p14:creationId xmlns:p14="http://schemas.microsoft.com/office/powerpoint/2010/main" val="15294033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8523942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Tree>
    <p:extLst>
      <p:ext uri="{BB962C8B-B14F-4D97-AF65-F5344CB8AC3E}">
        <p14:creationId xmlns:p14="http://schemas.microsoft.com/office/powerpoint/2010/main" val="37802714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4657202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7274079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4431359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7999428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4229492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picTx" preserve="1">
  <p:cSld name="1_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69738244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Slide - Background 2">
    <p:bg>
      <p:bgPr>
        <a:solidFill>
          <a:schemeClr val="bg2"/>
        </a:solidFill>
        <a:effectLst/>
      </p:bgPr>
    </p:bg>
    <p:spTree>
      <p:nvGrpSpPr>
        <p:cNvPr id="1" name=""/>
        <p:cNvGrpSpPr/>
        <p:nvPr/>
      </p:nvGrpSpPr>
      <p:grpSpPr>
        <a:xfrm>
          <a:off x="0" y="0"/>
          <a:ext cx="0" cy="0"/>
          <a:chOff x="0" y="0"/>
          <a:chExt cx="0" cy="0"/>
        </a:xfrm>
      </p:grpSpPr>
      <p:sp>
        <p:nvSpPr>
          <p:cNvPr id="5" name="Rounded Rectangle 4"/>
          <p:cNvSpPr/>
          <p:nvPr userDrawn="1"/>
        </p:nvSpPr>
        <p:spPr>
          <a:xfrm>
            <a:off x="270270" y="165780"/>
            <a:ext cx="10804129" cy="5207409"/>
          </a:xfrm>
          <a:prstGeom prst="roundRect">
            <a:avLst>
              <a:gd name="adj" fmla="val 255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9" name="Text Placeholder 8"/>
          <p:cNvSpPr>
            <a:spLocks noGrp="1"/>
          </p:cNvSpPr>
          <p:nvPr userDrawn="1">
            <p:ph type="body" sz="quarter" idx="12"/>
          </p:nvPr>
        </p:nvSpPr>
        <p:spPr>
          <a:xfrm>
            <a:off x="609600" y="3200401"/>
            <a:ext cx="9144001" cy="1562099"/>
          </a:xfrm>
        </p:spPr>
        <p:txBody>
          <a:bodyPr/>
          <a:lstStyle>
            <a:lvl1pPr>
              <a:defRPr/>
            </a:lvl1pPr>
          </a:lstStyle>
          <a:p>
            <a:pPr lvl="0"/>
            <a:r>
              <a:rPr lang="en-US"/>
              <a:t>Click to edit Master text styles</a:t>
            </a:r>
          </a:p>
        </p:txBody>
      </p:sp>
      <p:sp>
        <p:nvSpPr>
          <p:cNvPr id="2" name="Title 1"/>
          <p:cNvSpPr>
            <a:spLocks noGrp="1"/>
          </p:cNvSpPr>
          <p:nvPr userDrawn="1">
            <p:ph type="title"/>
          </p:nvPr>
        </p:nvSpPr>
        <p:spPr>
          <a:xfrm>
            <a:off x="609600" y="419100"/>
            <a:ext cx="9144000" cy="2552700"/>
          </a:xfrm>
        </p:spPr>
        <p:txBody>
          <a:bodyPr/>
          <a:lstStyle/>
          <a:p>
            <a:r>
              <a:rPr lang="en-US"/>
              <a:t>Click to edit Master title style</a:t>
            </a:r>
            <a:endParaRPr lang="en-US" dirty="0"/>
          </a:p>
        </p:txBody>
      </p:sp>
      <p:sp>
        <p:nvSpPr>
          <p:cNvPr id="3" name="Slide Number Placeholder 2"/>
          <p:cNvSpPr>
            <a:spLocks noGrp="1"/>
          </p:cNvSpPr>
          <p:nvPr userDrawn="1">
            <p:ph type="sldNum" sz="quarter" idx="10"/>
          </p:nvPr>
        </p:nvSpPr>
        <p:spPr/>
        <p:txBody>
          <a:bodyPr/>
          <a:lstStyle/>
          <a:p>
            <a:endParaRPr lang="en-US" dirty="0"/>
          </a:p>
        </p:txBody>
      </p:sp>
      <p:sp>
        <p:nvSpPr>
          <p:cNvPr id="4" name="Footer Placeholder 3"/>
          <p:cNvSpPr>
            <a:spLocks noGrp="1"/>
          </p:cNvSpPr>
          <p:nvPr userDrawn="1">
            <p:ph type="ftr" sz="quarter" idx="11"/>
          </p:nvPr>
        </p:nvSpPr>
        <p:spPr/>
        <p:txBody>
          <a:bodyPr/>
          <a:lstStyle/>
          <a:p>
            <a:r>
              <a:rPr lang="en-US" dirty="0"/>
              <a:t>File Name</a:t>
            </a:r>
          </a:p>
        </p:txBody>
      </p:sp>
      <p:sp>
        <p:nvSpPr>
          <p:cNvPr id="10" name="TextBox 9"/>
          <p:cNvSpPr txBox="1"/>
          <p:nvPr userDrawn="1"/>
        </p:nvSpPr>
        <p:spPr>
          <a:xfrm>
            <a:off x="609601" y="5525354"/>
            <a:ext cx="5755217" cy="646331"/>
          </a:xfrm>
          <a:prstGeom prst="rect">
            <a:avLst/>
          </a:prstGeom>
          <a:noFill/>
        </p:spPr>
        <p:txBody>
          <a:bodyPr wrap="square">
            <a:spAutoFit/>
          </a:bodyPr>
          <a:lstStyle/>
          <a:p>
            <a:r>
              <a:rPr lang="en-US" altLang="en-US" sz="1200" i="1" dirty="0"/>
              <a:t>“</a:t>
            </a:r>
            <a:r>
              <a:rPr lang="en-US" sz="1200" i="1" dirty="0">
                <a:solidFill>
                  <a:srgbClr val="000000"/>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1200" i="1" dirty="0">
                <a:solidFill>
                  <a:srgbClr val="000000"/>
                </a:solidFill>
              </a:rPr>
              <a:t>”</a:t>
            </a:r>
            <a:endParaRPr lang="en-US" sz="1200" i="1" dirty="0">
              <a:solidFill>
                <a:srgbClr val="000000"/>
              </a:solidFill>
            </a:endParaRPr>
          </a:p>
        </p:txBody>
      </p:sp>
    </p:spTree>
    <p:extLst>
      <p:ext uri="{BB962C8B-B14F-4D97-AF65-F5344CB8AC3E}">
        <p14:creationId xmlns:p14="http://schemas.microsoft.com/office/powerpoint/2010/main" val="3050338306"/>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24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2000">
                <a:solidFill>
                  <a:schemeClr val="tx1">
                    <a:lumMod val="75000"/>
                    <a:lumOff val="25000"/>
                  </a:schemeClr>
                </a:solidFill>
              </a:defRPr>
            </a:lvl4pPr>
            <a:lvl5pPr>
              <a:defRPr sz="20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Footer Placeholder 4"/>
          <p:cNvSpPr>
            <a:spLocks noGrp="1"/>
          </p:cNvSpPr>
          <p:nvPr>
            <p:ph type="ftr" sz="quarter" idx="10"/>
          </p:nvPr>
        </p:nvSpPr>
        <p:spPr/>
        <p:txBody>
          <a:bodyPr/>
          <a:lstStyle>
            <a:lvl1pPr>
              <a:defRPr/>
            </a:lvl1pPr>
          </a:lstStyle>
          <a:p>
            <a:pPr>
              <a:defRPr/>
            </a:pPr>
            <a:r>
              <a:rPr lang="en-US" dirty="0"/>
              <a:t>File Name</a:t>
            </a:r>
          </a:p>
        </p:txBody>
      </p:sp>
      <p:sp>
        <p:nvSpPr>
          <p:cNvPr id="5" name="Slide Number Placeholder 5"/>
          <p:cNvSpPr>
            <a:spLocks noGrp="1"/>
          </p:cNvSpPr>
          <p:nvPr>
            <p:ph type="sldNum" sz="quarter" idx="11"/>
          </p:nvPr>
        </p:nvSpPr>
        <p:spPr/>
        <p:txBody>
          <a:bodyPr/>
          <a:lstStyle>
            <a:lvl1pPr>
              <a:defRPr/>
            </a:lvl1pPr>
          </a:lstStyle>
          <a:p>
            <a:endParaRPr lang="en-US" dirty="0"/>
          </a:p>
        </p:txBody>
      </p:sp>
    </p:spTree>
    <p:extLst>
      <p:ext uri="{BB962C8B-B14F-4D97-AF65-F5344CB8AC3E}">
        <p14:creationId xmlns:p14="http://schemas.microsoft.com/office/powerpoint/2010/main" val="19037093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Short Title and Content - 3 Colum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942976"/>
            <a:ext cx="11176000" cy="5000624"/>
          </a:xfrm>
          <a:prstGeom prst="rect">
            <a:avLst/>
          </a:prstGeom>
          <a:noFill/>
          <a:ln w="9525">
            <a:noFill/>
            <a:miter lim="800000"/>
            <a:headEnd/>
            <a:tailEnd/>
          </a:ln>
        </p:spPr>
        <p:txBody>
          <a:bodyPr numCol="3"/>
          <a:lstStyle>
            <a:lvl1pPr marL="0" indent="0">
              <a:buNone/>
              <a:defRPr sz="24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2000">
                <a:solidFill>
                  <a:schemeClr val="tx1">
                    <a:lumMod val="75000"/>
                    <a:lumOff val="25000"/>
                  </a:schemeClr>
                </a:solidFill>
              </a:defRPr>
            </a:lvl4pPr>
            <a:lvl5pPr>
              <a:defRPr sz="20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Footer Placeholder 4"/>
          <p:cNvSpPr>
            <a:spLocks noGrp="1"/>
          </p:cNvSpPr>
          <p:nvPr>
            <p:ph type="ftr" sz="quarter" idx="10"/>
          </p:nvPr>
        </p:nvSpPr>
        <p:spPr/>
        <p:txBody>
          <a:bodyPr/>
          <a:lstStyle>
            <a:lvl1pPr>
              <a:defRPr/>
            </a:lvl1pPr>
          </a:lstStyle>
          <a:p>
            <a:pPr>
              <a:defRPr/>
            </a:pPr>
            <a:r>
              <a:rPr lang="en-US" dirty="0"/>
              <a:t>File Name</a:t>
            </a:r>
          </a:p>
        </p:txBody>
      </p:sp>
      <p:sp>
        <p:nvSpPr>
          <p:cNvPr id="5" name="Slide Number Placeholder 5"/>
          <p:cNvSpPr>
            <a:spLocks noGrp="1"/>
          </p:cNvSpPr>
          <p:nvPr>
            <p:ph type="sldNum" sz="quarter" idx="11"/>
          </p:nvPr>
        </p:nvSpPr>
        <p:spPr/>
        <p:txBody>
          <a:bodyPr/>
          <a:lstStyle>
            <a:lvl1pPr>
              <a:defRPr/>
            </a:lvl1pPr>
          </a:lstStyle>
          <a:p>
            <a:endParaRPr lang="en-US" dirty="0"/>
          </a:p>
        </p:txBody>
      </p:sp>
    </p:spTree>
    <p:extLst>
      <p:ext uri="{BB962C8B-B14F-4D97-AF65-F5344CB8AC3E}">
        <p14:creationId xmlns:p14="http://schemas.microsoft.com/office/powerpoint/2010/main" val="2576386809"/>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1_Title and Content - 2 Colum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numCol="2"/>
          <a:lstStyle>
            <a:lvl1pPr marL="0" indent="0">
              <a:buNone/>
              <a:defRPr sz="24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2000">
                <a:solidFill>
                  <a:schemeClr val="tx1">
                    <a:lumMod val="75000"/>
                    <a:lumOff val="25000"/>
                  </a:schemeClr>
                </a:solidFill>
              </a:defRPr>
            </a:lvl4pPr>
            <a:lvl5pPr>
              <a:defRPr sz="20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Footer Placeholder 4"/>
          <p:cNvSpPr>
            <a:spLocks noGrp="1"/>
          </p:cNvSpPr>
          <p:nvPr>
            <p:ph type="ftr" sz="quarter" idx="10"/>
          </p:nvPr>
        </p:nvSpPr>
        <p:spPr/>
        <p:txBody>
          <a:bodyPr/>
          <a:lstStyle>
            <a:lvl1pPr>
              <a:defRPr/>
            </a:lvl1pPr>
          </a:lstStyle>
          <a:p>
            <a:pPr>
              <a:defRPr/>
            </a:pPr>
            <a:r>
              <a:rPr lang="en-US" dirty="0"/>
              <a:t>File Name</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dirty="0"/>
          </a:p>
        </p:txBody>
      </p:sp>
    </p:spTree>
    <p:extLst>
      <p:ext uri="{BB962C8B-B14F-4D97-AF65-F5344CB8AC3E}">
        <p14:creationId xmlns:p14="http://schemas.microsoft.com/office/powerpoint/2010/main" val="19238653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C718C8BC-3817-BA43-A697-C0F8A79E643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9708374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155209665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
        <p:nvSpPr>
          <p:cNvPr id="2" name="Title 1">
            <a:extLst>
              <a:ext uri="{FF2B5EF4-FFF2-40B4-BE49-F238E27FC236}">
                <a16:creationId xmlns:a16="http://schemas.microsoft.com/office/drawing/2014/main" id="{942C9F60-E948-0B16-240A-DCBC52D49E51}"/>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07262527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nd Picture with Caption">
    <p:bg>
      <p:bgPr>
        <a:gradFill flip="none" rotWithShape="1">
          <a:gsLst>
            <a:gs pos="75000">
              <a:schemeClr val="tx2"/>
            </a:gs>
            <a:gs pos="85000">
              <a:schemeClr val="tx2">
                <a:alpha val="35000"/>
              </a:schemeClr>
            </a:gs>
            <a:gs pos="95000">
              <a:schemeClr val="tx2">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Tree>
    <p:extLst>
      <p:ext uri="{BB962C8B-B14F-4D97-AF65-F5344CB8AC3E}">
        <p14:creationId xmlns:p14="http://schemas.microsoft.com/office/powerpoint/2010/main" val="2103966943"/>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
        <p:nvSpPr>
          <p:cNvPr id="4" name="Title 3">
            <a:extLst>
              <a:ext uri="{FF2B5EF4-FFF2-40B4-BE49-F238E27FC236}">
                <a16:creationId xmlns:a16="http://schemas.microsoft.com/office/drawing/2014/main" id="{FC0BCDB4-4C07-CBF2-EFC4-7CEF0E09948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471780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
        <p:nvSpPr>
          <p:cNvPr id="3" name="Title 2">
            <a:extLst>
              <a:ext uri="{FF2B5EF4-FFF2-40B4-BE49-F238E27FC236}">
                <a16:creationId xmlns:a16="http://schemas.microsoft.com/office/drawing/2014/main" id="{1D0F7681-D094-4E6D-0DF0-99CD21DC423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3626410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
        <p:nvSpPr>
          <p:cNvPr id="4" name="Title 3">
            <a:extLst>
              <a:ext uri="{FF2B5EF4-FFF2-40B4-BE49-F238E27FC236}">
                <a16:creationId xmlns:a16="http://schemas.microsoft.com/office/drawing/2014/main" id="{CC30DB31-FD65-4D95-4478-6813E7F155C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655615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264981868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2977904076"/>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2693227270"/>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2516359702"/>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1819793675"/>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
        <p:nvSpPr>
          <p:cNvPr id="3" name="Title 2">
            <a:extLst>
              <a:ext uri="{FF2B5EF4-FFF2-40B4-BE49-F238E27FC236}">
                <a16:creationId xmlns:a16="http://schemas.microsoft.com/office/drawing/2014/main" id="{7AD23EB7-47BD-A421-AD32-BA7882ED264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5384354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64614394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0"/>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7B0D9059-3C9E-5AFD-2A32-2874C4FC4C5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7615947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2556249665"/>
      </p:ext>
    </p:extLst>
  </p:cSld>
  <p:clrMapOvr>
    <a:masterClrMapping/>
  </p:clrMapOvr>
  <p:hf hdr="0" dt="0"/>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20000"/>
            <a:lumOff val="8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73734091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Tree>
    <p:extLst>
      <p:ext uri="{BB962C8B-B14F-4D97-AF65-F5344CB8AC3E}">
        <p14:creationId xmlns:p14="http://schemas.microsoft.com/office/powerpoint/2010/main" val="249764614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5000">
              <a:schemeClr val="tx2"/>
            </a:gs>
            <a:gs pos="90000">
              <a:schemeClr val="tx2">
                <a:alpha val="4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Tree>
    <p:extLst>
      <p:ext uri="{BB962C8B-B14F-4D97-AF65-F5344CB8AC3E}">
        <p14:creationId xmlns:p14="http://schemas.microsoft.com/office/powerpoint/2010/main" val="201979528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77220610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Tree>
    <p:extLst>
      <p:ext uri="{BB962C8B-B14F-4D97-AF65-F5344CB8AC3E}">
        <p14:creationId xmlns:p14="http://schemas.microsoft.com/office/powerpoint/2010/main" val="169728047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01072787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51873353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75993111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38392777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57816786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picTx" preserve="1">
  <p:cSld name="1_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48030604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B8F7E44F-C564-AFF5-D73D-599A8EB64DC8}"/>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95659145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
        <p:nvSpPr>
          <p:cNvPr id="3" name="Title 2">
            <a:extLst>
              <a:ext uri="{FF2B5EF4-FFF2-40B4-BE49-F238E27FC236}">
                <a16:creationId xmlns:a16="http://schemas.microsoft.com/office/drawing/2014/main" id="{AEDBE4B2-ED26-DF20-EB88-9102132A1C0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4494691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
        <p:nvSpPr>
          <p:cNvPr id="2" name="Title 1">
            <a:extLst>
              <a:ext uri="{FF2B5EF4-FFF2-40B4-BE49-F238E27FC236}">
                <a16:creationId xmlns:a16="http://schemas.microsoft.com/office/drawing/2014/main" id="{74074E2E-ED81-F3EC-B678-0FDCBC64206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2317972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
        <p:nvSpPr>
          <p:cNvPr id="5" name="Title 4">
            <a:extLst>
              <a:ext uri="{FF2B5EF4-FFF2-40B4-BE49-F238E27FC236}">
                <a16:creationId xmlns:a16="http://schemas.microsoft.com/office/drawing/2014/main" id="{AB808ED8-8426-A0C0-9763-B7D4C153D10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40544361"/>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
        <p:nvSpPr>
          <p:cNvPr id="4" name="Title 3">
            <a:extLst>
              <a:ext uri="{FF2B5EF4-FFF2-40B4-BE49-F238E27FC236}">
                <a16:creationId xmlns:a16="http://schemas.microsoft.com/office/drawing/2014/main" id="{62C6ABDE-E95A-0F3C-098E-3AB6CD8A719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0781991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
        <p:nvSpPr>
          <p:cNvPr id="3" name="Title 2">
            <a:extLst>
              <a:ext uri="{FF2B5EF4-FFF2-40B4-BE49-F238E27FC236}">
                <a16:creationId xmlns:a16="http://schemas.microsoft.com/office/drawing/2014/main" id="{DFDE0C51-EABF-8EEF-D372-6195FADF385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7024721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
        <p:nvSpPr>
          <p:cNvPr id="4" name="Title 3">
            <a:extLst>
              <a:ext uri="{FF2B5EF4-FFF2-40B4-BE49-F238E27FC236}">
                <a16:creationId xmlns:a16="http://schemas.microsoft.com/office/drawing/2014/main" id="{1FA45842-A577-D012-E0A0-40AA7BE0D29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988892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
        <p:nvSpPr>
          <p:cNvPr id="3" name="Title 2">
            <a:extLst>
              <a:ext uri="{FF2B5EF4-FFF2-40B4-BE49-F238E27FC236}">
                <a16:creationId xmlns:a16="http://schemas.microsoft.com/office/drawing/2014/main" id="{B93C48AD-9F55-0046-00A1-CC510D30C60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4427488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
        <p:nvSpPr>
          <p:cNvPr id="5" name="Title 4">
            <a:extLst>
              <a:ext uri="{FF2B5EF4-FFF2-40B4-BE49-F238E27FC236}">
                <a16:creationId xmlns:a16="http://schemas.microsoft.com/office/drawing/2014/main" id="{44FB5578-DA9B-BD0B-5613-AEFB9E68B6F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98025777"/>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
        <p:nvSpPr>
          <p:cNvPr id="7" name="Title 6">
            <a:extLst>
              <a:ext uri="{FF2B5EF4-FFF2-40B4-BE49-F238E27FC236}">
                <a16:creationId xmlns:a16="http://schemas.microsoft.com/office/drawing/2014/main" id="{929DC40A-BB92-C526-3CD0-189C3429C4D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13898774"/>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
        <p:nvSpPr>
          <p:cNvPr id="6" name="Title 5">
            <a:extLst>
              <a:ext uri="{FF2B5EF4-FFF2-40B4-BE49-F238E27FC236}">
                <a16:creationId xmlns:a16="http://schemas.microsoft.com/office/drawing/2014/main" id="{481C1557-2F36-FF70-9AEB-DF21DD5067B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01852820"/>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
        <p:nvSpPr>
          <p:cNvPr id="6" name="Title 5">
            <a:extLst>
              <a:ext uri="{FF2B5EF4-FFF2-40B4-BE49-F238E27FC236}">
                <a16:creationId xmlns:a16="http://schemas.microsoft.com/office/drawing/2014/main" id="{F2E409FF-5585-8E4A-14AA-59DBC4EAF93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6880084"/>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
        <p:nvSpPr>
          <p:cNvPr id="3" name="Title 2">
            <a:extLst>
              <a:ext uri="{FF2B5EF4-FFF2-40B4-BE49-F238E27FC236}">
                <a16:creationId xmlns:a16="http://schemas.microsoft.com/office/drawing/2014/main" id="{B02F4169-3E26-AB53-54FC-47BE477B905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6277569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411051466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hasCustomPrompt="1"/>
          </p:nvPr>
        </p:nvSpPr>
        <p:spPr>
          <a:xfrm>
            <a:off x="76200" y="66675"/>
            <a:ext cx="12020549" cy="6723635"/>
          </a:xfrm>
          <a:prstGeom prst="roundRect">
            <a:avLst>
              <a:gd name="adj" fmla="val 2256"/>
            </a:avLst>
          </a:prstGeom>
          <a:noFill/>
          <a:ln w="3175">
            <a:noFill/>
          </a:ln>
        </p:spPr>
        <p:txBody>
          <a:bodyPr/>
          <a:lstStyle/>
          <a:p>
            <a:pPr lvl="0"/>
            <a:r>
              <a:rPr lang="en-US" dirty="0"/>
              <a:t>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DACA2C3D-12FE-63E8-E6E7-2094824214F5}"/>
              </a:ext>
            </a:extLst>
          </p:cNvPr>
          <p:cNvSpPr>
            <a:spLocks noGrp="1"/>
          </p:cNvSpPr>
          <p:nvPr>
            <p:ph type="title" hasCustomPrompt="1"/>
          </p:nvPr>
        </p:nvSpPr>
        <p:spPr/>
        <p:txBody>
          <a:bodyPr/>
          <a:lstStyle/>
          <a:p>
            <a:r>
              <a:rPr lang="en-US" dirty="0"/>
              <a:t>to edit Master title style</a:t>
            </a:r>
          </a:p>
        </p:txBody>
      </p:sp>
    </p:spTree>
    <p:extLst>
      <p:ext uri="{BB962C8B-B14F-4D97-AF65-F5344CB8AC3E}">
        <p14:creationId xmlns:p14="http://schemas.microsoft.com/office/powerpoint/2010/main" val="379146526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290452761"/>
      </p:ext>
    </p:extLst>
  </p:cSld>
  <p:clrMapOvr>
    <a:masterClrMapping/>
  </p:clrMapOvr>
  <p:hf hdr="0" dt="0"/>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47190998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Tree>
    <p:extLst>
      <p:ext uri="{BB962C8B-B14F-4D97-AF65-F5344CB8AC3E}">
        <p14:creationId xmlns:p14="http://schemas.microsoft.com/office/powerpoint/2010/main" val="7981640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Tree>
    <p:extLst>
      <p:ext uri="{BB962C8B-B14F-4D97-AF65-F5344CB8AC3E}">
        <p14:creationId xmlns:p14="http://schemas.microsoft.com/office/powerpoint/2010/main" val="420945057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3883221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Tree>
    <p:extLst>
      <p:ext uri="{BB962C8B-B14F-4D97-AF65-F5344CB8AC3E}">
        <p14:creationId xmlns:p14="http://schemas.microsoft.com/office/powerpoint/2010/main" val="157199595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915168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97445919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65186247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27105447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47991514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79741628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24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2000">
                <a:solidFill>
                  <a:schemeClr val="tx1">
                    <a:lumMod val="75000"/>
                    <a:lumOff val="25000"/>
                  </a:schemeClr>
                </a:solidFill>
              </a:defRPr>
            </a:lvl4pPr>
            <a:lvl5pPr>
              <a:defRPr sz="20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Footer Placeholder 4"/>
          <p:cNvSpPr>
            <a:spLocks noGrp="1"/>
          </p:cNvSpPr>
          <p:nvPr>
            <p:ph type="ftr" sz="quarter" idx="10"/>
          </p:nvPr>
        </p:nvSpPr>
        <p:spPr/>
        <p:txBody>
          <a:bodyPr/>
          <a:lstStyle>
            <a:lvl1pPr>
              <a:defRPr/>
            </a:lvl1pPr>
          </a:lstStyle>
          <a:p>
            <a:pPr>
              <a:defRPr/>
            </a:pPr>
            <a:r>
              <a:rPr lang="en-US" dirty="0">
                <a:solidFill>
                  <a:srgbClr val="000000">
                    <a:tint val="75000"/>
                  </a:srgbClr>
                </a:solidFill>
              </a:rPr>
              <a:t>File Name</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dirty="0"/>
          </a:p>
        </p:txBody>
      </p:sp>
    </p:spTree>
    <p:extLst>
      <p:ext uri="{BB962C8B-B14F-4D97-AF65-F5344CB8AC3E}">
        <p14:creationId xmlns:p14="http://schemas.microsoft.com/office/powerpoint/2010/main" val="408976571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cSld name="Short Title and Content - 3 Colum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942976"/>
            <a:ext cx="11176000" cy="5000624"/>
          </a:xfrm>
          <a:prstGeom prst="rect">
            <a:avLst/>
          </a:prstGeom>
          <a:noFill/>
          <a:ln w="9525">
            <a:noFill/>
            <a:miter lim="800000"/>
            <a:headEnd/>
            <a:tailEnd/>
          </a:ln>
        </p:spPr>
        <p:txBody>
          <a:bodyPr numCol="3"/>
          <a:lstStyle>
            <a:lvl1pPr marL="0" indent="0">
              <a:buNone/>
              <a:defRPr sz="24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2000">
                <a:solidFill>
                  <a:schemeClr val="tx1">
                    <a:lumMod val="75000"/>
                    <a:lumOff val="25000"/>
                  </a:schemeClr>
                </a:solidFill>
              </a:defRPr>
            </a:lvl4pPr>
            <a:lvl5pPr>
              <a:defRPr sz="20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Footer Placeholder 4"/>
          <p:cNvSpPr>
            <a:spLocks noGrp="1"/>
          </p:cNvSpPr>
          <p:nvPr>
            <p:ph type="ftr" sz="quarter"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tint val="75000"/>
                  </a:srgbClr>
                </a:solidFill>
                <a:effectLst/>
                <a:uLnTx/>
                <a:uFillTx/>
                <a:latin typeface="Arial"/>
                <a:ea typeface="+mn-ea"/>
                <a:cs typeface="+mn-cs"/>
              </a:rPr>
              <a:t>File Name</a:t>
            </a:r>
          </a:p>
        </p:txBody>
      </p:sp>
      <p:sp>
        <p:nvSpPr>
          <p:cNvPr id="5" name="Slide Number Placeholder 5"/>
          <p:cNvSpPr>
            <a:spLocks noGrp="1"/>
          </p:cNvSpPr>
          <p:nvPr>
            <p:ph type="sldNum" sz="quarter" idx="11"/>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A257827-C34C-4251-B995-96C9C233CCC8}" type="slidenum">
              <a:rPr kumimoji="0" lang="en-US" sz="1800" b="0" i="0" u="none" strike="noStrike" kern="1200" cap="none" spc="0" normalizeH="0" baseline="0" noProof="0">
                <a:ln>
                  <a:noFill/>
                </a:ln>
                <a:solidFill>
                  <a:srgbClr val="221F20"/>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srgbClr val="221F20"/>
              </a:solidFill>
              <a:effectLst/>
              <a:uLnTx/>
              <a:uFillTx/>
              <a:latin typeface="Arial"/>
              <a:ea typeface="+mn-ea"/>
              <a:cs typeface="+mn-cs"/>
            </a:endParaRPr>
          </a:p>
        </p:txBody>
      </p:sp>
    </p:spTree>
    <p:extLst>
      <p:ext uri="{BB962C8B-B14F-4D97-AF65-F5344CB8AC3E}">
        <p14:creationId xmlns:p14="http://schemas.microsoft.com/office/powerpoint/2010/main" val="164011844"/>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3B3BB445-F4B7-CADC-0D0E-2F77E6D29AB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60346054"/>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
        <p:nvSpPr>
          <p:cNvPr id="3" name="Title 2">
            <a:extLst>
              <a:ext uri="{FF2B5EF4-FFF2-40B4-BE49-F238E27FC236}">
                <a16:creationId xmlns:a16="http://schemas.microsoft.com/office/drawing/2014/main" id="{3F0C188E-247B-9C3F-A9A1-C83CFE759AA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3782153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Click to edit Master title style</a:t>
            </a:r>
          </a:p>
        </p:txBody>
      </p:sp>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Tree>
    <p:extLst>
      <p:ext uri="{BB962C8B-B14F-4D97-AF65-F5344CB8AC3E}">
        <p14:creationId xmlns:p14="http://schemas.microsoft.com/office/powerpoint/2010/main" val="7202369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4" name="Title 3"/>
          <p:cNvSpPr>
            <a:spLocks noGrp="1"/>
          </p:cNvSpPr>
          <p:nvPr>
            <p:ph type="title"/>
          </p:nvPr>
        </p:nvSpPr>
        <p:spPr/>
        <p:txBody>
          <a:bodyPr/>
          <a:lstStyle/>
          <a:p>
            <a:r>
              <a:rPr lang="en-US" dirty="0"/>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Tree>
    <p:extLst>
      <p:ext uri="{BB962C8B-B14F-4D97-AF65-F5344CB8AC3E}">
        <p14:creationId xmlns:p14="http://schemas.microsoft.com/office/powerpoint/2010/main" val="1683895260"/>
      </p:ext>
    </p:extLst>
  </p:cSld>
  <p:clrMapOvr>
    <a:masterClrMapping/>
  </p:clrMapOvr>
  <p:extLst>
    <p:ext uri="{DCECCB84-F9BA-43D5-87BE-67443E8EF086}">
      <p15:sldGuideLst xmlns:p15="http://schemas.microsoft.com/office/powerpoint/2012/main"/>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Tree>
    <p:extLst>
      <p:ext uri="{BB962C8B-B14F-4D97-AF65-F5344CB8AC3E}">
        <p14:creationId xmlns:p14="http://schemas.microsoft.com/office/powerpoint/2010/main" val="3432088918"/>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
        <p:nvSpPr>
          <p:cNvPr id="3" name="Title 2">
            <a:extLst>
              <a:ext uri="{FF2B5EF4-FFF2-40B4-BE49-F238E27FC236}">
                <a16:creationId xmlns:a16="http://schemas.microsoft.com/office/drawing/2014/main" id="{0D83DA01-DEF9-54DE-5B29-4ACD3FE63AA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9248608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
        <p:nvSpPr>
          <p:cNvPr id="4" name="Title 3">
            <a:extLst>
              <a:ext uri="{FF2B5EF4-FFF2-40B4-BE49-F238E27FC236}">
                <a16:creationId xmlns:a16="http://schemas.microsoft.com/office/drawing/2014/main" id="{7C0718C4-6A68-5C9A-D51B-6E4A148DA30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77683536"/>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
        <p:nvSpPr>
          <p:cNvPr id="3" name="Title 2">
            <a:extLst>
              <a:ext uri="{FF2B5EF4-FFF2-40B4-BE49-F238E27FC236}">
                <a16:creationId xmlns:a16="http://schemas.microsoft.com/office/drawing/2014/main" id="{D7BCB16E-0E8E-5157-7B5A-C68F6A9B78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01035981"/>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886297771"/>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3787658590"/>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1943067148"/>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1319340364"/>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
        <p:nvSpPr>
          <p:cNvPr id="3" name="Title 2">
            <a:extLst>
              <a:ext uri="{FF2B5EF4-FFF2-40B4-BE49-F238E27FC236}">
                <a16:creationId xmlns:a16="http://schemas.microsoft.com/office/drawing/2014/main" id="{C36767D0-41E3-FB81-AF9C-B23748A500E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66629248"/>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902094995"/>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906D055C-0506-0861-DE5F-4C6932D6751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73243225"/>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
        <p:nvSpPr>
          <p:cNvPr id="3" name="TextBox 2">
            <a:extLst>
              <a:ext uri="{FF2B5EF4-FFF2-40B4-BE49-F238E27FC236}">
                <a16:creationId xmlns:a16="http://schemas.microsoft.com/office/drawing/2014/main" id="{C369F6EA-5BBB-736F-8B43-C8414A1A7110}"/>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5" name="TextBox 4">
            <a:extLst>
              <a:ext uri="{FF2B5EF4-FFF2-40B4-BE49-F238E27FC236}">
                <a16:creationId xmlns:a16="http://schemas.microsoft.com/office/drawing/2014/main" id="{A49041E3-ECCE-7D4E-3D0F-271435F717AB}"/>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1118713353"/>
      </p:ext>
    </p:extLst>
  </p:cSld>
  <p:clrMapOvr>
    <a:masterClrMapping/>
  </p:clrMapOvr>
  <p:hf hdr="0" dt="0"/>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bg2">
                    <a:lumMod val="50000"/>
                  </a:schemeClr>
                </a:solidFill>
              </a:rPr>
              <a:pPr algn="r">
                <a:spcBef>
                  <a:spcPct val="50000"/>
                </a:spcBef>
                <a:defRPr/>
              </a:pPr>
              <a:t>‹#›</a:t>
            </a:fld>
            <a:endParaRPr lang="en-US" sz="1100" b="0" baseline="0" dirty="0">
              <a:solidFill>
                <a:schemeClr val="bg2">
                  <a:lumMod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
        <p:nvSpPr>
          <p:cNvPr id="3" name="TextBox 2">
            <a:extLst>
              <a:ext uri="{FF2B5EF4-FFF2-40B4-BE49-F238E27FC236}">
                <a16:creationId xmlns:a16="http://schemas.microsoft.com/office/drawing/2014/main" id="{D9F0C27E-08F8-B2DC-3FBC-DBF8758A6EB4}"/>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D1BF6447-1438-9DC9-A4D0-DA7BD956CC62}"/>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2806018184"/>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
        <p:nvSpPr>
          <p:cNvPr id="3" name="TextBox 2">
            <a:extLst>
              <a:ext uri="{FF2B5EF4-FFF2-40B4-BE49-F238E27FC236}">
                <a16:creationId xmlns:a16="http://schemas.microsoft.com/office/drawing/2014/main" id="{36CCC378-15A8-6972-3896-FF69DB1A86EF}"/>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B4753ADC-3CDC-8585-1B64-FC71910FE39F}"/>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1266434333"/>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
        <p:nvSpPr>
          <p:cNvPr id="3" name="TextBox 2">
            <a:extLst>
              <a:ext uri="{FF2B5EF4-FFF2-40B4-BE49-F238E27FC236}">
                <a16:creationId xmlns:a16="http://schemas.microsoft.com/office/drawing/2014/main" id="{2BA9C1D8-06A5-3CF2-8FFF-D157FCBDA838}"/>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27DC6927-6328-54A3-652D-C2A424EB7FFA}"/>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2385246901"/>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
        <p:nvSpPr>
          <p:cNvPr id="4" name="TextBox 3">
            <a:extLst>
              <a:ext uri="{FF2B5EF4-FFF2-40B4-BE49-F238E27FC236}">
                <a16:creationId xmlns:a16="http://schemas.microsoft.com/office/drawing/2014/main" id="{630BD048-B218-74A4-3C87-05F3F4A8C071}"/>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5" name="TextBox 4">
            <a:extLst>
              <a:ext uri="{FF2B5EF4-FFF2-40B4-BE49-F238E27FC236}">
                <a16:creationId xmlns:a16="http://schemas.microsoft.com/office/drawing/2014/main" id="{3DB49293-9868-09DD-39EF-161AEFC63792}"/>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2183580852"/>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2" name="TextBox 1">
            <a:extLst>
              <a:ext uri="{FF2B5EF4-FFF2-40B4-BE49-F238E27FC236}">
                <a16:creationId xmlns:a16="http://schemas.microsoft.com/office/drawing/2014/main" id="{C4E397FB-1BD3-B604-0055-B801B36980F1}"/>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4" name="TextBox 3">
            <a:extLst>
              <a:ext uri="{FF2B5EF4-FFF2-40B4-BE49-F238E27FC236}">
                <a16:creationId xmlns:a16="http://schemas.microsoft.com/office/drawing/2014/main" id="{F89B0BD2-2241-1984-EDA5-DF47FC1C5535}"/>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2897725979"/>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
        <p:nvSpPr>
          <p:cNvPr id="7" name="TextBox 6">
            <a:extLst>
              <a:ext uri="{FF2B5EF4-FFF2-40B4-BE49-F238E27FC236}">
                <a16:creationId xmlns:a16="http://schemas.microsoft.com/office/drawing/2014/main" id="{6B1A8707-5D07-168E-A660-71E24684D34A}"/>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8" name="TextBox 7">
            <a:extLst>
              <a:ext uri="{FF2B5EF4-FFF2-40B4-BE49-F238E27FC236}">
                <a16:creationId xmlns:a16="http://schemas.microsoft.com/office/drawing/2014/main" id="{226D763A-45F5-16E1-3837-E3A03BFB0CE1}"/>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4145102711"/>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
        <p:nvSpPr>
          <p:cNvPr id="3" name="TextBox 2">
            <a:extLst>
              <a:ext uri="{FF2B5EF4-FFF2-40B4-BE49-F238E27FC236}">
                <a16:creationId xmlns:a16="http://schemas.microsoft.com/office/drawing/2014/main" id="{69DD5BFE-D25D-8741-ADAE-C79A9ECF903E}"/>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4" name="TextBox 3">
            <a:extLst>
              <a:ext uri="{FF2B5EF4-FFF2-40B4-BE49-F238E27FC236}">
                <a16:creationId xmlns:a16="http://schemas.microsoft.com/office/drawing/2014/main" id="{2118CA89-9EB2-83A5-C690-ED0F196E89C9}"/>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 Placeholder 3">
            <a:extLst>
              <a:ext uri="{FF2B5EF4-FFF2-40B4-BE49-F238E27FC236}">
                <a16:creationId xmlns:a16="http://schemas.microsoft.com/office/drawing/2014/main" id="{DF92E724-FB8E-DBF9-9C01-321A41DCF83B}"/>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50879453"/>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
        <p:nvSpPr>
          <p:cNvPr id="2" name="TextBox 1">
            <a:extLst>
              <a:ext uri="{FF2B5EF4-FFF2-40B4-BE49-F238E27FC236}">
                <a16:creationId xmlns:a16="http://schemas.microsoft.com/office/drawing/2014/main" id="{D65A919C-BB57-C85E-D512-91C2F36D8E3C}"/>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9F43E06D-00DD-5633-AC95-2BB934291B12}"/>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7" name="Text Placeholder 3">
            <a:extLst>
              <a:ext uri="{FF2B5EF4-FFF2-40B4-BE49-F238E27FC236}">
                <a16:creationId xmlns:a16="http://schemas.microsoft.com/office/drawing/2014/main" id="{178FC1A7-865F-04A4-DEDA-753B0AAD0B77}"/>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6442050"/>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
        <p:nvSpPr>
          <p:cNvPr id="2" name="TextBox 1">
            <a:extLst>
              <a:ext uri="{FF2B5EF4-FFF2-40B4-BE49-F238E27FC236}">
                <a16:creationId xmlns:a16="http://schemas.microsoft.com/office/drawing/2014/main" id="{6601B32B-620F-5F12-C780-5B24254CA8D4}"/>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D4C974F1-8C7E-A3AA-CFB8-4D1931322188}"/>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7" name="Text Placeholder 3">
            <a:extLst>
              <a:ext uri="{FF2B5EF4-FFF2-40B4-BE49-F238E27FC236}">
                <a16:creationId xmlns:a16="http://schemas.microsoft.com/office/drawing/2014/main" id="{4F1F7A21-0DBA-C465-E0AA-72DD009C817B}"/>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1041307"/>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
        <p:nvSpPr>
          <p:cNvPr id="3" name="TextBox 2">
            <a:extLst>
              <a:ext uri="{FF2B5EF4-FFF2-40B4-BE49-F238E27FC236}">
                <a16:creationId xmlns:a16="http://schemas.microsoft.com/office/drawing/2014/main" id="{DC078E2E-5692-69A7-3932-C9B95BFB1455}"/>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7" name="TextBox 6">
            <a:extLst>
              <a:ext uri="{FF2B5EF4-FFF2-40B4-BE49-F238E27FC236}">
                <a16:creationId xmlns:a16="http://schemas.microsoft.com/office/drawing/2014/main" id="{34ACF833-FF07-52A0-1A00-9B26C0517ACC}"/>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8" name="Text Placeholder 3">
            <a:extLst>
              <a:ext uri="{FF2B5EF4-FFF2-40B4-BE49-F238E27FC236}">
                <a16:creationId xmlns:a16="http://schemas.microsoft.com/office/drawing/2014/main" id="{150C02F4-0DF1-F443-5C88-4EA1D8A61E60}"/>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95702940"/>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
        <p:nvSpPr>
          <p:cNvPr id="5" name="TextBox 4">
            <a:extLst>
              <a:ext uri="{FF2B5EF4-FFF2-40B4-BE49-F238E27FC236}">
                <a16:creationId xmlns:a16="http://schemas.microsoft.com/office/drawing/2014/main" id="{F607A8A6-FDF1-80E7-F46D-BC408816EE42}"/>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E4982A8D-99E5-0832-4DAF-99DAD01113E7}"/>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9" name="Text Placeholder 3">
            <a:extLst>
              <a:ext uri="{FF2B5EF4-FFF2-40B4-BE49-F238E27FC236}">
                <a16:creationId xmlns:a16="http://schemas.microsoft.com/office/drawing/2014/main" id="{F679BBB8-117C-A6C5-51B9-0962CFEA68C3}"/>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6368048"/>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picTx" preserve="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3093E-F997-9C1A-6F41-94195AEDCE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6622E9-B548-9861-17FE-B80B6A60E3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552F3AF-A319-231F-545F-18799EF83E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B70C4-3999-81B3-9B74-C670362B9650}"/>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5EF19D12-2F54-317E-96F3-9AAA761DFA05}"/>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404025056"/>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62A64504-0669-5CF0-805D-174C1EFD60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36757078"/>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2368177934"/>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Click to edit Master title style</a:t>
            </a:r>
          </a:p>
        </p:txBody>
      </p:sp>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Tree>
    <p:extLst>
      <p:ext uri="{BB962C8B-B14F-4D97-AF65-F5344CB8AC3E}">
        <p14:creationId xmlns:p14="http://schemas.microsoft.com/office/powerpoint/2010/main" val="1508437404"/>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Tree>
    <p:extLst>
      <p:ext uri="{BB962C8B-B14F-4D97-AF65-F5344CB8AC3E}">
        <p14:creationId xmlns:p14="http://schemas.microsoft.com/office/powerpoint/2010/main" val="1439278527"/>
      </p:ext>
    </p:extLst>
  </p:cSld>
  <p:clrMapOvr>
    <a:masterClrMapping/>
  </p:clrMapOvr>
  <p:extLst>
    <p:ext uri="{DCECCB84-F9BA-43D5-87BE-67443E8EF086}">
      <p15:sldGuideLst xmlns:p15="http://schemas.microsoft.com/office/powerpoint/2012/main"/>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Tree>
    <p:extLst>
      <p:ext uri="{BB962C8B-B14F-4D97-AF65-F5344CB8AC3E}">
        <p14:creationId xmlns:p14="http://schemas.microsoft.com/office/powerpoint/2010/main" val="2998738387"/>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2" name="Title 1"/>
          <p:cNvSpPr>
            <a:spLocks noGrp="1"/>
          </p:cNvSpPr>
          <p:nvPr>
            <p:ph type="title"/>
          </p:nvPr>
        </p:nvSpPr>
        <p:spPr/>
        <p:txBody>
          <a:bodyPr/>
          <a:lstStyle/>
          <a:p>
            <a:r>
              <a:rPr lang="en-US" dirty="0"/>
              <a:t>Click to edit Master title style</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Tree>
    <p:extLst>
      <p:ext uri="{BB962C8B-B14F-4D97-AF65-F5344CB8AC3E}">
        <p14:creationId xmlns:p14="http://schemas.microsoft.com/office/powerpoint/2010/main" val="524119381"/>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2331716612"/>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2624684873"/>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2024212555"/>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1978226686"/>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2049539758"/>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3877110228"/>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314992884"/>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587537154"/>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AA3CD5E4-A5C4-AFB4-80AA-82539154DD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51643150"/>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097512708"/>
      </p:ext>
    </p:extLst>
  </p:cSld>
  <p:clrMapOvr>
    <a:masterClrMapping/>
  </p:clrMapOvr>
  <p:hf hdr="0" dt="0"/>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679205202"/>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Tree>
    <p:extLst>
      <p:ext uri="{BB962C8B-B14F-4D97-AF65-F5344CB8AC3E}">
        <p14:creationId xmlns:p14="http://schemas.microsoft.com/office/powerpoint/2010/main" val="3657638817"/>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Tree>
    <p:extLst>
      <p:ext uri="{BB962C8B-B14F-4D97-AF65-F5344CB8AC3E}">
        <p14:creationId xmlns:p14="http://schemas.microsoft.com/office/powerpoint/2010/main" val="352995160"/>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95901129"/>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Tree>
    <p:extLst>
      <p:ext uri="{BB962C8B-B14F-4D97-AF65-F5344CB8AC3E}">
        <p14:creationId xmlns:p14="http://schemas.microsoft.com/office/powerpoint/2010/main" val="1175092640"/>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504254406"/>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300267976"/>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753160821"/>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572105366"/>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121855244"/>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645311004"/>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62A64504-0669-5CF0-805D-174C1EFD60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47287019"/>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2768909655"/>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Click to edit Master title style</a:t>
            </a:r>
          </a:p>
        </p:txBody>
      </p:sp>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Tree>
    <p:extLst>
      <p:ext uri="{BB962C8B-B14F-4D97-AF65-F5344CB8AC3E}">
        <p14:creationId xmlns:p14="http://schemas.microsoft.com/office/powerpoint/2010/main" val="3473168259"/>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Tree>
    <p:extLst>
      <p:ext uri="{BB962C8B-B14F-4D97-AF65-F5344CB8AC3E}">
        <p14:creationId xmlns:p14="http://schemas.microsoft.com/office/powerpoint/2010/main" val="1433027956"/>
      </p:ext>
    </p:extLst>
  </p:cSld>
  <p:clrMapOvr>
    <a:masterClrMapping/>
  </p:clrMapOvr>
  <p:extLst>
    <p:ext uri="{DCECCB84-F9BA-43D5-87BE-67443E8EF086}">
      <p15:sldGuideLst xmlns:p15="http://schemas.microsoft.com/office/powerpoint/2012/main"/>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Tree>
    <p:extLst>
      <p:ext uri="{BB962C8B-B14F-4D97-AF65-F5344CB8AC3E}">
        <p14:creationId xmlns:p14="http://schemas.microsoft.com/office/powerpoint/2010/main" val="4011075717"/>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2" name="Title 1"/>
          <p:cNvSpPr>
            <a:spLocks noGrp="1"/>
          </p:cNvSpPr>
          <p:nvPr>
            <p:ph type="title"/>
          </p:nvPr>
        </p:nvSpPr>
        <p:spPr/>
        <p:txBody>
          <a:bodyPr/>
          <a:lstStyle/>
          <a:p>
            <a:r>
              <a:rPr lang="en-US" dirty="0"/>
              <a:t>Click to edit Master title style</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Tree>
    <p:extLst>
      <p:ext uri="{BB962C8B-B14F-4D97-AF65-F5344CB8AC3E}">
        <p14:creationId xmlns:p14="http://schemas.microsoft.com/office/powerpoint/2010/main" val="3840043144"/>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1974793662"/>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185071832"/>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3643622679"/>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3113828859"/>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3473439702"/>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779318526"/>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080901948"/>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40696103"/>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AA3CD5E4-A5C4-AFB4-80AA-82539154DD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00394575"/>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288037867"/>
      </p:ext>
    </p:extLst>
  </p:cSld>
  <p:clrMapOvr>
    <a:masterClrMapping/>
  </p:clrMapOvr>
  <p:hf hdr="0" dt="0"/>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597040928"/>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Tree>
    <p:extLst>
      <p:ext uri="{BB962C8B-B14F-4D97-AF65-F5344CB8AC3E}">
        <p14:creationId xmlns:p14="http://schemas.microsoft.com/office/powerpoint/2010/main" val="117613438"/>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Tree>
    <p:extLst>
      <p:ext uri="{BB962C8B-B14F-4D97-AF65-F5344CB8AC3E}">
        <p14:creationId xmlns:p14="http://schemas.microsoft.com/office/powerpoint/2010/main" val="1314141392"/>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406925604"/>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Tree>
    <p:extLst>
      <p:ext uri="{BB962C8B-B14F-4D97-AF65-F5344CB8AC3E}">
        <p14:creationId xmlns:p14="http://schemas.microsoft.com/office/powerpoint/2010/main" val="450727101"/>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611203052"/>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86776657"/>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88156897"/>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082985024"/>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29640608"/>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601289768"/>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Chart Color Layout">
    <p:spTree>
      <p:nvGrpSpPr>
        <p:cNvPr id="1" name=""/>
        <p:cNvGrpSpPr/>
        <p:nvPr/>
      </p:nvGrpSpPr>
      <p:grpSpPr>
        <a:xfrm>
          <a:off x="0" y="0"/>
          <a:ext cx="0" cy="0"/>
          <a:chOff x="0" y="0"/>
          <a:chExt cx="0" cy="0"/>
        </a:xfrm>
      </p:grpSpPr>
      <p:sp>
        <p:nvSpPr>
          <p:cNvPr id="10" name="Chart Placeholder 9"/>
          <p:cNvSpPr>
            <a:spLocks noGrp="1"/>
          </p:cNvSpPr>
          <p:nvPr>
            <p:ph type="chart" sz="quarter" idx="12"/>
          </p:nvPr>
        </p:nvSpPr>
        <p:spPr>
          <a:xfrm>
            <a:off x="266700" y="1028700"/>
            <a:ext cx="11658599" cy="5600700"/>
          </a:xfrm>
        </p:spPr>
        <p:txBody>
          <a:bodyPr/>
          <a:lstStyle/>
          <a:p>
            <a:endParaRPr lang="en-US" dirty="0"/>
          </a:p>
        </p:txBody>
      </p:sp>
      <p:sp>
        <p:nvSpPr>
          <p:cNvPr id="3" name="Date Placeholder 2">
            <a:extLst>
              <a:ext uri="{FF2B5EF4-FFF2-40B4-BE49-F238E27FC236}">
                <a16:creationId xmlns:a16="http://schemas.microsoft.com/office/drawing/2014/main" id="{A3619AFA-4A38-490D-A5F0-BADCBB95D733}"/>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64AB4267-87B5-4161-84B6-F192661295C3}"/>
              </a:ext>
            </a:extLst>
          </p:cNvPr>
          <p:cNvSpPr>
            <a:spLocks noGrp="1"/>
          </p:cNvSpPr>
          <p:nvPr>
            <p:ph type="ftr" sz="quarter" idx="14"/>
          </p:nvPr>
        </p:nvSpPr>
        <p:spPr/>
        <p:txBody>
          <a:bodyPr/>
          <a:lstStyle/>
          <a:p>
            <a:endParaRPr lang="en-US" dirty="0"/>
          </a:p>
        </p:txBody>
      </p:sp>
      <p:sp>
        <p:nvSpPr>
          <p:cNvPr id="6" name="Title 5">
            <a:extLst>
              <a:ext uri="{FF2B5EF4-FFF2-40B4-BE49-F238E27FC236}">
                <a16:creationId xmlns:a16="http://schemas.microsoft.com/office/drawing/2014/main" id="{1FDFC77C-D990-FC23-7F32-24231C7AF06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84115466"/>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reserve="1" userDrawn="1">
  <p:cSld name="Reference ONLY">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510689-FF1B-863B-E08A-0D6B1DD6150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34316" y="10952"/>
            <a:ext cx="10286134" cy="6847048"/>
          </a:xfrm>
          <a:prstGeom prst="rect">
            <a:avLst/>
          </a:prstGeom>
        </p:spPr>
      </p:pic>
    </p:spTree>
    <p:extLst>
      <p:ext uri="{BB962C8B-B14F-4D97-AF65-F5344CB8AC3E}">
        <p14:creationId xmlns:p14="http://schemas.microsoft.com/office/powerpoint/2010/main" val="3981107559"/>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B8F7E44F-C564-AFF5-D73D-599A8EB64DC8}"/>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2196180724"/>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
        <p:nvSpPr>
          <p:cNvPr id="3" name="Title 2">
            <a:extLst>
              <a:ext uri="{FF2B5EF4-FFF2-40B4-BE49-F238E27FC236}">
                <a16:creationId xmlns:a16="http://schemas.microsoft.com/office/drawing/2014/main" id="{AEDBE4B2-ED26-DF20-EB88-9102132A1C0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23268139"/>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
        <p:nvSpPr>
          <p:cNvPr id="2" name="Title 1">
            <a:extLst>
              <a:ext uri="{FF2B5EF4-FFF2-40B4-BE49-F238E27FC236}">
                <a16:creationId xmlns:a16="http://schemas.microsoft.com/office/drawing/2014/main" id="{74074E2E-ED81-F3EC-B678-0FDCBC64206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24182255"/>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
        <p:nvSpPr>
          <p:cNvPr id="5" name="Title 4">
            <a:extLst>
              <a:ext uri="{FF2B5EF4-FFF2-40B4-BE49-F238E27FC236}">
                <a16:creationId xmlns:a16="http://schemas.microsoft.com/office/drawing/2014/main" id="{AB808ED8-8426-A0C0-9763-B7D4C153D10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64316883"/>
      </p:ext>
    </p:extLst>
  </p:cSld>
  <p:clrMapOvr>
    <a:masterClrMapping/>
  </p:clrMapOvr>
  <p:extLst>
    <p:ext uri="{DCECCB84-F9BA-43D5-87BE-67443E8EF086}">
      <p15:sldGuideLst xmlns:p15="http://schemas.microsoft.com/office/powerpoint/2012/main"/>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
        <p:nvSpPr>
          <p:cNvPr id="4" name="Title 3">
            <a:extLst>
              <a:ext uri="{FF2B5EF4-FFF2-40B4-BE49-F238E27FC236}">
                <a16:creationId xmlns:a16="http://schemas.microsoft.com/office/drawing/2014/main" id="{62C6ABDE-E95A-0F3C-098E-3AB6CD8A719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23904815"/>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
        <p:nvSpPr>
          <p:cNvPr id="3" name="Title 2">
            <a:extLst>
              <a:ext uri="{FF2B5EF4-FFF2-40B4-BE49-F238E27FC236}">
                <a16:creationId xmlns:a16="http://schemas.microsoft.com/office/drawing/2014/main" id="{DFDE0C51-EABF-8EEF-D372-6195FADF385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61095699"/>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
        <p:nvSpPr>
          <p:cNvPr id="4" name="Title 3">
            <a:extLst>
              <a:ext uri="{FF2B5EF4-FFF2-40B4-BE49-F238E27FC236}">
                <a16:creationId xmlns:a16="http://schemas.microsoft.com/office/drawing/2014/main" id="{1FA45842-A577-D012-E0A0-40AA7BE0D29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04814327"/>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
        <p:nvSpPr>
          <p:cNvPr id="3" name="Title 2">
            <a:extLst>
              <a:ext uri="{FF2B5EF4-FFF2-40B4-BE49-F238E27FC236}">
                <a16:creationId xmlns:a16="http://schemas.microsoft.com/office/drawing/2014/main" id="{B93C48AD-9F55-0046-00A1-CC510D30C60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59122503"/>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
        <p:nvSpPr>
          <p:cNvPr id="5" name="Title 4">
            <a:extLst>
              <a:ext uri="{FF2B5EF4-FFF2-40B4-BE49-F238E27FC236}">
                <a16:creationId xmlns:a16="http://schemas.microsoft.com/office/drawing/2014/main" id="{44FB5578-DA9B-BD0B-5613-AEFB9E68B6F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48151914"/>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
        <p:nvSpPr>
          <p:cNvPr id="7" name="Title 6">
            <a:extLst>
              <a:ext uri="{FF2B5EF4-FFF2-40B4-BE49-F238E27FC236}">
                <a16:creationId xmlns:a16="http://schemas.microsoft.com/office/drawing/2014/main" id="{929DC40A-BB92-C526-3CD0-189C3429C4D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26462935"/>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
        <p:nvSpPr>
          <p:cNvPr id="6" name="Title 5">
            <a:extLst>
              <a:ext uri="{FF2B5EF4-FFF2-40B4-BE49-F238E27FC236}">
                <a16:creationId xmlns:a16="http://schemas.microsoft.com/office/drawing/2014/main" id="{481C1557-2F36-FF70-9AEB-DF21DD5067B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2680763"/>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
        <p:nvSpPr>
          <p:cNvPr id="6" name="Title 5">
            <a:extLst>
              <a:ext uri="{FF2B5EF4-FFF2-40B4-BE49-F238E27FC236}">
                <a16:creationId xmlns:a16="http://schemas.microsoft.com/office/drawing/2014/main" id="{F2E409FF-5585-8E4A-14AA-59DBC4EAF93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79143758"/>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
        <p:nvSpPr>
          <p:cNvPr id="3" name="Title 2">
            <a:extLst>
              <a:ext uri="{FF2B5EF4-FFF2-40B4-BE49-F238E27FC236}">
                <a16:creationId xmlns:a16="http://schemas.microsoft.com/office/drawing/2014/main" id="{B02F4169-3E26-AB53-54FC-47BE477B905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78199752"/>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334880578"/>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DACA2C3D-12FE-63E8-E6E7-2094824214F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86120074"/>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1361769097"/>
      </p:ext>
    </p:extLst>
  </p:cSld>
  <p:clrMapOvr>
    <a:masterClrMapping/>
  </p:clrMapOvr>
  <p:hf hdr="0" dt="0"/>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1142364833"/>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Tree>
    <p:extLst>
      <p:ext uri="{BB962C8B-B14F-4D97-AF65-F5344CB8AC3E}">
        <p14:creationId xmlns:p14="http://schemas.microsoft.com/office/powerpoint/2010/main" val="1275265395"/>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userDrawn="1">
  <p:cSld name="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Tree>
    <p:extLst>
      <p:ext uri="{BB962C8B-B14F-4D97-AF65-F5344CB8AC3E}">
        <p14:creationId xmlns:p14="http://schemas.microsoft.com/office/powerpoint/2010/main" val="1466629280"/>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916896539"/>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Tree>
    <p:extLst>
      <p:ext uri="{BB962C8B-B14F-4D97-AF65-F5344CB8AC3E}">
        <p14:creationId xmlns:p14="http://schemas.microsoft.com/office/powerpoint/2010/main" val="751209871"/>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481179560"/>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36221049"/>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982583341"/>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193747003"/>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666458894"/>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89129677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slideLayout" Target="../slideLayouts/slideLayout44.xml"/><Relationship Id="rId18" Type="http://schemas.openxmlformats.org/officeDocument/2006/relationships/slideLayout" Target="../slideLayouts/slideLayout49.xml"/><Relationship Id="rId26" Type="http://schemas.openxmlformats.org/officeDocument/2006/relationships/slideLayout" Target="../slideLayouts/slideLayout57.xml"/><Relationship Id="rId3" Type="http://schemas.openxmlformats.org/officeDocument/2006/relationships/slideLayout" Target="../slideLayouts/slideLayout34.xml"/><Relationship Id="rId21" Type="http://schemas.openxmlformats.org/officeDocument/2006/relationships/slideLayout" Target="../slideLayouts/slideLayout52.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17" Type="http://schemas.openxmlformats.org/officeDocument/2006/relationships/slideLayout" Target="../slideLayouts/slideLayout48.xml"/><Relationship Id="rId25" Type="http://schemas.openxmlformats.org/officeDocument/2006/relationships/slideLayout" Target="../slideLayouts/slideLayout56.xml"/><Relationship Id="rId2" Type="http://schemas.openxmlformats.org/officeDocument/2006/relationships/slideLayout" Target="../slideLayouts/slideLayout33.xml"/><Relationship Id="rId16" Type="http://schemas.openxmlformats.org/officeDocument/2006/relationships/slideLayout" Target="../slideLayouts/slideLayout47.xml"/><Relationship Id="rId20" Type="http://schemas.openxmlformats.org/officeDocument/2006/relationships/slideLayout" Target="../slideLayouts/slideLayout51.xml"/><Relationship Id="rId29" Type="http://schemas.openxmlformats.org/officeDocument/2006/relationships/image" Target="../media/image1.png"/><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24" Type="http://schemas.openxmlformats.org/officeDocument/2006/relationships/slideLayout" Target="../slideLayouts/slideLayout55.xml"/><Relationship Id="rId5" Type="http://schemas.openxmlformats.org/officeDocument/2006/relationships/slideLayout" Target="../slideLayouts/slideLayout36.xml"/><Relationship Id="rId15" Type="http://schemas.openxmlformats.org/officeDocument/2006/relationships/slideLayout" Target="../slideLayouts/slideLayout46.xml"/><Relationship Id="rId23" Type="http://schemas.openxmlformats.org/officeDocument/2006/relationships/slideLayout" Target="../slideLayouts/slideLayout54.xml"/><Relationship Id="rId28" Type="http://schemas.openxmlformats.org/officeDocument/2006/relationships/theme" Target="../theme/theme2.xml"/><Relationship Id="rId10" Type="http://schemas.openxmlformats.org/officeDocument/2006/relationships/slideLayout" Target="../slideLayouts/slideLayout41.xml"/><Relationship Id="rId19" Type="http://schemas.openxmlformats.org/officeDocument/2006/relationships/slideLayout" Target="../slideLayouts/slideLayout50.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 Id="rId22" Type="http://schemas.openxmlformats.org/officeDocument/2006/relationships/slideLayout" Target="../slideLayouts/slideLayout53.xml"/><Relationship Id="rId27" Type="http://schemas.openxmlformats.org/officeDocument/2006/relationships/slideLayout" Target="../slideLayouts/slideLayout58.xml"/><Relationship Id="rId30"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71.xml"/><Relationship Id="rId18" Type="http://schemas.openxmlformats.org/officeDocument/2006/relationships/slideLayout" Target="../slideLayouts/slideLayout76.xml"/><Relationship Id="rId26" Type="http://schemas.openxmlformats.org/officeDocument/2006/relationships/slideLayout" Target="../slideLayouts/slideLayout84.xml"/><Relationship Id="rId3" Type="http://schemas.openxmlformats.org/officeDocument/2006/relationships/slideLayout" Target="../slideLayouts/slideLayout61.xml"/><Relationship Id="rId21" Type="http://schemas.openxmlformats.org/officeDocument/2006/relationships/slideLayout" Target="../slideLayouts/slideLayout79.xml"/><Relationship Id="rId7" Type="http://schemas.openxmlformats.org/officeDocument/2006/relationships/slideLayout" Target="../slideLayouts/slideLayout65.xml"/><Relationship Id="rId12" Type="http://schemas.openxmlformats.org/officeDocument/2006/relationships/slideLayout" Target="../slideLayouts/slideLayout70.xml"/><Relationship Id="rId17" Type="http://schemas.openxmlformats.org/officeDocument/2006/relationships/slideLayout" Target="../slideLayouts/slideLayout75.xml"/><Relationship Id="rId25" Type="http://schemas.openxmlformats.org/officeDocument/2006/relationships/slideLayout" Target="../slideLayouts/slideLayout83.xml"/><Relationship Id="rId33" Type="http://schemas.openxmlformats.org/officeDocument/2006/relationships/image" Target="../media/image5.png"/><Relationship Id="rId2" Type="http://schemas.openxmlformats.org/officeDocument/2006/relationships/slideLayout" Target="../slideLayouts/slideLayout60.xml"/><Relationship Id="rId16" Type="http://schemas.openxmlformats.org/officeDocument/2006/relationships/slideLayout" Target="../slideLayouts/slideLayout74.xml"/><Relationship Id="rId20" Type="http://schemas.openxmlformats.org/officeDocument/2006/relationships/slideLayout" Target="../slideLayouts/slideLayout78.xml"/><Relationship Id="rId29" Type="http://schemas.openxmlformats.org/officeDocument/2006/relationships/slideLayout" Target="../slideLayouts/slideLayout87.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24" Type="http://schemas.openxmlformats.org/officeDocument/2006/relationships/slideLayout" Target="../slideLayouts/slideLayout82.xml"/><Relationship Id="rId32" Type="http://schemas.openxmlformats.org/officeDocument/2006/relationships/image" Target="../media/image2.png"/><Relationship Id="rId5" Type="http://schemas.openxmlformats.org/officeDocument/2006/relationships/slideLayout" Target="../slideLayouts/slideLayout63.xml"/><Relationship Id="rId15" Type="http://schemas.openxmlformats.org/officeDocument/2006/relationships/slideLayout" Target="../slideLayouts/slideLayout73.xml"/><Relationship Id="rId23" Type="http://schemas.openxmlformats.org/officeDocument/2006/relationships/slideLayout" Target="../slideLayouts/slideLayout81.xml"/><Relationship Id="rId28" Type="http://schemas.openxmlformats.org/officeDocument/2006/relationships/slideLayout" Target="../slideLayouts/slideLayout86.xml"/><Relationship Id="rId10" Type="http://schemas.openxmlformats.org/officeDocument/2006/relationships/slideLayout" Target="../slideLayouts/slideLayout68.xml"/><Relationship Id="rId19" Type="http://schemas.openxmlformats.org/officeDocument/2006/relationships/slideLayout" Target="../slideLayouts/slideLayout77.xml"/><Relationship Id="rId31" Type="http://schemas.openxmlformats.org/officeDocument/2006/relationships/image" Target="../media/image1.png"/><Relationship Id="rId4" Type="http://schemas.openxmlformats.org/officeDocument/2006/relationships/slideLayout" Target="../slideLayouts/slideLayout62.xml"/><Relationship Id="rId9" Type="http://schemas.openxmlformats.org/officeDocument/2006/relationships/slideLayout" Target="../slideLayouts/slideLayout67.xml"/><Relationship Id="rId14" Type="http://schemas.openxmlformats.org/officeDocument/2006/relationships/slideLayout" Target="../slideLayouts/slideLayout72.xml"/><Relationship Id="rId22" Type="http://schemas.openxmlformats.org/officeDocument/2006/relationships/slideLayout" Target="../slideLayouts/slideLayout80.xml"/><Relationship Id="rId27" Type="http://schemas.openxmlformats.org/officeDocument/2006/relationships/slideLayout" Target="../slideLayouts/slideLayout85.xml"/><Relationship Id="rId30" Type="http://schemas.openxmlformats.org/officeDocument/2006/relationships/theme" Target="../theme/theme3.xml"/><Relationship Id="rId8" Type="http://schemas.openxmlformats.org/officeDocument/2006/relationships/slideLayout" Target="../slideLayouts/slideLayout6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95.xml"/><Relationship Id="rId13" Type="http://schemas.openxmlformats.org/officeDocument/2006/relationships/slideLayout" Target="../slideLayouts/slideLayout100.xml"/><Relationship Id="rId18" Type="http://schemas.openxmlformats.org/officeDocument/2006/relationships/slideLayout" Target="../slideLayouts/slideLayout105.xml"/><Relationship Id="rId26" Type="http://schemas.openxmlformats.org/officeDocument/2006/relationships/slideLayout" Target="../slideLayouts/slideLayout113.xml"/><Relationship Id="rId3" Type="http://schemas.openxmlformats.org/officeDocument/2006/relationships/slideLayout" Target="../slideLayouts/slideLayout90.xml"/><Relationship Id="rId21" Type="http://schemas.openxmlformats.org/officeDocument/2006/relationships/slideLayout" Target="../slideLayouts/slideLayout108.xml"/><Relationship Id="rId7" Type="http://schemas.openxmlformats.org/officeDocument/2006/relationships/slideLayout" Target="../slideLayouts/slideLayout94.xml"/><Relationship Id="rId12" Type="http://schemas.openxmlformats.org/officeDocument/2006/relationships/slideLayout" Target="../slideLayouts/slideLayout99.xml"/><Relationship Id="rId17" Type="http://schemas.openxmlformats.org/officeDocument/2006/relationships/slideLayout" Target="../slideLayouts/slideLayout104.xml"/><Relationship Id="rId25" Type="http://schemas.openxmlformats.org/officeDocument/2006/relationships/slideLayout" Target="../slideLayouts/slideLayout112.xml"/><Relationship Id="rId2" Type="http://schemas.openxmlformats.org/officeDocument/2006/relationships/slideLayout" Target="../slideLayouts/slideLayout89.xml"/><Relationship Id="rId16" Type="http://schemas.openxmlformats.org/officeDocument/2006/relationships/slideLayout" Target="../slideLayouts/slideLayout103.xml"/><Relationship Id="rId20" Type="http://schemas.openxmlformats.org/officeDocument/2006/relationships/slideLayout" Target="../slideLayouts/slideLayout107.xml"/><Relationship Id="rId29" Type="http://schemas.openxmlformats.org/officeDocument/2006/relationships/theme" Target="../theme/theme4.xml"/><Relationship Id="rId1" Type="http://schemas.openxmlformats.org/officeDocument/2006/relationships/slideLayout" Target="../slideLayouts/slideLayout88.xml"/><Relationship Id="rId6" Type="http://schemas.openxmlformats.org/officeDocument/2006/relationships/slideLayout" Target="../slideLayouts/slideLayout93.xml"/><Relationship Id="rId11" Type="http://schemas.openxmlformats.org/officeDocument/2006/relationships/slideLayout" Target="../slideLayouts/slideLayout98.xml"/><Relationship Id="rId24" Type="http://schemas.openxmlformats.org/officeDocument/2006/relationships/slideLayout" Target="../slideLayouts/slideLayout111.xml"/><Relationship Id="rId5" Type="http://schemas.openxmlformats.org/officeDocument/2006/relationships/slideLayout" Target="../slideLayouts/slideLayout92.xml"/><Relationship Id="rId15" Type="http://schemas.openxmlformats.org/officeDocument/2006/relationships/slideLayout" Target="../slideLayouts/slideLayout102.xml"/><Relationship Id="rId23" Type="http://schemas.openxmlformats.org/officeDocument/2006/relationships/slideLayout" Target="../slideLayouts/slideLayout110.xml"/><Relationship Id="rId28" Type="http://schemas.openxmlformats.org/officeDocument/2006/relationships/slideLayout" Target="../slideLayouts/slideLayout115.xml"/><Relationship Id="rId10" Type="http://schemas.openxmlformats.org/officeDocument/2006/relationships/slideLayout" Target="../slideLayouts/slideLayout97.xml"/><Relationship Id="rId19" Type="http://schemas.openxmlformats.org/officeDocument/2006/relationships/slideLayout" Target="../slideLayouts/slideLayout106.xml"/><Relationship Id="rId31" Type="http://schemas.openxmlformats.org/officeDocument/2006/relationships/image" Target="../media/image5.png"/><Relationship Id="rId4" Type="http://schemas.openxmlformats.org/officeDocument/2006/relationships/slideLayout" Target="../slideLayouts/slideLayout91.xml"/><Relationship Id="rId9" Type="http://schemas.openxmlformats.org/officeDocument/2006/relationships/slideLayout" Target="../slideLayouts/slideLayout96.xml"/><Relationship Id="rId14" Type="http://schemas.openxmlformats.org/officeDocument/2006/relationships/slideLayout" Target="../slideLayouts/slideLayout101.xml"/><Relationship Id="rId22" Type="http://schemas.openxmlformats.org/officeDocument/2006/relationships/slideLayout" Target="../slideLayouts/slideLayout109.xml"/><Relationship Id="rId27" Type="http://schemas.openxmlformats.org/officeDocument/2006/relationships/slideLayout" Target="../slideLayouts/slideLayout114.xml"/><Relationship Id="rId30"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23.xml"/><Relationship Id="rId13" Type="http://schemas.openxmlformats.org/officeDocument/2006/relationships/slideLayout" Target="../slideLayouts/slideLayout128.xml"/><Relationship Id="rId18" Type="http://schemas.openxmlformats.org/officeDocument/2006/relationships/slideLayout" Target="../slideLayouts/slideLayout133.xml"/><Relationship Id="rId26" Type="http://schemas.openxmlformats.org/officeDocument/2006/relationships/slideLayout" Target="../slideLayouts/slideLayout141.xml"/><Relationship Id="rId3" Type="http://schemas.openxmlformats.org/officeDocument/2006/relationships/slideLayout" Target="../slideLayouts/slideLayout118.xml"/><Relationship Id="rId21" Type="http://schemas.openxmlformats.org/officeDocument/2006/relationships/slideLayout" Target="../slideLayouts/slideLayout136.xml"/><Relationship Id="rId7" Type="http://schemas.openxmlformats.org/officeDocument/2006/relationships/slideLayout" Target="../slideLayouts/slideLayout122.xml"/><Relationship Id="rId12" Type="http://schemas.openxmlformats.org/officeDocument/2006/relationships/slideLayout" Target="../slideLayouts/slideLayout127.xml"/><Relationship Id="rId17" Type="http://schemas.openxmlformats.org/officeDocument/2006/relationships/slideLayout" Target="../slideLayouts/slideLayout132.xml"/><Relationship Id="rId25" Type="http://schemas.openxmlformats.org/officeDocument/2006/relationships/slideLayout" Target="../slideLayouts/slideLayout140.xml"/><Relationship Id="rId2" Type="http://schemas.openxmlformats.org/officeDocument/2006/relationships/slideLayout" Target="../slideLayouts/slideLayout117.xml"/><Relationship Id="rId16" Type="http://schemas.openxmlformats.org/officeDocument/2006/relationships/slideLayout" Target="../slideLayouts/slideLayout131.xml"/><Relationship Id="rId20" Type="http://schemas.openxmlformats.org/officeDocument/2006/relationships/slideLayout" Target="../slideLayouts/slideLayout135.xml"/><Relationship Id="rId29" Type="http://schemas.openxmlformats.org/officeDocument/2006/relationships/image" Target="../media/image1.png"/><Relationship Id="rId1" Type="http://schemas.openxmlformats.org/officeDocument/2006/relationships/slideLayout" Target="../slideLayouts/slideLayout116.xml"/><Relationship Id="rId6" Type="http://schemas.openxmlformats.org/officeDocument/2006/relationships/slideLayout" Target="../slideLayouts/slideLayout121.xml"/><Relationship Id="rId11" Type="http://schemas.openxmlformats.org/officeDocument/2006/relationships/slideLayout" Target="../slideLayouts/slideLayout126.xml"/><Relationship Id="rId24" Type="http://schemas.openxmlformats.org/officeDocument/2006/relationships/slideLayout" Target="../slideLayouts/slideLayout139.xml"/><Relationship Id="rId5" Type="http://schemas.openxmlformats.org/officeDocument/2006/relationships/slideLayout" Target="../slideLayouts/slideLayout120.xml"/><Relationship Id="rId15" Type="http://schemas.openxmlformats.org/officeDocument/2006/relationships/slideLayout" Target="../slideLayouts/slideLayout130.xml"/><Relationship Id="rId23" Type="http://schemas.openxmlformats.org/officeDocument/2006/relationships/slideLayout" Target="../slideLayouts/slideLayout138.xml"/><Relationship Id="rId28" Type="http://schemas.openxmlformats.org/officeDocument/2006/relationships/theme" Target="../theme/theme5.xml"/><Relationship Id="rId10" Type="http://schemas.openxmlformats.org/officeDocument/2006/relationships/slideLayout" Target="../slideLayouts/slideLayout125.xml"/><Relationship Id="rId19" Type="http://schemas.openxmlformats.org/officeDocument/2006/relationships/slideLayout" Target="../slideLayouts/slideLayout134.xml"/><Relationship Id="rId4" Type="http://schemas.openxmlformats.org/officeDocument/2006/relationships/slideLayout" Target="../slideLayouts/slideLayout119.xml"/><Relationship Id="rId9" Type="http://schemas.openxmlformats.org/officeDocument/2006/relationships/slideLayout" Target="../slideLayouts/slideLayout124.xml"/><Relationship Id="rId14" Type="http://schemas.openxmlformats.org/officeDocument/2006/relationships/slideLayout" Target="../slideLayouts/slideLayout129.xml"/><Relationship Id="rId22" Type="http://schemas.openxmlformats.org/officeDocument/2006/relationships/slideLayout" Target="../slideLayouts/slideLayout137.xml"/><Relationship Id="rId27" Type="http://schemas.openxmlformats.org/officeDocument/2006/relationships/slideLayout" Target="../slideLayouts/slideLayout142.xml"/><Relationship Id="rId30" Type="http://schemas.openxmlformats.org/officeDocument/2006/relationships/image" Target="../media/image6.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50.xml"/><Relationship Id="rId13" Type="http://schemas.openxmlformats.org/officeDocument/2006/relationships/slideLayout" Target="../slideLayouts/slideLayout155.xml"/><Relationship Id="rId18" Type="http://schemas.openxmlformats.org/officeDocument/2006/relationships/slideLayout" Target="../slideLayouts/slideLayout160.xml"/><Relationship Id="rId26" Type="http://schemas.openxmlformats.org/officeDocument/2006/relationships/slideLayout" Target="../slideLayouts/slideLayout168.xml"/><Relationship Id="rId3" Type="http://schemas.openxmlformats.org/officeDocument/2006/relationships/slideLayout" Target="../slideLayouts/slideLayout145.xml"/><Relationship Id="rId21" Type="http://schemas.openxmlformats.org/officeDocument/2006/relationships/slideLayout" Target="../slideLayouts/slideLayout163.xml"/><Relationship Id="rId7" Type="http://schemas.openxmlformats.org/officeDocument/2006/relationships/slideLayout" Target="../slideLayouts/slideLayout149.xml"/><Relationship Id="rId12" Type="http://schemas.openxmlformats.org/officeDocument/2006/relationships/slideLayout" Target="../slideLayouts/slideLayout154.xml"/><Relationship Id="rId17" Type="http://schemas.openxmlformats.org/officeDocument/2006/relationships/slideLayout" Target="../slideLayouts/slideLayout159.xml"/><Relationship Id="rId25" Type="http://schemas.openxmlformats.org/officeDocument/2006/relationships/slideLayout" Target="../slideLayouts/slideLayout167.xml"/><Relationship Id="rId2" Type="http://schemas.openxmlformats.org/officeDocument/2006/relationships/slideLayout" Target="../slideLayouts/slideLayout144.xml"/><Relationship Id="rId16" Type="http://schemas.openxmlformats.org/officeDocument/2006/relationships/slideLayout" Target="../slideLayouts/slideLayout158.xml"/><Relationship Id="rId20" Type="http://schemas.openxmlformats.org/officeDocument/2006/relationships/slideLayout" Target="../slideLayouts/slideLayout162.xml"/><Relationship Id="rId29" Type="http://schemas.openxmlformats.org/officeDocument/2006/relationships/image" Target="../media/image1.png"/><Relationship Id="rId1" Type="http://schemas.openxmlformats.org/officeDocument/2006/relationships/slideLayout" Target="../slideLayouts/slideLayout143.xml"/><Relationship Id="rId6" Type="http://schemas.openxmlformats.org/officeDocument/2006/relationships/slideLayout" Target="../slideLayouts/slideLayout148.xml"/><Relationship Id="rId11" Type="http://schemas.openxmlformats.org/officeDocument/2006/relationships/slideLayout" Target="../slideLayouts/slideLayout153.xml"/><Relationship Id="rId24" Type="http://schemas.openxmlformats.org/officeDocument/2006/relationships/slideLayout" Target="../slideLayouts/slideLayout166.xml"/><Relationship Id="rId5" Type="http://schemas.openxmlformats.org/officeDocument/2006/relationships/slideLayout" Target="../slideLayouts/slideLayout147.xml"/><Relationship Id="rId15" Type="http://schemas.openxmlformats.org/officeDocument/2006/relationships/slideLayout" Target="../slideLayouts/slideLayout157.xml"/><Relationship Id="rId23" Type="http://schemas.openxmlformats.org/officeDocument/2006/relationships/slideLayout" Target="../slideLayouts/slideLayout165.xml"/><Relationship Id="rId28" Type="http://schemas.openxmlformats.org/officeDocument/2006/relationships/theme" Target="../theme/theme6.xml"/><Relationship Id="rId10" Type="http://schemas.openxmlformats.org/officeDocument/2006/relationships/slideLayout" Target="../slideLayouts/slideLayout152.xml"/><Relationship Id="rId19" Type="http://schemas.openxmlformats.org/officeDocument/2006/relationships/slideLayout" Target="../slideLayouts/slideLayout161.xml"/><Relationship Id="rId4" Type="http://schemas.openxmlformats.org/officeDocument/2006/relationships/slideLayout" Target="../slideLayouts/slideLayout146.xml"/><Relationship Id="rId9" Type="http://schemas.openxmlformats.org/officeDocument/2006/relationships/slideLayout" Target="../slideLayouts/slideLayout151.xml"/><Relationship Id="rId14" Type="http://schemas.openxmlformats.org/officeDocument/2006/relationships/slideLayout" Target="../slideLayouts/slideLayout156.xml"/><Relationship Id="rId22" Type="http://schemas.openxmlformats.org/officeDocument/2006/relationships/slideLayout" Target="../slideLayouts/slideLayout164.xml"/><Relationship Id="rId27" Type="http://schemas.openxmlformats.org/officeDocument/2006/relationships/slideLayout" Target="../slideLayouts/slideLayout169.xml"/><Relationship Id="rId30" Type="http://schemas.openxmlformats.org/officeDocument/2006/relationships/image" Target="../media/image6.png"/></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171.xml"/><Relationship Id="rId1" Type="http://schemas.openxmlformats.org/officeDocument/2006/relationships/slideLayout" Target="../slideLayouts/slideLayout170.xml"/><Relationship Id="rId4" Type="http://schemas.openxmlformats.org/officeDocument/2006/relationships/image" Target="../media/image1.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79.xml"/><Relationship Id="rId13" Type="http://schemas.openxmlformats.org/officeDocument/2006/relationships/slideLayout" Target="../slideLayouts/slideLayout184.xml"/><Relationship Id="rId18" Type="http://schemas.openxmlformats.org/officeDocument/2006/relationships/slideLayout" Target="../slideLayouts/slideLayout189.xml"/><Relationship Id="rId26" Type="http://schemas.openxmlformats.org/officeDocument/2006/relationships/slideLayout" Target="../slideLayouts/slideLayout197.xml"/><Relationship Id="rId3" Type="http://schemas.openxmlformats.org/officeDocument/2006/relationships/slideLayout" Target="../slideLayouts/slideLayout174.xml"/><Relationship Id="rId21" Type="http://schemas.openxmlformats.org/officeDocument/2006/relationships/slideLayout" Target="../slideLayouts/slideLayout192.xml"/><Relationship Id="rId7" Type="http://schemas.openxmlformats.org/officeDocument/2006/relationships/slideLayout" Target="../slideLayouts/slideLayout178.xml"/><Relationship Id="rId12" Type="http://schemas.openxmlformats.org/officeDocument/2006/relationships/slideLayout" Target="../slideLayouts/slideLayout183.xml"/><Relationship Id="rId17" Type="http://schemas.openxmlformats.org/officeDocument/2006/relationships/slideLayout" Target="../slideLayouts/slideLayout188.xml"/><Relationship Id="rId25" Type="http://schemas.openxmlformats.org/officeDocument/2006/relationships/slideLayout" Target="../slideLayouts/slideLayout196.xml"/><Relationship Id="rId2" Type="http://schemas.openxmlformats.org/officeDocument/2006/relationships/slideLayout" Target="../slideLayouts/slideLayout173.xml"/><Relationship Id="rId16" Type="http://schemas.openxmlformats.org/officeDocument/2006/relationships/slideLayout" Target="../slideLayouts/slideLayout187.xml"/><Relationship Id="rId20" Type="http://schemas.openxmlformats.org/officeDocument/2006/relationships/slideLayout" Target="../slideLayouts/slideLayout191.xml"/><Relationship Id="rId29" Type="http://schemas.openxmlformats.org/officeDocument/2006/relationships/image" Target="../media/image1.png"/><Relationship Id="rId1" Type="http://schemas.openxmlformats.org/officeDocument/2006/relationships/slideLayout" Target="../slideLayouts/slideLayout172.xml"/><Relationship Id="rId6" Type="http://schemas.openxmlformats.org/officeDocument/2006/relationships/slideLayout" Target="../slideLayouts/slideLayout177.xml"/><Relationship Id="rId11" Type="http://schemas.openxmlformats.org/officeDocument/2006/relationships/slideLayout" Target="../slideLayouts/slideLayout182.xml"/><Relationship Id="rId24" Type="http://schemas.openxmlformats.org/officeDocument/2006/relationships/slideLayout" Target="../slideLayouts/slideLayout195.xml"/><Relationship Id="rId5" Type="http://schemas.openxmlformats.org/officeDocument/2006/relationships/slideLayout" Target="../slideLayouts/slideLayout176.xml"/><Relationship Id="rId15" Type="http://schemas.openxmlformats.org/officeDocument/2006/relationships/slideLayout" Target="../slideLayouts/slideLayout186.xml"/><Relationship Id="rId23" Type="http://schemas.openxmlformats.org/officeDocument/2006/relationships/slideLayout" Target="../slideLayouts/slideLayout194.xml"/><Relationship Id="rId28" Type="http://schemas.openxmlformats.org/officeDocument/2006/relationships/theme" Target="../theme/theme8.xml"/><Relationship Id="rId10" Type="http://schemas.openxmlformats.org/officeDocument/2006/relationships/slideLayout" Target="../slideLayouts/slideLayout181.xml"/><Relationship Id="rId19" Type="http://schemas.openxmlformats.org/officeDocument/2006/relationships/slideLayout" Target="../slideLayouts/slideLayout190.xml"/><Relationship Id="rId31" Type="http://schemas.openxmlformats.org/officeDocument/2006/relationships/image" Target="../media/image5.png"/><Relationship Id="rId4" Type="http://schemas.openxmlformats.org/officeDocument/2006/relationships/slideLayout" Target="../slideLayouts/slideLayout175.xml"/><Relationship Id="rId9" Type="http://schemas.openxmlformats.org/officeDocument/2006/relationships/slideLayout" Target="../slideLayouts/slideLayout180.xml"/><Relationship Id="rId14" Type="http://schemas.openxmlformats.org/officeDocument/2006/relationships/slideLayout" Target="../slideLayouts/slideLayout185.xml"/><Relationship Id="rId22" Type="http://schemas.openxmlformats.org/officeDocument/2006/relationships/slideLayout" Target="../slideLayouts/slideLayout193.xml"/><Relationship Id="rId27" Type="http://schemas.openxmlformats.org/officeDocument/2006/relationships/slideLayout" Target="../slideLayouts/slideLayout198.xml"/><Relationship Id="rId30"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87000">
              <a:schemeClr val="tx2"/>
            </a:gs>
            <a:gs pos="90000">
              <a:schemeClr val="tx2"/>
            </a:gs>
            <a:gs pos="98000">
              <a:schemeClr val="tx2">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33"/>
          <a:srcRect/>
          <a:stretch>
            <a:fillRect/>
          </a:stretch>
        </p:blipFill>
        <p:spPr bwMode="auto">
          <a:xfrm>
            <a:off x="6079067" y="3416309"/>
            <a:ext cx="25400" cy="3175"/>
          </a:xfrm>
          <a:prstGeom prst="rect">
            <a:avLst/>
          </a:prstGeom>
          <a:noFill/>
          <a:ln w="9525">
            <a:noFill/>
            <a:miter lim="800000"/>
            <a:headEnd/>
            <a:tailEnd/>
          </a:ln>
        </p:spPr>
      </p:pic>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4" cstate="email">
            <a:extLst>
              <a:ext uri="{28A0092B-C50C-407E-A947-70E740481C1C}">
                <a14:useLocalDpi xmlns:a14="http://schemas.microsoft.com/office/drawing/2010/main"/>
              </a:ext>
            </a:extLst>
          </a:blip>
          <a:stretch>
            <a:fillRect/>
          </a:stretch>
        </p:blipFill>
        <p:spPr>
          <a:xfrm>
            <a:off x="266700" y="319470"/>
            <a:ext cx="681666" cy="451942"/>
          </a:xfrm>
          <a:prstGeom prst="rect">
            <a:avLst/>
          </a:prstGeom>
        </p:spPr>
      </p:pic>
    </p:spTree>
    <p:extLst>
      <p:ext uri="{BB962C8B-B14F-4D97-AF65-F5344CB8AC3E}">
        <p14:creationId xmlns:p14="http://schemas.microsoft.com/office/powerpoint/2010/main" val="2346450069"/>
      </p:ext>
    </p:extLst>
  </p:cSld>
  <p:clrMap bg1="lt1" tx1="dk1" bg2="lt2" tx2="dk2" accent1="accent1" accent2="accent2" accent3="accent3" accent4="accent4" accent5="accent5" accent6="accent6" hlink="hlink" folHlink="folHlink"/>
  <p:sldLayoutIdLst>
    <p:sldLayoutId id="2147483967" r:id="rId1"/>
    <p:sldLayoutId id="2147483968" r:id="rId2"/>
    <p:sldLayoutId id="2147483969" r:id="rId3"/>
    <p:sldLayoutId id="2147483970" r:id="rId4"/>
    <p:sldLayoutId id="2147483972" r:id="rId5"/>
    <p:sldLayoutId id="2147483973" r:id="rId6"/>
    <p:sldLayoutId id="2147483974" r:id="rId7"/>
    <p:sldLayoutId id="2147483975" r:id="rId8"/>
    <p:sldLayoutId id="2147483976" r:id="rId9"/>
    <p:sldLayoutId id="2147483977" r:id="rId10"/>
    <p:sldLayoutId id="2147483978" r:id="rId11"/>
    <p:sldLayoutId id="2147483979" r:id="rId12"/>
    <p:sldLayoutId id="2147483980" r:id="rId13"/>
    <p:sldLayoutId id="2147483981" r:id="rId14"/>
    <p:sldLayoutId id="2147483982" r:id="rId15"/>
    <p:sldLayoutId id="2147483983" r:id="rId16"/>
    <p:sldLayoutId id="2147483984" r:id="rId17"/>
    <p:sldLayoutId id="2147483985" r:id="rId18"/>
    <p:sldLayoutId id="2147484079" r:id="rId19"/>
    <p:sldLayoutId id="2147483987" r:id="rId20"/>
    <p:sldLayoutId id="2147483988" r:id="rId21"/>
    <p:sldLayoutId id="2147483989" r:id="rId22"/>
    <p:sldLayoutId id="2147483990" r:id="rId23"/>
    <p:sldLayoutId id="2147483991" r:id="rId24"/>
    <p:sldLayoutId id="2147483992" r:id="rId25"/>
    <p:sldLayoutId id="2147483993" r:id="rId26"/>
    <p:sldLayoutId id="2147484109" r:id="rId27"/>
    <p:sldLayoutId id="2147484198" r:id="rId28"/>
    <p:sldLayoutId id="2147484199" r:id="rId29"/>
    <p:sldLayoutId id="2147484200" r:id="rId30"/>
    <p:sldLayoutId id="2147484201" r:id="rId31"/>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tx2">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0" cstate="email">
            <a:extLst>
              <a:ext uri="{28A0092B-C50C-407E-A947-70E740481C1C}">
                <a14:useLocalDpi xmlns:a14="http://schemas.microsoft.com/office/drawing/2010/main"/>
              </a:ext>
            </a:extLst>
          </a:blip>
          <a:stretch>
            <a:fillRect/>
          </a:stretch>
        </p:blipFill>
        <p:spPr>
          <a:xfrm>
            <a:off x="266700" y="319470"/>
            <a:ext cx="681666" cy="451942"/>
          </a:xfrm>
          <a:prstGeom prst="rect">
            <a:avLst/>
          </a:prstGeom>
        </p:spPr>
      </p:pic>
      <p:sp>
        <p:nvSpPr>
          <p:cNvPr id="2" name="TextBox 1">
            <a:extLst>
              <a:ext uri="{FF2B5EF4-FFF2-40B4-BE49-F238E27FC236}">
                <a16:creationId xmlns:a16="http://schemas.microsoft.com/office/drawing/2014/main" id="{13C93DB8-8109-4839-4533-D52647F330BE}"/>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3" name="TextBox 2">
            <a:extLst>
              <a:ext uri="{FF2B5EF4-FFF2-40B4-BE49-F238E27FC236}">
                <a16:creationId xmlns:a16="http://schemas.microsoft.com/office/drawing/2014/main" id="{D4AA7094-B510-FCCE-91B2-CBD23BFDE2C0}"/>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1095872165"/>
      </p:ext>
    </p:extLst>
  </p:cSld>
  <p:clrMap bg1="lt1" tx1="dk1" bg2="lt2" tx2="dk2" accent1="accent1" accent2="accent2" accent3="accent3" accent4="accent4" accent5="accent5" accent6="accent6" hlink="hlink" folHlink="folHlink"/>
  <p:sldLayoutIdLst>
    <p:sldLayoutId id="2147484143" r:id="rId1"/>
    <p:sldLayoutId id="2147484144" r:id="rId2"/>
    <p:sldLayoutId id="2147484145" r:id="rId3"/>
    <p:sldLayoutId id="2147484146" r:id="rId4"/>
    <p:sldLayoutId id="2147484147" r:id="rId5"/>
    <p:sldLayoutId id="2147484148" r:id="rId6"/>
    <p:sldLayoutId id="2147484149" r:id="rId7"/>
    <p:sldLayoutId id="2147484150" r:id="rId8"/>
    <p:sldLayoutId id="2147484151" r:id="rId9"/>
    <p:sldLayoutId id="2147484152" r:id="rId10"/>
    <p:sldLayoutId id="2147484153" r:id="rId11"/>
    <p:sldLayoutId id="2147484154" r:id="rId12"/>
    <p:sldLayoutId id="2147484155" r:id="rId13"/>
    <p:sldLayoutId id="2147484156" r:id="rId14"/>
    <p:sldLayoutId id="2147484157" r:id="rId15"/>
    <p:sldLayoutId id="2147484158" r:id="rId16"/>
    <p:sldLayoutId id="2147484159" r:id="rId17"/>
    <p:sldLayoutId id="2147484160" r:id="rId18"/>
    <p:sldLayoutId id="2147484161" r:id="rId19"/>
    <p:sldLayoutId id="2147484162" r:id="rId20"/>
    <p:sldLayoutId id="2147484163" r:id="rId21"/>
    <p:sldLayoutId id="2147484164" r:id="rId22"/>
    <p:sldLayoutId id="2147484165" r:id="rId23"/>
    <p:sldLayoutId id="2147484166" r:id="rId24"/>
    <p:sldLayoutId id="2147484167" r:id="rId25"/>
    <p:sldLayoutId id="2147484168" r:id="rId26"/>
    <p:sldLayoutId id="2147484169" r:id="rId27"/>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4572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31"/>
          <a:srcRect/>
          <a:stretch>
            <a:fillRect/>
          </a:stretch>
        </p:blipFill>
        <p:spPr bwMode="auto">
          <a:xfrm>
            <a:off x="6079067" y="3416309"/>
            <a:ext cx="25400" cy="3175"/>
          </a:xfrm>
          <a:prstGeom prst="rect">
            <a:avLst/>
          </a:prstGeom>
          <a:noFill/>
          <a:ln w="9525">
            <a:noFill/>
            <a:miter lim="800000"/>
            <a:headEnd/>
            <a:tailEnd/>
          </a:ln>
        </p:spPr>
      </p:pic>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2" cstate="email">
            <a:extLst>
              <a:ext uri="{28A0092B-C50C-407E-A947-70E740481C1C}">
                <a14:useLocalDpi xmlns:a14="http://schemas.microsoft.com/office/drawing/2010/main"/>
              </a:ext>
            </a:extLst>
          </a:blip>
          <a:stretch>
            <a:fillRect/>
          </a:stretch>
        </p:blipFill>
        <p:spPr>
          <a:xfrm>
            <a:off x="11309075" y="319470"/>
            <a:ext cx="681666" cy="451942"/>
          </a:xfrm>
          <a:prstGeom prst="rect">
            <a:avLst/>
          </a:prstGeom>
        </p:spPr>
      </p:pic>
      <p:pic>
        <p:nvPicPr>
          <p:cNvPr id="2" name="Picture 1" descr="A picture containing text, clipart&#10;&#10;Description automatically generated">
            <a:extLst>
              <a:ext uri="{FF2B5EF4-FFF2-40B4-BE49-F238E27FC236}">
                <a16:creationId xmlns:a16="http://schemas.microsoft.com/office/drawing/2014/main" id="{A03C655F-18AF-780C-F994-802A30EEA9EF}"/>
              </a:ext>
            </a:extLst>
          </p:cNvPr>
          <p:cNvPicPr>
            <a:picLocks noChangeAspect="1"/>
          </p:cNvPicPr>
          <p:nvPr userDrawn="1"/>
        </p:nvPicPr>
        <p:blipFill>
          <a:blip r:embed="rId33" cstate="email">
            <a:extLst>
              <a:ext uri="{28A0092B-C50C-407E-A947-70E740481C1C}">
                <a14:useLocalDpi xmlns:a14="http://schemas.microsoft.com/office/drawing/2010/main"/>
              </a:ext>
            </a:extLst>
          </a:blip>
          <a:stretch>
            <a:fillRect/>
          </a:stretch>
        </p:blipFill>
        <p:spPr>
          <a:xfrm>
            <a:off x="266700" y="113697"/>
            <a:ext cx="644814" cy="811816"/>
          </a:xfrm>
          <a:prstGeom prst="rect">
            <a:avLst/>
          </a:prstGeom>
        </p:spPr>
      </p:pic>
      <p:sp>
        <p:nvSpPr>
          <p:cNvPr id="3" name="Rectangle 2">
            <a:extLst>
              <a:ext uri="{FF2B5EF4-FFF2-40B4-BE49-F238E27FC236}">
                <a16:creationId xmlns:a16="http://schemas.microsoft.com/office/drawing/2014/main" id="{39720D12-0BDE-1075-1F74-CB008D4B402C}"/>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40725888"/>
      </p:ext>
    </p:extLst>
  </p:cSld>
  <p:clrMap bg1="lt1" tx1="dk1" bg2="lt2" tx2="dk2" accent1="accent1" accent2="accent2" accent3="accent3" accent4="accent4" accent5="accent5" accent6="accent6" hlink="hlink" folHlink="folHlink"/>
  <p:sldLayoutIdLst>
    <p:sldLayoutId id="2147484052" r:id="rId1"/>
    <p:sldLayoutId id="2147484053" r:id="rId2"/>
    <p:sldLayoutId id="2147484054" r:id="rId3"/>
    <p:sldLayoutId id="2147484055" r:id="rId4"/>
    <p:sldLayoutId id="2147484056" r:id="rId5"/>
    <p:sldLayoutId id="2147484057" r:id="rId6"/>
    <p:sldLayoutId id="2147484058" r:id="rId7"/>
    <p:sldLayoutId id="2147484059" r:id="rId8"/>
    <p:sldLayoutId id="2147484060" r:id="rId9"/>
    <p:sldLayoutId id="2147484061" r:id="rId10"/>
    <p:sldLayoutId id="2147484062" r:id="rId11"/>
    <p:sldLayoutId id="2147484063" r:id="rId12"/>
    <p:sldLayoutId id="2147484064" r:id="rId13"/>
    <p:sldLayoutId id="2147484065" r:id="rId14"/>
    <p:sldLayoutId id="2147484066" r:id="rId15"/>
    <p:sldLayoutId id="2147484067" r:id="rId16"/>
    <p:sldLayoutId id="2147484068" r:id="rId17"/>
    <p:sldLayoutId id="2147484069" r:id="rId18"/>
    <p:sldLayoutId id="2147484070" r:id="rId19"/>
    <p:sldLayoutId id="2147484071" r:id="rId20"/>
    <p:sldLayoutId id="2147484072" r:id="rId21"/>
    <p:sldLayoutId id="2147484073" r:id="rId22"/>
    <p:sldLayoutId id="2147484074" r:id="rId23"/>
    <p:sldLayoutId id="2147484075" r:id="rId24"/>
    <p:sldLayoutId id="2147484076" r:id="rId25"/>
    <p:sldLayoutId id="2147484077" r:id="rId26"/>
    <p:sldLayoutId id="2147484078" r:id="rId27"/>
    <p:sldLayoutId id="2147484230" r:id="rId28"/>
    <p:sldLayoutId id="2147484231" r:id="rId29"/>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09A6F4-437A-F5BC-A382-7E14CD1E36B7}"/>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4" name="TextBox 3">
            <a:extLst>
              <a:ext uri="{FF2B5EF4-FFF2-40B4-BE49-F238E27FC236}">
                <a16:creationId xmlns:a16="http://schemas.microsoft.com/office/drawing/2014/main" id="{901DB1F4-AA0B-D214-2C9A-AE809FF1F697}"/>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4572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0" cstate="email">
            <a:extLst>
              <a:ext uri="{28A0092B-C50C-407E-A947-70E740481C1C}">
                <a14:useLocalDpi xmlns:a14="http://schemas.microsoft.com/office/drawing/2010/main"/>
              </a:ext>
            </a:extLst>
          </a:blip>
          <a:stretch>
            <a:fillRect/>
          </a:stretch>
        </p:blipFill>
        <p:spPr>
          <a:xfrm>
            <a:off x="11309075" y="319470"/>
            <a:ext cx="681666" cy="451942"/>
          </a:xfrm>
          <a:prstGeom prst="rect">
            <a:avLst/>
          </a:prstGeom>
        </p:spPr>
      </p:pic>
      <p:pic>
        <p:nvPicPr>
          <p:cNvPr id="2" name="Picture 1" descr="A picture containing text, clipart&#10;&#10;Description automatically generated">
            <a:extLst>
              <a:ext uri="{FF2B5EF4-FFF2-40B4-BE49-F238E27FC236}">
                <a16:creationId xmlns:a16="http://schemas.microsoft.com/office/drawing/2014/main" id="{A03C655F-18AF-780C-F994-802A30EEA9EF}"/>
              </a:ext>
            </a:extLst>
          </p:cNvPr>
          <p:cNvPicPr>
            <a:picLocks noChangeAspect="1"/>
          </p:cNvPicPr>
          <p:nvPr userDrawn="1"/>
        </p:nvPicPr>
        <p:blipFill>
          <a:blip r:embed="rId31" cstate="email">
            <a:extLst>
              <a:ext uri="{28A0092B-C50C-407E-A947-70E740481C1C}">
                <a14:useLocalDpi xmlns:a14="http://schemas.microsoft.com/office/drawing/2010/main"/>
              </a:ext>
            </a:extLst>
          </a:blip>
          <a:stretch>
            <a:fillRect/>
          </a:stretch>
        </p:blipFill>
        <p:spPr>
          <a:xfrm>
            <a:off x="266700" y="113697"/>
            <a:ext cx="644814" cy="811816"/>
          </a:xfrm>
          <a:prstGeom prst="rect">
            <a:avLst/>
          </a:prstGeom>
        </p:spPr>
      </p:pic>
      <p:sp>
        <p:nvSpPr>
          <p:cNvPr id="8" name="Rectangle 7">
            <a:extLst>
              <a:ext uri="{FF2B5EF4-FFF2-40B4-BE49-F238E27FC236}">
                <a16:creationId xmlns:a16="http://schemas.microsoft.com/office/drawing/2014/main" id="{7AD4339D-DBCA-B475-10A1-FBC7E6A007BD}"/>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968281"/>
      </p:ext>
    </p:extLst>
  </p:cSld>
  <p:clrMap bg1="lt1" tx1="dk1" bg2="lt2" tx2="dk2" accent1="accent1" accent2="accent2" accent3="accent3" accent4="accent4" accent5="accent5" accent6="accent6" hlink="hlink" folHlink="folHlink"/>
  <p:sldLayoutIdLst>
    <p:sldLayoutId id="2147484082" r:id="rId1"/>
    <p:sldLayoutId id="2147484083" r:id="rId2"/>
    <p:sldLayoutId id="2147484084" r:id="rId3"/>
    <p:sldLayoutId id="2147484085" r:id="rId4"/>
    <p:sldLayoutId id="2147484086" r:id="rId5"/>
    <p:sldLayoutId id="2147484087" r:id="rId6"/>
    <p:sldLayoutId id="2147484088" r:id="rId7"/>
    <p:sldLayoutId id="2147484089" r:id="rId8"/>
    <p:sldLayoutId id="2147484090" r:id="rId9"/>
    <p:sldLayoutId id="2147484091" r:id="rId10"/>
    <p:sldLayoutId id="2147484092" r:id="rId11"/>
    <p:sldLayoutId id="2147484093" r:id="rId12"/>
    <p:sldLayoutId id="2147484094" r:id="rId13"/>
    <p:sldLayoutId id="2147484095" r:id="rId14"/>
    <p:sldLayoutId id="2147484096" r:id="rId15"/>
    <p:sldLayoutId id="2147484097" r:id="rId16"/>
    <p:sldLayoutId id="2147484098" r:id="rId17"/>
    <p:sldLayoutId id="2147484099" r:id="rId18"/>
    <p:sldLayoutId id="2147484139" r:id="rId19"/>
    <p:sldLayoutId id="2147484101" r:id="rId20"/>
    <p:sldLayoutId id="2147484102" r:id="rId21"/>
    <p:sldLayoutId id="2147484103" r:id="rId22"/>
    <p:sldLayoutId id="2147484104" r:id="rId23"/>
    <p:sldLayoutId id="2147484105" r:id="rId24"/>
    <p:sldLayoutId id="2147484106" r:id="rId25"/>
    <p:sldLayoutId id="2147484107" r:id="rId26"/>
    <p:sldLayoutId id="2147484108" r:id="rId27"/>
    <p:sldLayoutId id="2147484141" r:id="rId28"/>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5000">
              <a:schemeClr val="tx2"/>
            </a:gs>
            <a:gs pos="90000">
              <a:schemeClr val="tx2">
                <a:alpha val="3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2160788" y="128981"/>
            <a:ext cx="9764511"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sp>
        <p:nvSpPr>
          <p:cNvPr id="3" name="Rectangle 2">
            <a:extLst>
              <a:ext uri="{FF2B5EF4-FFF2-40B4-BE49-F238E27FC236}">
                <a16:creationId xmlns:a16="http://schemas.microsoft.com/office/drawing/2014/main" id="{39720D12-0BDE-1075-1F74-CB008D4B402C}"/>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81BE7C9B-9448-C381-7665-0C3594C2DD80}"/>
              </a:ext>
            </a:extLst>
          </p:cNvPr>
          <p:cNvPicPr>
            <a:picLocks noChangeAspect="1"/>
          </p:cNvPicPr>
          <p:nvPr userDrawn="1"/>
        </p:nvPicPr>
        <p:blipFill>
          <a:blip r:embed="rId30" cstate="email">
            <a:extLst>
              <a:ext uri="{28A0092B-C50C-407E-A947-70E740481C1C}">
                <a14:useLocalDpi xmlns:a14="http://schemas.microsoft.com/office/drawing/2010/main"/>
              </a:ext>
            </a:extLst>
          </a:blip>
          <a:srcRect/>
          <a:stretch/>
        </p:blipFill>
        <p:spPr>
          <a:xfrm>
            <a:off x="190500" y="86740"/>
            <a:ext cx="1970289" cy="874270"/>
          </a:xfrm>
          <a:prstGeom prst="rect">
            <a:avLst/>
          </a:prstGeom>
        </p:spPr>
      </p:pic>
    </p:spTree>
    <p:extLst>
      <p:ext uri="{BB962C8B-B14F-4D97-AF65-F5344CB8AC3E}">
        <p14:creationId xmlns:p14="http://schemas.microsoft.com/office/powerpoint/2010/main" val="2884319183"/>
      </p:ext>
    </p:extLst>
  </p:cSld>
  <p:clrMap bg1="lt1" tx1="dk1" bg2="lt2" tx2="dk2" accent1="accent1" accent2="accent2" accent3="accent3" accent4="accent4" accent5="accent5" accent6="accent6" hlink="hlink" folHlink="folHlink"/>
  <p:sldLayoutIdLst>
    <p:sldLayoutId id="2147484111" r:id="rId1"/>
    <p:sldLayoutId id="2147484112" r:id="rId2"/>
    <p:sldLayoutId id="2147484113" r:id="rId3"/>
    <p:sldLayoutId id="2147484114" r:id="rId4"/>
    <p:sldLayoutId id="2147484115" r:id="rId5"/>
    <p:sldLayoutId id="2147484116" r:id="rId6"/>
    <p:sldLayoutId id="2147484117" r:id="rId7"/>
    <p:sldLayoutId id="2147484118" r:id="rId8"/>
    <p:sldLayoutId id="2147484119" r:id="rId9"/>
    <p:sldLayoutId id="2147484120" r:id="rId10"/>
    <p:sldLayoutId id="2147484121" r:id="rId11"/>
    <p:sldLayoutId id="2147484122" r:id="rId12"/>
    <p:sldLayoutId id="2147484123" r:id="rId13"/>
    <p:sldLayoutId id="2147484124" r:id="rId14"/>
    <p:sldLayoutId id="2147484125" r:id="rId15"/>
    <p:sldLayoutId id="2147484126" r:id="rId16"/>
    <p:sldLayoutId id="2147484127" r:id="rId17"/>
    <p:sldLayoutId id="2147484128" r:id="rId18"/>
    <p:sldLayoutId id="2147484140" r:id="rId19"/>
    <p:sldLayoutId id="2147484130" r:id="rId20"/>
    <p:sldLayoutId id="2147484131" r:id="rId21"/>
    <p:sldLayoutId id="2147484132" r:id="rId22"/>
    <p:sldLayoutId id="2147484133" r:id="rId23"/>
    <p:sldLayoutId id="2147484134" r:id="rId24"/>
    <p:sldLayoutId id="2147484135" r:id="rId25"/>
    <p:sldLayoutId id="2147484136" r:id="rId26"/>
    <p:sldLayoutId id="2147484137" r:id="rId27"/>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5000">
              <a:schemeClr val="tx2"/>
            </a:gs>
            <a:gs pos="90000">
              <a:schemeClr val="tx2">
                <a:alpha val="3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2160788" y="128981"/>
            <a:ext cx="9764511"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sp>
        <p:nvSpPr>
          <p:cNvPr id="3" name="Rectangle 2">
            <a:extLst>
              <a:ext uri="{FF2B5EF4-FFF2-40B4-BE49-F238E27FC236}">
                <a16:creationId xmlns:a16="http://schemas.microsoft.com/office/drawing/2014/main" id="{39720D12-0BDE-1075-1F74-CB008D4B402C}"/>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81BE7C9B-9448-C381-7665-0C3594C2DD80}"/>
              </a:ext>
            </a:extLst>
          </p:cNvPr>
          <p:cNvPicPr>
            <a:picLocks noChangeAspect="1"/>
          </p:cNvPicPr>
          <p:nvPr userDrawn="1"/>
        </p:nvPicPr>
        <p:blipFill>
          <a:blip r:embed="rId30" cstate="email">
            <a:extLst>
              <a:ext uri="{28A0092B-C50C-407E-A947-70E740481C1C}">
                <a14:useLocalDpi xmlns:a14="http://schemas.microsoft.com/office/drawing/2010/main"/>
              </a:ext>
            </a:extLst>
          </a:blip>
          <a:srcRect/>
          <a:stretch/>
        </p:blipFill>
        <p:spPr>
          <a:xfrm>
            <a:off x="190500" y="86740"/>
            <a:ext cx="1970289" cy="874270"/>
          </a:xfrm>
          <a:prstGeom prst="rect">
            <a:avLst/>
          </a:prstGeom>
        </p:spPr>
      </p:pic>
      <p:sp>
        <p:nvSpPr>
          <p:cNvPr id="2" name="TextBox 1">
            <a:extLst>
              <a:ext uri="{FF2B5EF4-FFF2-40B4-BE49-F238E27FC236}">
                <a16:creationId xmlns:a16="http://schemas.microsoft.com/office/drawing/2014/main" id="{0319D296-3ADD-602F-6280-AF09F0C8541E}"/>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8" name="TextBox 7">
            <a:extLst>
              <a:ext uri="{FF2B5EF4-FFF2-40B4-BE49-F238E27FC236}">
                <a16:creationId xmlns:a16="http://schemas.microsoft.com/office/drawing/2014/main" id="{3CB3D4C0-148A-1C15-E80F-A173E101EED7}"/>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1756410140"/>
      </p:ext>
    </p:extLst>
  </p:cSld>
  <p:clrMap bg1="lt1" tx1="dk1" bg2="lt2" tx2="dk2" accent1="accent1" accent2="accent2" accent3="accent3" accent4="accent4" accent5="accent5" accent6="accent6" hlink="hlink" folHlink="folHlink"/>
  <p:sldLayoutIdLst>
    <p:sldLayoutId id="2147484171" r:id="rId1"/>
    <p:sldLayoutId id="2147484172" r:id="rId2"/>
    <p:sldLayoutId id="2147484173" r:id="rId3"/>
    <p:sldLayoutId id="2147484174" r:id="rId4"/>
    <p:sldLayoutId id="2147484175" r:id="rId5"/>
    <p:sldLayoutId id="2147484176" r:id="rId6"/>
    <p:sldLayoutId id="2147484177" r:id="rId7"/>
    <p:sldLayoutId id="2147484178" r:id="rId8"/>
    <p:sldLayoutId id="2147484179" r:id="rId9"/>
    <p:sldLayoutId id="2147484180" r:id="rId10"/>
    <p:sldLayoutId id="2147484181" r:id="rId11"/>
    <p:sldLayoutId id="2147484182" r:id="rId12"/>
    <p:sldLayoutId id="2147484183" r:id="rId13"/>
    <p:sldLayoutId id="2147484184" r:id="rId14"/>
    <p:sldLayoutId id="2147484185" r:id="rId15"/>
    <p:sldLayoutId id="2147484186" r:id="rId16"/>
    <p:sldLayoutId id="2147484187" r:id="rId17"/>
    <p:sldLayoutId id="2147484188" r:id="rId18"/>
    <p:sldLayoutId id="2147484189" r:id="rId19"/>
    <p:sldLayoutId id="2147484190" r:id="rId20"/>
    <p:sldLayoutId id="2147484191" r:id="rId21"/>
    <p:sldLayoutId id="2147484192" r:id="rId22"/>
    <p:sldLayoutId id="2147484193" r:id="rId23"/>
    <p:sldLayoutId id="2147484194" r:id="rId24"/>
    <p:sldLayoutId id="2147484195" r:id="rId25"/>
    <p:sldLayoutId id="2147484196" r:id="rId26"/>
    <p:sldLayoutId id="2147484197" r:id="rId27"/>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3"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4" name="Picture 6"/>
          <p:cNvPicPr>
            <a:picLocks noChangeAspect="1"/>
          </p:cNvPicPr>
          <p:nvPr userDrawn="1"/>
        </p:nvPicPr>
        <p:blipFill>
          <a:blip r:embed="rId4"/>
          <a:srcRect/>
          <a:stretch>
            <a:fillRect/>
          </a:stretch>
        </p:blipFill>
        <p:spPr bwMode="auto">
          <a:xfrm>
            <a:off x="6079067" y="3416309"/>
            <a:ext cx="25400" cy="3175"/>
          </a:xfrm>
          <a:prstGeom prst="rect">
            <a:avLst/>
          </a:prstGeom>
          <a:noFill/>
          <a:ln w="9525">
            <a:noFill/>
            <a:miter lim="800000"/>
            <a:headEnd/>
            <a:tailEnd/>
          </a:ln>
        </p:spPr>
      </p:pic>
      <p:sp>
        <p:nvSpPr>
          <p:cNvPr id="11" name="Text Box 14">
            <a:extLst>
              <a:ext uri="{FF2B5EF4-FFF2-40B4-BE49-F238E27FC236}">
                <a16:creationId xmlns:a16="http://schemas.microsoft.com/office/drawing/2014/main" id="{06488F25-D32D-48D0-BB8A-6B1499EB02EC}"/>
              </a:ext>
            </a:extLst>
          </p:cNvPr>
          <p:cNvSpPr txBox="1">
            <a:spLocks noChangeArrowheads="1"/>
          </p:cNvSpPr>
          <p:nvPr userDrawn="1"/>
        </p:nvSpPr>
        <p:spPr bwMode="auto">
          <a:xfrm>
            <a:off x="11218426" y="6627107"/>
            <a:ext cx="771525" cy="153888"/>
          </a:xfrm>
          <a:prstGeom prst="rect">
            <a:avLst/>
          </a:prstGeom>
          <a:noFill/>
          <a:ln w="9525">
            <a:noFill/>
            <a:miter lim="800000"/>
            <a:headEnd/>
            <a:tailEnd/>
          </a:ln>
          <a:effectLst/>
        </p:spPr>
        <p:txBody>
          <a:bodyPr wrap="square" tIns="0" bIns="0">
            <a:spAutoFit/>
          </a:bodyPr>
          <a:lstStyle/>
          <a:p>
            <a:pPr algn="r">
              <a:spcBef>
                <a:spcPct val="50000"/>
              </a:spcBef>
              <a:defRPr/>
            </a:pPr>
            <a:fld id="{99D903CA-8EC9-4EB0-B4F7-7D6D89967A95}" type="slidenum">
              <a:rPr lang="en-US" sz="1000" b="0" baseline="0" smtClean="0"/>
              <a:pPr algn="r">
                <a:spcBef>
                  <a:spcPct val="50000"/>
                </a:spcBef>
                <a:defRPr/>
              </a:pPr>
              <a:t>‹#›</a:t>
            </a:fld>
            <a:endParaRPr lang="en-US" sz="1000" b="0" baseline="0" dirty="0"/>
          </a:p>
        </p:txBody>
      </p:sp>
      <p:sp>
        <p:nvSpPr>
          <p:cNvPr id="17" name="Date Placeholder 4">
            <a:extLst>
              <a:ext uri="{FF2B5EF4-FFF2-40B4-BE49-F238E27FC236}">
                <a16:creationId xmlns:a16="http://schemas.microsoft.com/office/drawing/2014/main" id="{876090B8-EB33-44F6-B805-AE75858FA42D}"/>
              </a:ext>
            </a:extLst>
          </p:cNvPr>
          <p:cNvSpPr>
            <a:spLocks noGrp="1"/>
          </p:cNvSpPr>
          <p:nvPr>
            <p:ph type="dt" sz="half" idx="2"/>
          </p:nvPr>
        </p:nvSpPr>
        <p:spPr>
          <a:xfrm>
            <a:off x="8842515" y="6653150"/>
            <a:ext cx="2761673" cy="137160"/>
          </a:xfrm>
          <a:prstGeom prst="rect">
            <a:avLst/>
          </a:prstGeom>
        </p:spPr>
        <p:txBody>
          <a:bodyPr anchor="ctr"/>
          <a:lstStyle>
            <a:lvl1pPr algn="r">
              <a:defRPr sz="900">
                <a:solidFill>
                  <a:schemeClr val="bg2">
                    <a:lumMod val="75000"/>
                  </a:schemeClr>
                </a:solidFill>
              </a:defRPr>
            </a:lvl1pPr>
          </a:lstStyle>
          <a:p>
            <a:endParaRPr lang="en-US" dirty="0"/>
          </a:p>
        </p:txBody>
      </p:sp>
      <p:sp>
        <p:nvSpPr>
          <p:cNvPr id="18" name="Footer Placeholder 3">
            <a:extLst>
              <a:ext uri="{FF2B5EF4-FFF2-40B4-BE49-F238E27FC236}">
                <a16:creationId xmlns:a16="http://schemas.microsoft.com/office/drawing/2014/main" id="{2F8A329A-59C1-4D23-B5E6-03FA1C182A0A}"/>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bg2">
                    <a:lumMod val="75000"/>
                  </a:schemeClr>
                </a:solidFill>
              </a:defRPr>
            </a:lvl1pPr>
          </a:lstStyle>
          <a:p>
            <a:endParaRPr lang="en-US" dirty="0"/>
          </a:p>
        </p:txBody>
      </p:sp>
      <p:sp>
        <p:nvSpPr>
          <p:cNvPr id="2" name="Title Placeholder 1">
            <a:extLst>
              <a:ext uri="{FF2B5EF4-FFF2-40B4-BE49-F238E27FC236}">
                <a16:creationId xmlns:a16="http://schemas.microsoft.com/office/drawing/2014/main" id="{CA18FFB5-1B4A-8A37-78CC-AC1A7AE08575}"/>
              </a:ext>
            </a:extLst>
          </p:cNvPr>
          <p:cNvSpPr>
            <a:spLocks noGrp="1"/>
          </p:cNvSpPr>
          <p:nvPr>
            <p:ph type="title"/>
          </p:nvPr>
        </p:nvSpPr>
        <p:spPr bwMode="auto">
          <a:xfrm>
            <a:off x="266699" y="128981"/>
            <a:ext cx="11658599" cy="83292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Tree>
    <p:extLst>
      <p:ext uri="{BB962C8B-B14F-4D97-AF65-F5344CB8AC3E}">
        <p14:creationId xmlns:p14="http://schemas.microsoft.com/office/powerpoint/2010/main" val="199137462"/>
      </p:ext>
    </p:extLst>
  </p:cSld>
  <p:clrMap bg1="lt1" tx1="dk1" bg2="lt2" tx2="dk2" accent1="accent1" accent2="accent2" accent3="accent3" accent4="accent4" accent5="accent5" accent6="accent6" hlink="hlink" folHlink="folHlink"/>
  <p:sldLayoutIdLst>
    <p:sldLayoutId id="2147483724" r:id="rId1"/>
    <p:sldLayoutId id="2147483725" r:id="rId2"/>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169"/>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30188" indent="-230188" algn="l" rtl="0" eaLnBrk="1" fontAlgn="base" hangingPunct="1">
        <a:spcBef>
          <a:spcPts val="169"/>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1775" algn="l" rtl="0" eaLnBrk="1" fontAlgn="base" hangingPunct="1">
        <a:spcBef>
          <a:spcPts val="169"/>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4213" indent="-222250" algn="l" rtl="0" eaLnBrk="1" fontAlgn="base" hangingPunct="1">
        <a:spcBef>
          <a:spcPts val="169"/>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30188" algn="l" rtl="0" eaLnBrk="1" fontAlgn="base" hangingPunct="1">
        <a:spcBef>
          <a:spcPts val="169"/>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583" userDrawn="1">
          <p15:clr>
            <a:srgbClr val="F26B43"/>
          </p15:clr>
        </p15:guide>
        <p15:guide id="1" pos="7512" userDrawn="1">
          <p15:clr>
            <a:srgbClr val="5ACBF0"/>
          </p15:clr>
        </p15:guide>
        <p15:guide id="2" pos="12971">
          <p15:clr>
            <a:srgbClr val="5ACBF0"/>
          </p15:clr>
        </p15:guide>
        <p15:guide id="3" pos="168" userDrawn="1">
          <p15:clr>
            <a:srgbClr val="5ACBF0"/>
          </p15:clr>
        </p15:guide>
        <p15:guide id="5" orient="horz" pos="637" userDrawn="1">
          <p15:clr>
            <a:srgbClr val="F26B43"/>
          </p15:clr>
        </p15:guide>
        <p15:guide id="6" orient="horz" pos="4176"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4572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0" cstate="email">
            <a:extLst>
              <a:ext uri="{28A0092B-C50C-407E-A947-70E740481C1C}">
                <a14:useLocalDpi xmlns:a14="http://schemas.microsoft.com/office/drawing/2010/main"/>
              </a:ext>
            </a:extLst>
          </a:blip>
          <a:stretch>
            <a:fillRect/>
          </a:stretch>
        </p:blipFill>
        <p:spPr>
          <a:xfrm>
            <a:off x="11309075" y="319470"/>
            <a:ext cx="681666" cy="451942"/>
          </a:xfrm>
          <a:prstGeom prst="rect">
            <a:avLst/>
          </a:prstGeom>
        </p:spPr>
      </p:pic>
      <p:pic>
        <p:nvPicPr>
          <p:cNvPr id="2" name="Picture 1" descr="A picture containing text, clipart&#10;&#10;Description automatically generated">
            <a:extLst>
              <a:ext uri="{FF2B5EF4-FFF2-40B4-BE49-F238E27FC236}">
                <a16:creationId xmlns:a16="http://schemas.microsoft.com/office/drawing/2014/main" id="{A03C655F-18AF-780C-F994-802A30EEA9EF}"/>
              </a:ext>
            </a:extLst>
          </p:cNvPr>
          <p:cNvPicPr>
            <a:picLocks noChangeAspect="1"/>
          </p:cNvPicPr>
          <p:nvPr userDrawn="1"/>
        </p:nvPicPr>
        <p:blipFill>
          <a:blip r:embed="rId31" cstate="email">
            <a:extLst>
              <a:ext uri="{28A0092B-C50C-407E-A947-70E740481C1C}">
                <a14:useLocalDpi xmlns:a14="http://schemas.microsoft.com/office/drawing/2010/main"/>
              </a:ext>
            </a:extLst>
          </a:blip>
          <a:stretch>
            <a:fillRect/>
          </a:stretch>
        </p:blipFill>
        <p:spPr>
          <a:xfrm>
            <a:off x="266700" y="113697"/>
            <a:ext cx="644814" cy="811816"/>
          </a:xfrm>
          <a:prstGeom prst="rect">
            <a:avLst/>
          </a:prstGeom>
        </p:spPr>
      </p:pic>
      <p:sp>
        <p:nvSpPr>
          <p:cNvPr id="3" name="Rectangle 2">
            <a:extLst>
              <a:ext uri="{FF2B5EF4-FFF2-40B4-BE49-F238E27FC236}">
                <a16:creationId xmlns:a16="http://schemas.microsoft.com/office/drawing/2014/main" id="{39720D12-0BDE-1075-1F74-CB008D4B402C}"/>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60672479"/>
      </p:ext>
    </p:extLst>
  </p:cSld>
  <p:clrMap bg1="lt1" tx1="dk1" bg2="lt2" tx2="dk2" accent1="accent1" accent2="accent2" accent3="accent3" accent4="accent4" accent5="accent5" accent6="accent6" hlink="hlink" folHlink="folHlink"/>
  <p:sldLayoutIdLst>
    <p:sldLayoutId id="2147484203" r:id="rId1"/>
    <p:sldLayoutId id="2147484204" r:id="rId2"/>
    <p:sldLayoutId id="2147484205" r:id="rId3"/>
    <p:sldLayoutId id="2147484206" r:id="rId4"/>
    <p:sldLayoutId id="2147484207" r:id="rId5"/>
    <p:sldLayoutId id="2147484208" r:id="rId6"/>
    <p:sldLayoutId id="2147484209" r:id="rId7"/>
    <p:sldLayoutId id="2147484210" r:id="rId8"/>
    <p:sldLayoutId id="2147484211" r:id="rId9"/>
    <p:sldLayoutId id="2147484212" r:id="rId10"/>
    <p:sldLayoutId id="2147484213" r:id="rId11"/>
    <p:sldLayoutId id="2147484214" r:id="rId12"/>
    <p:sldLayoutId id="2147484215" r:id="rId13"/>
    <p:sldLayoutId id="2147484216" r:id="rId14"/>
    <p:sldLayoutId id="2147484217" r:id="rId15"/>
    <p:sldLayoutId id="2147484218" r:id="rId16"/>
    <p:sldLayoutId id="2147484219" r:id="rId17"/>
    <p:sldLayoutId id="2147484220" r:id="rId18"/>
    <p:sldLayoutId id="2147484221" r:id="rId19"/>
    <p:sldLayoutId id="2147484222" r:id="rId20"/>
    <p:sldLayoutId id="2147484223" r:id="rId21"/>
    <p:sldLayoutId id="2147484224" r:id="rId22"/>
    <p:sldLayoutId id="2147484225" r:id="rId23"/>
    <p:sldLayoutId id="2147484226" r:id="rId24"/>
    <p:sldLayoutId id="2147484227" r:id="rId25"/>
    <p:sldLayoutId id="2147484228" r:id="rId26"/>
    <p:sldLayoutId id="2147484229" r:id="rId27"/>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png"/><Relationship Id="rId1" Type="http://schemas.openxmlformats.org/officeDocument/2006/relationships/slideLayout" Target="../slideLayouts/slideLayout60.xml"/></Relationships>
</file>

<file path=ppt/slides/_rels/slide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xml"/><Relationship Id="rId1" Type="http://schemas.openxmlformats.org/officeDocument/2006/relationships/slideLayout" Target="../slideLayouts/slideLayout60.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5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9.xml"/></Relationships>
</file>

<file path=ppt/slides/_rels/slide9.xml.rels><?xml version="1.0" encoding="UTF-8" standalone="yes"?>
<Relationships xmlns="http://schemas.openxmlformats.org/package/2006/relationships"><Relationship Id="rId3" Type="http://schemas.openxmlformats.org/officeDocument/2006/relationships/hyperlink" Target="http://www.sam.gov/" TargetMode="External"/><Relationship Id="rId2" Type="http://schemas.openxmlformats.org/officeDocument/2006/relationships/notesSlide" Target="../notesSlides/notesSlide4.xml"/><Relationship Id="rId1" Type="http://schemas.openxmlformats.org/officeDocument/2006/relationships/slideLayout" Target="../slideLayouts/slideLayout86.xml"/></Relationships>
</file>

<file path=ppt/slides/_rels/slide10.xml.rels><?xml version="1.0" encoding="UTF-8" standalone="yes"?>
<Relationships xmlns="http://schemas.openxmlformats.org/package/2006/relationships"><Relationship Id="rId3" Type="http://schemas.openxmlformats.org/officeDocument/2006/relationships/hyperlink" Target="http://www.sam.gov/" TargetMode="External"/><Relationship Id="rId2" Type="http://schemas.openxmlformats.org/officeDocument/2006/relationships/notesSlide" Target="../notesSlides/notesSlide5.xml"/><Relationship Id="rId1" Type="http://schemas.openxmlformats.org/officeDocument/2006/relationships/slideLayout" Target="../slideLayouts/slideLayout5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9.xml"/></Relationships>
</file>

<file path=ppt/slides/_rels/slide16.xml.rels><?xml version="1.0" encoding="UTF-8" standalone="yes"?>
<Relationships xmlns="http://schemas.openxmlformats.org/package/2006/relationships"><Relationship Id="rId3" Type="http://schemas.openxmlformats.org/officeDocument/2006/relationships/hyperlink" Target="http://www.projnet.org/" TargetMode="External"/><Relationship Id="rId2" Type="http://schemas.openxmlformats.org/officeDocument/2006/relationships/notesSlide" Target="../notesSlides/notesSlide11.xml"/><Relationship Id="rId1" Type="http://schemas.openxmlformats.org/officeDocument/2006/relationships/slideLayout" Target="../slideLayouts/slideLayout8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1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1.bin"/><Relationship Id="rId1" Type="http://schemas.openxmlformats.org/officeDocument/2006/relationships/slideLayout" Target="../slideLayouts/slideLayout63.xml"/><Relationship Id="rId4" Type="http://schemas.openxmlformats.org/officeDocument/2006/relationships/hyperlink" Target="mailto:SBO-LRL@usace.army.mil" TargetMode="External"/></Relationships>
</file>

<file path=ppt/slides/_rels/slide20.xml.rels><?xml version="1.0" encoding="UTF-8" standalone="yes"?>
<Relationships xmlns="http://schemas.openxmlformats.org/package/2006/relationships"><Relationship Id="rId2" Type="http://schemas.openxmlformats.org/officeDocument/2006/relationships/hyperlink" Target="http://www.sam.gov/" TargetMode="External"/><Relationship Id="rId1" Type="http://schemas.openxmlformats.org/officeDocument/2006/relationships/slideLayout" Target="../slideLayouts/slideLayout8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22.xml.rels><?xml version="1.0" encoding="UTF-8" standalone="yes"?>
<Relationships xmlns="http://schemas.openxmlformats.org/package/2006/relationships"><Relationship Id="rId2" Type="http://schemas.openxmlformats.org/officeDocument/2006/relationships/hyperlink" Target="https://www.lrd.usace.army.mil/Opportunity-Forecast/" TargetMode="External"/><Relationship Id="rId1" Type="http://schemas.openxmlformats.org/officeDocument/2006/relationships/slideLayout" Target="../slideLayouts/slideLayout71.xml"/></Relationships>
</file>

<file path=ppt/slides/_rels/slide23.xml.rels><?xml version="1.0" encoding="UTF-8" standalone="yes"?>
<Relationships xmlns="http://schemas.openxmlformats.org/package/2006/relationships"><Relationship Id="rId2" Type="http://schemas.openxmlformats.org/officeDocument/2006/relationships/hyperlink" Target="http://www.fbo.gov/" TargetMode="External"/><Relationship Id="rId1" Type="http://schemas.openxmlformats.org/officeDocument/2006/relationships/slideLayout" Target="../slideLayouts/slideLayout71.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7299" y="275207"/>
            <a:ext cx="10109201" cy="1895791"/>
          </a:xfrm>
        </p:spPr>
        <p:txBody>
          <a:bodyPr anchor="ctr">
            <a:noAutofit/>
          </a:bodyPr>
          <a:lstStyle/>
          <a:p>
            <a:pPr algn="ctr">
              <a:spcBef>
                <a:spcPts val="600"/>
              </a:spcBef>
              <a:spcAft>
                <a:spcPts val="1800"/>
              </a:spcAft>
            </a:pPr>
            <a:r>
              <a:rPr lang="en-US" sz="4000" dirty="0">
                <a:latin typeface="+mj-lt"/>
              </a:rPr>
              <a:t>INDUSTRY DAY FORUM</a:t>
            </a:r>
            <a:br>
              <a:rPr lang="en-US" sz="4000" dirty="0">
                <a:latin typeface="Arial Black" panose="020B0A04020102020204" pitchFamily="34" charset="0"/>
              </a:rPr>
            </a:br>
            <a:r>
              <a:rPr lang="en-US" sz="2700" dirty="0">
                <a:latin typeface="+mj-lt"/>
              </a:rPr>
              <a:t>Devens RFTA COLLECTIVE TRAINING barracks</a:t>
            </a:r>
            <a:br>
              <a:rPr lang="en-US" sz="3100" dirty="0">
                <a:latin typeface="+mj-lt"/>
              </a:rPr>
            </a:br>
            <a:r>
              <a:rPr lang="en-US" sz="2200" dirty="0">
                <a:latin typeface="+mj-lt"/>
              </a:rPr>
              <a:t>Army Reserves: army reserve center</a:t>
            </a:r>
            <a:endParaRPr lang="en-US" sz="3800" dirty="0">
              <a:latin typeface="+mj-lt"/>
            </a:endParaRPr>
          </a:p>
        </p:txBody>
      </p:sp>
      <p:sp>
        <p:nvSpPr>
          <p:cNvPr id="3" name="Text Placeholder 2"/>
          <p:cNvSpPr>
            <a:spLocks noGrp="1"/>
          </p:cNvSpPr>
          <p:nvPr>
            <p:ph type="body" sz="half" idx="2"/>
          </p:nvPr>
        </p:nvSpPr>
        <p:spPr>
          <a:xfrm>
            <a:off x="1257300" y="2318097"/>
            <a:ext cx="10109200" cy="3371503"/>
          </a:xfrm>
        </p:spPr>
        <p:txBody>
          <a:bodyPr>
            <a:normAutofit lnSpcReduction="10000"/>
          </a:bodyPr>
          <a:lstStyle/>
          <a:p>
            <a:r>
              <a:rPr lang="en-US" sz="2000" b="1" dirty="0"/>
              <a:t>DATE: </a:t>
            </a:r>
            <a:r>
              <a:rPr lang="en-US" sz="2000" b="1" dirty="0">
                <a:solidFill>
                  <a:srgbClr val="FFFFFF"/>
                </a:solidFill>
              </a:rPr>
              <a:t>15 APR 2026</a:t>
            </a:r>
          </a:p>
          <a:p>
            <a:endParaRPr lang="en-US" sz="2000" b="1" dirty="0">
              <a:solidFill>
                <a:srgbClr val="FFFFFF"/>
              </a:solidFill>
            </a:endParaRPr>
          </a:p>
          <a:p>
            <a:r>
              <a:rPr lang="en-US" sz="2000" b="1" dirty="0">
                <a:solidFill>
                  <a:srgbClr val="FFFFFF"/>
                </a:solidFill>
              </a:rPr>
              <a:t>TIME:  1000 ET</a:t>
            </a:r>
          </a:p>
          <a:p>
            <a:endParaRPr lang="en-US" sz="2000" b="1" dirty="0"/>
          </a:p>
          <a:p>
            <a:r>
              <a:rPr lang="en-US" sz="2000" b="1" dirty="0"/>
              <a:t>LOCATION: </a:t>
            </a:r>
          </a:p>
          <a:p>
            <a:r>
              <a:rPr lang="en-US" sz="2000" b="1" dirty="0"/>
              <a:t>	</a:t>
            </a:r>
            <a:r>
              <a:rPr lang="en-US" sz="2000" b="1" dirty="0">
                <a:latin typeface="Calibri" panose="020F0502020204030204" pitchFamily="34" charset="0"/>
              </a:rPr>
              <a:t>31 Quebec Street</a:t>
            </a:r>
            <a:endParaRPr lang="en-US" sz="2000" dirty="0">
              <a:effectLst/>
              <a:latin typeface="Calibri" panose="020F0502020204030204" pitchFamily="34" charset="0"/>
              <a:ea typeface="Times New Roman" panose="02020603050405020304" pitchFamily="18" charset="0"/>
            </a:endParaRPr>
          </a:p>
          <a:p>
            <a:r>
              <a:rPr lang="en-US" sz="2000" dirty="0">
                <a:latin typeface="Calibri" panose="020F0502020204030204" pitchFamily="34" charset="0"/>
                <a:ea typeface="Times New Roman" panose="02020603050405020304" pitchFamily="18" charset="0"/>
              </a:rPr>
              <a:t>                </a:t>
            </a:r>
            <a:r>
              <a:rPr lang="en-US" sz="2000" b="1" dirty="0">
                <a:latin typeface="Calibri" panose="020F0502020204030204" pitchFamily="34" charset="0"/>
                <a:ea typeface="Times New Roman" panose="02020603050405020304" pitchFamily="18" charset="0"/>
              </a:rPr>
              <a:t>Devens, MA 43015</a:t>
            </a:r>
            <a:endParaRPr lang="en-US" sz="2000" b="1" dirty="0">
              <a:effectLst/>
              <a:latin typeface="Calibri" panose="020F0502020204030204" pitchFamily="34" charset="0"/>
              <a:ea typeface="Times New Roman" panose="02020603050405020304" pitchFamily="18" charset="0"/>
            </a:endParaRPr>
          </a:p>
          <a:p>
            <a:endParaRPr lang="en-US" sz="2000" dirty="0">
              <a:effectLst/>
              <a:latin typeface="Calibri" panose="020F0502020204030204" pitchFamily="34" charset="0"/>
              <a:ea typeface="Times New Roman" panose="02020603050405020304" pitchFamily="18" charset="0"/>
            </a:endParaRPr>
          </a:p>
          <a:p>
            <a:pPr algn="ctr"/>
            <a:r>
              <a:rPr lang="en-US" sz="2000" dirty="0">
                <a:effectLst/>
                <a:latin typeface="Calibri" panose="020F0502020204030204" pitchFamily="34" charset="0"/>
                <a:ea typeface="Times New Roman" panose="02020603050405020304" pitchFamily="18" charset="0"/>
              </a:rPr>
              <a:t>Tony Spicer- Project Manager    Michael Barry- </a:t>
            </a:r>
            <a:r>
              <a:rPr lang="en-US" sz="2000" dirty="0">
                <a:latin typeface="Calibri" panose="020F0502020204030204" pitchFamily="34" charset="0"/>
                <a:ea typeface="Times New Roman" panose="02020603050405020304" pitchFamily="18" charset="0"/>
              </a:rPr>
              <a:t>Project Engineer</a:t>
            </a:r>
            <a:r>
              <a:rPr lang="en-US" sz="2000" dirty="0">
                <a:effectLst/>
                <a:latin typeface="Calibri" panose="020F0502020204030204" pitchFamily="34" charset="0"/>
                <a:ea typeface="Times New Roman" panose="02020603050405020304" pitchFamily="18" charset="0"/>
              </a:rPr>
              <a:t>  </a:t>
            </a:r>
          </a:p>
          <a:p>
            <a:pPr algn="ctr"/>
            <a:r>
              <a:rPr lang="en-US" sz="2000" dirty="0">
                <a:latin typeface="Calibri" panose="020F0502020204030204" pitchFamily="34" charset="0"/>
                <a:ea typeface="Times New Roman" panose="02020603050405020304" pitchFamily="18" charset="0"/>
              </a:rPr>
              <a:t>Daniel Kobzar</a:t>
            </a:r>
            <a:r>
              <a:rPr lang="en-US" sz="2000" dirty="0">
                <a:effectLst/>
                <a:latin typeface="Calibri" panose="020F0502020204030204" pitchFamily="34" charset="0"/>
                <a:ea typeface="Times New Roman" panose="02020603050405020304" pitchFamily="18" charset="0"/>
              </a:rPr>
              <a:t> – </a:t>
            </a:r>
            <a:r>
              <a:rPr lang="en-US" sz="2000" dirty="0">
                <a:latin typeface="Calibri" panose="020F0502020204030204" pitchFamily="34" charset="0"/>
                <a:ea typeface="Times New Roman" panose="02020603050405020304" pitchFamily="18" charset="0"/>
              </a:rPr>
              <a:t>New England District</a:t>
            </a:r>
            <a:r>
              <a:rPr lang="en-US" sz="2000" dirty="0">
                <a:effectLst/>
                <a:latin typeface="Calibri" panose="020F0502020204030204" pitchFamily="34" charset="0"/>
                <a:ea typeface="Times New Roman" panose="02020603050405020304" pitchFamily="18" charset="0"/>
              </a:rPr>
              <a:t> COR</a:t>
            </a:r>
          </a:p>
          <a:p>
            <a:pPr algn="ctr"/>
            <a:r>
              <a:rPr lang="en-US" sz="2000" dirty="0">
                <a:latin typeface="Calibri" panose="020F0502020204030204" pitchFamily="34" charset="0"/>
                <a:ea typeface="Times New Roman" panose="02020603050405020304" pitchFamily="18" charset="0"/>
              </a:rPr>
              <a:t>       Ryan King</a:t>
            </a:r>
            <a:r>
              <a:rPr lang="en-US" sz="2000" dirty="0">
                <a:effectLst/>
                <a:latin typeface="Calibri" panose="020F0502020204030204" pitchFamily="34" charset="0"/>
                <a:ea typeface="Times New Roman" panose="02020603050405020304" pitchFamily="18" charset="0"/>
              </a:rPr>
              <a:t>- Contracting Specialist   Crysta</a:t>
            </a:r>
            <a:r>
              <a:rPr lang="en-US" sz="2000" dirty="0">
                <a:latin typeface="Calibri" panose="020F0502020204030204" pitchFamily="34" charset="0"/>
                <a:ea typeface="Times New Roman" panose="02020603050405020304" pitchFamily="18" charset="0"/>
              </a:rPr>
              <a:t>l Harbin – Deputy for Small Business</a:t>
            </a:r>
            <a:endParaRPr lang="en-US" sz="2000" dirty="0">
              <a:effectLst/>
              <a:latin typeface="Calibri" panose="020F0502020204030204" pitchFamily="34" charset="0"/>
              <a:ea typeface="Times New Roman" panose="02020603050405020304" pitchFamily="18" charset="0"/>
            </a:endParaRPr>
          </a:p>
          <a:p>
            <a:endParaRPr lang="en-US" sz="2000" b="1" dirty="0">
              <a:solidFill>
                <a:srgbClr val="FF0000"/>
              </a:solidFill>
              <a:highlight>
                <a:srgbClr val="FFFFFF"/>
              </a:highlight>
              <a:latin typeface="Calibri" panose="020F0502020204030204" pitchFamily="34" charset="0"/>
            </a:endParaRPr>
          </a:p>
          <a:p>
            <a:endParaRPr lang="en-US" sz="2000" b="1" dirty="0">
              <a:solidFill>
                <a:srgbClr val="FF0000"/>
              </a:solidFill>
              <a:highlight>
                <a:srgbClr val="FFFFFF"/>
              </a:highlight>
            </a:endParaRPr>
          </a:p>
        </p:txBody>
      </p:sp>
      <p:sp>
        <p:nvSpPr>
          <p:cNvPr id="5" name="TextBox 4">
            <a:extLst>
              <a:ext uri="{FF2B5EF4-FFF2-40B4-BE49-F238E27FC236}">
                <a16:creationId xmlns:a16="http://schemas.microsoft.com/office/drawing/2014/main" id="{1034BBED-98FD-F805-AAE9-203561E51F14}"/>
              </a:ext>
            </a:extLst>
          </p:cNvPr>
          <p:cNvSpPr txBox="1"/>
          <p:nvPr/>
        </p:nvSpPr>
        <p:spPr>
          <a:xfrm>
            <a:off x="3736761" y="5844129"/>
            <a:ext cx="8455239" cy="738664"/>
          </a:xfrm>
          <a:prstGeom prst="rect">
            <a:avLst/>
          </a:prstGeom>
          <a:noFill/>
        </p:spPr>
        <p:txBody>
          <a:bodyPr wrap="square" rtlCol="0">
            <a:spAutoFit/>
          </a:bodyPr>
          <a:lstStyle/>
          <a:p>
            <a:r>
              <a:rPr lang="en-US" sz="1400" i="1" dirty="0">
                <a:solidFill>
                  <a:schemeClr val="tx2"/>
                </a:solidFill>
                <a:latin typeface="+mj-lt"/>
                <a:cs typeface="Calibri" panose="020F0502020204030204" pitchFamily="34" charset="0"/>
              </a:rPr>
              <a:t>”The views, opinions and findings contained in this report are those of the author(s) and should not be construed as an official Department of the Army position, policy or decision, unless so designated by other official documentation.” </a:t>
            </a:r>
          </a:p>
        </p:txBody>
      </p:sp>
    </p:spTree>
    <p:extLst>
      <p:ext uri="{BB962C8B-B14F-4D97-AF65-F5344CB8AC3E}">
        <p14:creationId xmlns:p14="http://schemas.microsoft.com/office/powerpoint/2010/main" val="963302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7">
            <a:extLst>
              <a:ext uri="{FF2B5EF4-FFF2-40B4-BE49-F238E27FC236}">
                <a16:creationId xmlns:a16="http://schemas.microsoft.com/office/drawing/2014/main" id="{452942C3-6760-0073-E771-012EFCD6DD2C}"/>
              </a:ext>
            </a:extLst>
          </p:cNvPr>
          <p:cNvSpPr>
            <a:spLocks noGrp="1"/>
          </p:cNvSpPr>
          <p:nvPr>
            <p:ph sz="quarter" idx="10"/>
          </p:nvPr>
        </p:nvSpPr>
        <p:spPr>
          <a:xfrm>
            <a:off x="266700" y="1225118"/>
            <a:ext cx="11658600" cy="5404282"/>
          </a:xfrm>
        </p:spPr>
        <p:txBody>
          <a:bodyPr/>
          <a:lstStyle/>
          <a:p>
            <a:pPr marL="257175" indent="-257175">
              <a:buFont typeface="Arial" panose="020B0604020202020204" pitchFamily="34" charset="0"/>
              <a:buChar char="•"/>
            </a:pPr>
            <a:r>
              <a:rPr lang="en-US" sz="2400" dirty="0">
                <a:solidFill>
                  <a:schemeClr val="tx1"/>
                </a:solidFill>
                <a:latin typeface="+mj-lt"/>
                <a:cs typeface="Calibri" panose="020F0502020204030204" pitchFamily="34" charset="0"/>
              </a:rPr>
              <a:t>Introduction</a:t>
            </a:r>
          </a:p>
          <a:p>
            <a:pPr marL="257175" indent="-257175">
              <a:buFont typeface="Arial" panose="020B0604020202020204" pitchFamily="34" charset="0"/>
              <a:buChar char="•"/>
            </a:pPr>
            <a:endParaRPr lang="en-US" sz="2400" dirty="0">
              <a:solidFill>
                <a:schemeClr val="tx1"/>
              </a:solidFill>
              <a:latin typeface="+mj-lt"/>
              <a:cs typeface="Calibri" panose="020F0502020204030204" pitchFamily="34" charset="0"/>
            </a:endParaRPr>
          </a:p>
          <a:p>
            <a:pPr marL="257175" indent="-257175">
              <a:buFont typeface="Arial" panose="020B0604020202020204" pitchFamily="34" charset="0"/>
              <a:buChar char="•"/>
            </a:pPr>
            <a:r>
              <a:rPr lang="en-US" sz="2400" dirty="0">
                <a:solidFill>
                  <a:schemeClr val="tx1"/>
                </a:solidFill>
                <a:latin typeface="+mj-lt"/>
                <a:cs typeface="Calibri" panose="020F0502020204030204" pitchFamily="34" charset="0"/>
              </a:rPr>
              <a:t>Please ensure that you have signed in </a:t>
            </a:r>
          </a:p>
          <a:p>
            <a:pPr marL="557213" lvl="1" indent="-214313">
              <a:buFont typeface="Arial" panose="020B0604020202020204" pitchFamily="34" charset="0"/>
              <a:buChar char="•"/>
            </a:pPr>
            <a:r>
              <a:rPr lang="en-US" sz="2400" dirty="0">
                <a:latin typeface="+mj-lt"/>
                <a:cs typeface="Calibri" panose="020F0502020204030204" pitchFamily="34" charset="0"/>
              </a:rPr>
              <a:t>Company Name, POC Name, Email, Phone</a:t>
            </a:r>
          </a:p>
          <a:p>
            <a:pPr marL="557213" lvl="1" indent="-214313">
              <a:buFont typeface="Arial" panose="020B0604020202020204" pitchFamily="34" charset="0"/>
              <a:buChar char="•"/>
            </a:pPr>
            <a:r>
              <a:rPr lang="en-US" sz="2400" dirty="0">
                <a:latin typeface="+mj-lt"/>
                <a:cs typeface="Calibri" panose="020F0502020204030204" pitchFamily="34" charset="0"/>
              </a:rPr>
              <a:t>Are you interested in being the Prime or Subcontractor</a:t>
            </a:r>
          </a:p>
          <a:p>
            <a:pPr marL="557213" lvl="1" indent="-214313">
              <a:buFont typeface="Arial" panose="020B0604020202020204" pitchFamily="34" charset="0"/>
              <a:buChar char="•"/>
            </a:pPr>
            <a:r>
              <a:rPr lang="en-US" sz="2400" dirty="0">
                <a:latin typeface="+mj-lt"/>
                <a:cs typeface="Calibri" panose="020F0502020204030204" pitchFamily="34" charset="0"/>
              </a:rPr>
              <a:t>If you’re interested in being a Subcontractor, state the Type of Work you are interested in (Electrical, Mechanical, etc.)</a:t>
            </a:r>
          </a:p>
          <a:p>
            <a:pPr marL="342900" lvl="1" indent="0">
              <a:buNone/>
            </a:pPr>
            <a:endParaRPr lang="en-US" sz="1800" dirty="0">
              <a:latin typeface="+mj-lt"/>
              <a:cs typeface="Calibri" panose="020F0502020204030204" pitchFamily="34" charset="0"/>
            </a:endParaRPr>
          </a:p>
          <a:p>
            <a:pPr marL="257175" indent="-257175">
              <a:spcAft>
                <a:spcPts val="450"/>
              </a:spcAft>
              <a:buFont typeface="Arial" panose="020B0604020202020204" pitchFamily="34" charset="0"/>
              <a:buChar char="•"/>
            </a:pPr>
            <a:r>
              <a:rPr lang="en-US" sz="2400" dirty="0">
                <a:solidFill>
                  <a:schemeClr val="tx1"/>
                </a:solidFill>
                <a:latin typeface="+mj-lt"/>
                <a:cs typeface="Calibri" panose="020F0502020204030204" pitchFamily="34" charset="0"/>
              </a:rPr>
              <a:t>No recording (please turn off or put away all mobile devices)</a:t>
            </a:r>
          </a:p>
          <a:p>
            <a:pPr marL="257175" indent="-257175">
              <a:spcAft>
                <a:spcPts val="450"/>
              </a:spcAft>
              <a:buFont typeface="Arial" panose="020B0604020202020204" pitchFamily="34" charset="0"/>
              <a:buChar char="•"/>
            </a:pPr>
            <a:endParaRPr lang="en-US" sz="1600" dirty="0">
              <a:solidFill>
                <a:schemeClr val="tx1"/>
              </a:solidFill>
              <a:latin typeface="+mj-lt"/>
              <a:cs typeface="Calibri" panose="020F0502020204030204" pitchFamily="34" charset="0"/>
            </a:endParaRPr>
          </a:p>
          <a:p>
            <a:pPr marL="257175" indent="-257175">
              <a:spcAft>
                <a:spcPts val="450"/>
              </a:spcAft>
              <a:buFont typeface="Arial" panose="020B0604020202020204" pitchFamily="34" charset="0"/>
              <a:buChar char="•"/>
            </a:pPr>
            <a:r>
              <a:rPr lang="en-US" sz="2400" dirty="0">
                <a:solidFill>
                  <a:schemeClr val="tx1"/>
                </a:solidFill>
                <a:latin typeface="+mj-lt"/>
                <a:cs typeface="Calibri" panose="020F0502020204030204" pitchFamily="34" charset="0"/>
              </a:rPr>
              <a:t>This briefing and the attendee roster will be posted to SAM.gov</a:t>
            </a:r>
          </a:p>
          <a:p>
            <a:pPr marL="257175" indent="-257175">
              <a:spcAft>
                <a:spcPts val="450"/>
              </a:spcAft>
              <a:buFont typeface="Arial" panose="020B0604020202020204" pitchFamily="34" charset="0"/>
              <a:buChar char="•"/>
            </a:pPr>
            <a:endParaRPr lang="en-US" sz="1600" dirty="0">
              <a:solidFill>
                <a:schemeClr val="tx1"/>
              </a:solidFill>
              <a:latin typeface="+mj-lt"/>
              <a:cs typeface="Calibri" panose="020F0502020204030204" pitchFamily="34" charset="0"/>
            </a:endParaRPr>
          </a:p>
          <a:p>
            <a:pPr marL="257175" indent="-257175">
              <a:spcAft>
                <a:spcPts val="450"/>
              </a:spcAft>
              <a:buFont typeface="Arial" panose="020B0604020202020204" pitchFamily="34" charset="0"/>
              <a:buChar char="•"/>
            </a:pPr>
            <a:r>
              <a:rPr lang="en-US" sz="2400" b="1" dirty="0">
                <a:solidFill>
                  <a:schemeClr val="tx1"/>
                </a:solidFill>
                <a:latin typeface="+mj-lt"/>
                <a:cs typeface="Calibri" panose="020F0502020204030204" pitchFamily="34" charset="0"/>
              </a:rPr>
              <a:t>Please be advised that none of the information discussed today is contractually-binding</a:t>
            </a:r>
          </a:p>
        </p:txBody>
      </p:sp>
      <p:sp>
        <p:nvSpPr>
          <p:cNvPr id="7" name="Title 6">
            <a:extLst>
              <a:ext uri="{FF2B5EF4-FFF2-40B4-BE49-F238E27FC236}">
                <a16:creationId xmlns:a16="http://schemas.microsoft.com/office/drawing/2014/main" id="{FB2FFB12-F0B1-D636-2570-CEAB1E6C6D95}"/>
              </a:ext>
            </a:extLst>
          </p:cNvPr>
          <p:cNvSpPr>
            <a:spLocks noGrp="1"/>
          </p:cNvSpPr>
          <p:nvPr>
            <p:ph type="title"/>
          </p:nvPr>
        </p:nvSpPr>
        <p:spPr/>
        <p:txBody>
          <a:bodyPr/>
          <a:lstStyle/>
          <a:p>
            <a:pPr algn="ctr"/>
            <a:r>
              <a:rPr lang="en-US" sz="3600" dirty="0"/>
              <a:t>ADMINISTRATIVE ANNOUNCEMENTS</a:t>
            </a:r>
          </a:p>
        </p:txBody>
      </p:sp>
    </p:spTree>
    <p:extLst>
      <p:ext uri="{BB962C8B-B14F-4D97-AF65-F5344CB8AC3E}">
        <p14:creationId xmlns:p14="http://schemas.microsoft.com/office/powerpoint/2010/main" val="32272068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sz="quarter" idx="10"/>
          </p:nvPr>
        </p:nvSpPr>
        <p:spPr>
          <a:xfrm>
            <a:off x="266700" y="1180730"/>
            <a:ext cx="11658600" cy="5448670"/>
          </a:xfrm>
        </p:spPr>
        <p:txBody>
          <a:bodyPr/>
          <a:lstStyle/>
          <a:p>
            <a:pPr marL="342900" indent="-342900">
              <a:spcAft>
                <a:spcPts val="1000"/>
              </a:spcAft>
              <a:buFont typeface="Arial" panose="020B0604020202020204" pitchFamily="34" charset="0"/>
              <a:buChar char="•"/>
            </a:pPr>
            <a:r>
              <a:rPr lang="en-US" sz="2400" dirty="0">
                <a:latin typeface="+mj-lt"/>
              </a:rPr>
              <a:t>Design Overview</a:t>
            </a:r>
          </a:p>
          <a:p>
            <a:pPr marL="342900" indent="-342900">
              <a:spcAft>
                <a:spcPts val="1000"/>
              </a:spcAft>
              <a:buFont typeface="Arial" panose="020B0604020202020204" pitchFamily="34" charset="0"/>
              <a:buChar char="•"/>
            </a:pPr>
            <a:r>
              <a:rPr lang="en-US" sz="2400" dirty="0">
                <a:latin typeface="+mj-lt"/>
              </a:rPr>
              <a:t>Procurement Process</a:t>
            </a:r>
          </a:p>
          <a:p>
            <a:pPr marL="342900" indent="-342900">
              <a:spcAft>
                <a:spcPts val="1000"/>
              </a:spcAft>
              <a:buFont typeface="Arial" panose="020B0604020202020204" pitchFamily="34" charset="0"/>
              <a:buChar char="•"/>
            </a:pPr>
            <a:r>
              <a:rPr lang="en-US" sz="2400" dirty="0">
                <a:latin typeface="+mj-lt"/>
              </a:rPr>
              <a:t>Small Business Opportunities</a:t>
            </a:r>
          </a:p>
          <a:p>
            <a:pPr marL="342900" indent="-342900">
              <a:spcAft>
                <a:spcPts val="1000"/>
              </a:spcAft>
              <a:buFont typeface="Arial" panose="020B0604020202020204" pitchFamily="34" charset="0"/>
              <a:buChar char="•"/>
            </a:pPr>
            <a:r>
              <a:rPr lang="en-US" sz="2400" dirty="0">
                <a:latin typeface="+mj-lt"/>
              </a:rPr>
              <a:t>Questions</a:t>
            </a:r>
          </a:p>
          <a:p>
            <a:pPr>
              <a:spcAft>
                <a:spcPts val="1000"/>
              </a:spcAft>
            </a:pPr>
            <a:endParaRPr lang="en-US" sz="2400" dirty="0">
              <a:latin typeface="+mj-lt"/>
            </a:endParaRPr>
          </a:p>
          <a:p>
            <a:endParaRPr lang="en-US" sz="2400" b="1" dirty="0">
              <a:latin typeface="+mj-lt"/>
            </a:endParaRPr>
          </a:p>
          <a:p>
            <a:endParaRPr lang="en-US" dirty="0"/>
          </a:p>
          <a:p>
            <a:endParaRPr lang="en-US" sz="2000" dirty="0"/>
          </a:p>
          <a:p>
            <a:endParaRPr lang="en-US" dirty="0"/>
          </a:p>
        </p:txBody>
      </p:sp>
      <p:sp>
        <p:nvSpPr>
          <p:cNvPr id="2" name="Title 1"/>
          <p:cNvSpPr>
            <a:spLocks noGrp="1"/>
          </p:cNvSpPr>
          <p:nvPr>
            <p:ph type="title"/>
          </p:nvPr>
        </p:nvSpPr>
        <p:spPr/>
        <p:txBody>
          <a:bodyPr/>
          <a:lstStyle/>
          <a:p>
            <a:pPr algn="ctr"/>
            <a:r>
              <a:rPr lang="en-US" sz="3600" dirty="0"/>
              <a:t>AGENDA</a:t>
            </a:r>
          </a:p>
        </p:txBody>
      </p:sp>
    </p:spTree>
    <p:extLst>
      <p:ext uri="{BB962C8B-B14F-4D97-AF65-F5344CB8AC3E}">
        <p14:creationId xmlns:p14="http://schemas.microsoft.com/office/powerpoint/2010/main" val="3176357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B78048B-D074-EFFD-F62B-5C0C1CAE878B}"/>
              </a:ext>
            </a:extLst>
          </p:cNvPr>
          <p:cNvSpPr>
            <a:spLocks noGrp="1"/>
          </p:cNvSpPr>
          <p:nvPr>
            <p:ph sz="quarter" idx="10"/>
          </p:nvPr>
        </p:nvSpPr>
        <p:spPr>
          <a:xfrm>
            <a:off x="266700" y="1028700"/>
            <a:ext cx="11658600" cy="5624450"/>
          </a:xfrm>
        </p:spPr>
        <p:txBody>
          <a:bodyPr/>
          <a:lstStyle/>
          <a:p>
            <a:pPr algn="ctr"/>
            <a:r>
              <a:rPr lang="en-US" sz="1600" dirty="0"/>
              <a:t>Project: Construct a 300-bed open-bay Collective Training Enlisted Barracks.</a:t>
            </a:r>
          </a:p>
          <a:p>
            <a:endParaRPr lang="en-US" sz="1600" dirty="0"/>
          </a:p>
          <a:p>
            <a:endParaRPr lang="en-US" dirty="0"/>
          </a:p>
          <a:p>
            <a:r>
              <a:rPr lang="en-US" sz="1600" dirty="0"/>
              <a:t>Location: Devens, Ma</a:t>
            </a:r>
          </a:p>
          <a:p>
            <a:endParaRPr lang="en-US" sz="1600" dirty="0"/>
          </a:p>
          <a:p>
            <a:r>
              <a:rPr lang="en-US" sz="1600" dirty="0"/>
              <a:t>Includes: </a:t>
            </a:r>
            <a:r>
              <a:rPr lang="en-US" sz="1600" dirty="0">
                <a:latin typeface="Calibri" panose="020F0502020204030204" pitchFamily="34" charset="0"/>
                <a:ea typeface="Calibri" panose="020F0502020204030204" pitchFamily="34" charset="0"/>
              </a:rPr>
              <a:t>Army Reserve Center Building 46,000 SF</a:t>
            </a:r>
          </a:p>
          <a:p>
            <a:endParaRPr lang="en-US" sz="1600" dirty="0"/>
          </a:p>
          <a:p>
            <a:pPr marL="1028700" marR="0">
              <a:lnSpc>
                <a:spcPct val="107000"/>
              </a:lnSpc>
              <a:spcBef>
                <a:spcPts val="0"/>
              </a:spcBef>
              <a:spcAft>
                <a:spcPts val="0"/>
              </a:spcAft>
            </a:pPr>
            <a:endParaRPr lang="en-US" sz="1800" dirty="0">
              <a:effectLst/>
              <a:latin typeface="Calibri" panose="020F0502020204030204" pitchFamily="34" charset="0"/>
              <a:ea typeface="Calibri" panose="020F0502020204030204" pitchFamily="34" charset="0"/>
              <a:cs typeface="Arial" panose="020B0604020202020204" pitchFamily="34" charset="0"/>
            </a:endParaRPr>
          </a:p>
          <a:p>
            <a:r>
              <a:rPr lang="en-US" sz="1600" dirty="0">
                <a:latin typeface="+mn-lt"/>
              </a:rPr>
              <a:t>Construct a 300-bed open-bay Collective Training Enlisted Barracks on Devens Reserve Forces Training Area (RFTA), Massachusetts. The barracks will consist of open bay sleeping rooms, storage, team rooms, laundry, restrooms, and showers. The project will include information systems, fire protection, alarm systems, and energy monitoring control systems. Supporting facilities include site development, utilities with connections, lighting, paving, sidewalks, curbs and gutters, storm drainage, landscaping and signage. Sustainability/Energy and cybersecurity measures are included. Demolition of two (2) adjacent buildings.</a:t>
            </a:r>
            <a:endParaRPr lang="en-US" sz="1600" dirty="0">
              <a:latin typeface="+mn-lt"/>
              <a:ea typeface="Calibri" panose="020F0502020204030204" pitchFamily="34" charset="0"/>
              <a:cs typeface="Calibri" panose="020F0502020204030204" pitchFamily="34" charset="0"/>
            </a:endParaRPr>
          </a:p>
          <a:p>
            <a:endParaRPr lang="en-US" sz="1800" dirty="0">
              <a:latin typeface="Calibri" panose="020F0502020204030204" pitchFamily="34" charset="0"/>
              <a:ea typeface="Calibri" panose="020F0502020204030204" pitchFamily="34" charset="0"/>
              <a:cs typeface="Calibri" panose="020F0502020204030204" pitchFamily="34" charset="0"/>
            </a:endParaRPr>
          </a:p>
        </p:txBody>
      </p:sp>
      <p:sp>
        <p:nvSpPr>
          <p:cNvPr id="3" name="Footer Placeholder 2">
            <a:extLst>
              <a:ext uri="{FF2B5EF4-FFF2-40B4-BE49-F238E27FC236}">
                <a16:creationId xmlns:a16="http://schemas.microsoft.com/office/drawing/2014/main" id="{FD00899B-0B5A-CF9C-9F67-0E657F66A0A3}"/>
              </a:ext>
            </a:extLst>
          </p:cNvPr>
          <p:cNvSpPr>
            <a:spLocks noGrp="1"/>
          </p:cNvSpPr>
          <p:nvPr>
            <p:ph type="ftr" sz="quarter" idx="12"/>
          </p:nvPr>
        </p:nvSpPr>
        <p:spPr/>
        <p:txBody>
          <a:bodyPr/>
          <a:lstStyle/>
          <a:p>
            <a:endParaRPr lang="en-US" dirty="0"/>
          </a:p>
        </p:txBody>
      </p:sp>
      <p:sp>
        <p:nvSpPr>
          <p:cNvPr id="4" name="Title 3">
            <a:extLst>
              <a:ext uri="{FF2B5EF4-FFF2-40B4-BE49-F238E27FC236}">
                <a16:creationId xmlns:a16="http://schemas.microsoft.com/office/drawing/2014/main" id="{9F5E4F27-88D4-3FE2-FF9D-1EAF5830FE00}"/>
              </a:ext>
            </a:extLst>
          </p:cNvPr>
          <p:cNvSpPr>
            <a:spLocks noGrp="1"/>
          </p:cNvSpPr>
          <p:nvPr>
            <p:ph type="title"/>
          </p:nvPr>
        </p:nvSpPr>
        <p:spPr/>
        <p:txBody>
          <a:bodyPr/>
          <a:lstStyle/>
          <a:p>
            <a:r>
              <a:rPr lang="en-US" dirty="0"/>
              <a:t>Project scope</a:t>
            </a:r>
          </a:p>
        </p:txBody>
      </p:sp>
      <p:sp>
        <p:nvSpPr>
          <p:cNvPr id="6" name="TextBox 5">
            <a:extLst>
              <a:ext uri="{FF2B5EF4-FFF2-40B4-BE49-F238E27FC236}">
                <a16:creationId xmlns:a16="http://schemas.microsoft.com/office/drawing/2014/main" id="{4DF30561-B43D-2E3B-B611-2726F9B97359}"/>
              </a:ext>
            </a:extLst>
          </p:cNvPr>
          <p:cNvSpPr txBox="1"/>
          <p:nvPr/>
        </p:nvSpPr>
        <p:spPr>
          <a:xfrm>
            <a:off x="6363478" y="3244334"/>
            <a:ext cx="2799572" cy="369332"/>
          </a:xfrm>
          <a:prstGeom prst="rect">
            <a:avLst/>
          </a:prstGeom>
          <a:noFill/>
        </p:spPr>
        <p:txBody>
          <a:bodyPr wrap="square">
            <a:spAutoFit/>
          </a:bodyPr>
          <a:lstStyle/>
          <a:p>
            <a:endParaRPr lang="en-US" dirty="0"/>
          </a:p>
        </p:txBody>
      </p:sp>
    </p:spTree>
    <p:extLst>
      <p:ext uri="{BB962C8B-B14F-4D97-AF65-F5344CB8AC3E}">
        <p14:creationId xmlns:p14="http://schemas.microsoft.com/office/powerpoint/2010/main" val="2254486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85C296F-FE9A-89D8-74C7-E8E5981E48D1}"/>
              </a:ext>
            </a:extLst>
          </p:cNvPr>
          <p:cNvSpPr>
            <a:spLocks noGrp="1"/>
          </p:cNvSpPr>
          <p:nvPr>
            <p:ph type="ftr" sz="quarter" idx="12"/>
          </p:nvPr>
        </p:nvSpPr>
        <p:spPr/>
        <p:txBody>
          <a:bodyPr/>
          <a:lstStyle/>
          <a:p>
            <a:endParaRPr lang="en-US" dirty="0"/>
          </a:p>
        </p:txBody>
      </p:sp>
      <p:sp>
        <p:nvSpPr>
          <p:cNvPr id="4" name="Title 3">
            <a:extLst>
              <a:ext uri="{FF2B5EF4-FFF2-40B4-BE49-F238E27FC236}">
                <a16:creationId xmlns:a16="http://schemas.microsoft.com/office/drawing/2014/main" id="{1A87AFEE-5F2A-8863-EE4F-8A3B1FFB6FAC}"/>
              </a:ext>
            </a:extLst>
          </p:cNvPr>
          <p:cNvSpPr>
            <a:spLocks noGrp="1"/>
          </p:cNvSpPr>
          <p:nvPr>
            <p:ph type="title"/>
          </p:nvPr>
        </p:nvSpPr>
        <p:spPr/>
        <p:txBody>
          <a:bodyPr/>
          <a:lstStyle/>
          <a:p>
            <a:pPr algn="ctr"/>
            <a:r>
              <a:rPr lang="en-US" dirty="0"/>
              <a:t>Unit storage / kitchen</a:t>
            </a:r>
          </a:p>
        </p:txBody>
      </p:sp>
      <p:pic>
        <p:nvPicPr>
          <p:cNvPr id="9" name="Content Placeholder 8">
            <a:extLst>
              <a:ext uri="{FF2B5EF4-FFF2-40B4-BE49-F238E27FC236}">
                <a16:creationId xmlns:a16="http://schemas.microsoft.com/office/drawing/2014/main" id="{1277595F-6CF9-469B-D473-9179631BB701}"/>
              </a:ext>
            </a:extLst>
          </p:cNvPr>
          <p:cNvPicPr>
            <a:picLocks noGrp="1" noChangeAspect="1"/>
          </p:cNvPicPr>
          <p:nvPr>
            <p:ph sz="quarter" idx="10"/>
          </p:nvPr>
        </p:nvPicPr>
        <p:blipFill>
          <a:blip r:embed="rId2"/>
          <a:stretch>
            <a:fillRect/>
          </a:stretch>
        </p:blipFill>
        <p:spPr>
          <a:xfrm>
            <a:off x="3557177" y="1028700"/>
            <a:ext cx="5077646" cy="5600700"/>
          </a:xfrm>
        </p:spPr>
      </p:pic>
      <p:pic>
        <p:nvPicPr>
          <p:cNvPr id="5" name="Picture 4">
            <a:extLst>
              <a:ext uri="{FF2B5EF4-FFF2-40B4-BE49-F238E27FC236}">
                <a16:creationId xmlns:a16="http://schemas.microsoft.com/office/drawing/2014/main" id="{6123BD0F-03A4-7C5C-B54E-7AF3F313E349}"/>
              </a:ext>
            </a:extLst>
          </p:cNvPr>
          <p:cNvPicPr>
            <a:picLocks noChangeAspect="1"/>
          </p:cNvPicPr>
          <p:nvPr/>
        </p:nvPicPr>
        <p:blipFill>
          <a:blip r:embed="rId3"/>
          <a:stretch>
            <a:fillRect/>
          </a:stretch>
        </p:blipFill>
        <p:spPr>
          <a:xfrm>
            <a:off x="1076527" y="165370"/>
            <a:ext cx="10038945" cy="6527260"/>
          </a:xfrm>
          <a:prstGeom prst="rect">
            <a:avLst/>
          </a:prstGeom>
        </p:spPr>
      </p:pic>
    </p:spTree>
    <p:extLst>
      <p:ext uri="{BB962C8B-B14F-4D97-AF65-F5344CB8AC3E}">
        <p14:creationId xmlns:p14="http://schemas.microsoft.com/office/powerpoint/2010/main" val="1523759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C439441-D803-6BA2-1BDA-52881AAEFE62}"/>
              </a:ext>
            </a:extLst>
          </p:cNvPr>
          <p:cNvSpPr>
            <a:spLocks noGrp="1"/>
          </p:cNvSpPr>
          <p:nvPr>
            <p:ph type="ftr" sz="quarter" idx="12"/>
          </p:nvPr>
        </p:nvSpPr>
        <p:spPr/>
        <p:txBody>
          <a:bodyPr/>
          <a:lstStyle/>
          <a:p>
            <a:endParaRPr lang="en-US" dirty="0"/>
          </a:p>
        </p:txBody>
      </p:sp>
      <p:sp>
        <p:nvSpPr>
          <p:cNvPr id="4" name="Title 3">
            <a:extLst>
              <a:ext uri="{FF2B5EF4-FFF2-40B4-BE49-F238E27FC236}">
                <a16:creationId xmlns:a16="http://schemas.microsoft.com/office/drawing/2014/main" id="{7A701FC2-AE96-0776-26D9-70C1EB45A2CB}"/>
              </a:ext>
            </a:extLst>
          </p:cNvPr>
          <p:cNvSpPr>
            <a:spLocks noGrp="1"/>
          </p:cNvSpPr>
          <p:nvPr>
            <p:ph type="title"/>
          </p:nvPr>
        </p:nvSpPr>
        <p:spPr/>
        <p:txBody>
          <a:bodyPr/>
          <a:lstStyle/>
          <a:p>
            <a:r>
              <a:rPr lang="en-US" dirty="0"/>
              <a:t>Project site</a:t>
            </a:r>
          </a:p>
        </p:txBody>
      </p:sp>
      <p:pic>
        <p:nvPicPr>
          <p:cNvPr id="6" name="Picture 5">
            <a:extLst>
              <a:ext uri="{FF2B5EF4-FFF2-40B4-BE49-F238E27FC236}">
                <a16:creationId xmlns:a16="http://schemas.microsoft.com/office/drawing/2014/main" id="{E41A1D6F-F2AF-DEB3-AE06-6ED17EC1F40A}"/>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380552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8366" y="1312060"/>
            <a:ext cx="10386814" cy="3866182"/>
          </a:xfrm>
        </p:spPr>
        <p:txBody>
          <a:bodyPr>
            <a:normAutofit fontScale="90000"/>
          </a:bodyPr>
          <a:lstStyle/>
          <a:p>
            <a:pPr algn="ctr"/>
            <a:br>
              <a:rPr lang="en-US" sz="3600" dirty="0"/>
            </a:br>
            <a:br>
              <a:rPr lang="en-US" sz="3600" dirty="0"/>
            </a:br>
            <a:r>
              <a:rPr lang="en-US" sz="3600" dirty="0"/>
              <a:t>  </a:t>
            </a:r>
            <a:r>
              <a:rPr lang="en-US" sz="3600" b="1" dirty="0">
                <a:latin typeface="Arial" panose="020B0604020202020204" pitchFamily="34" charset="0"/>
                <a:cs typeface="Arial" panose="020B0604020202020204" pitchFamily="34" charset="0"/>
              </a:rPr>
              <a:t>PROCUREMENT PROCESS OVERVIEW</a:t>
            </a:r>
            <a:br>
              <a:rPr lang="en-US" sz="3600" b="1" dirty="0">
                <a:latin typeface="Arial" panose="020B0604020202020204" pitchFamily="34" charset="0"/>
                <a:cs typeface="Arial" panose="020B0604020202020204" pitchFamily="34" charset="0"/>
              </a:rPr>
            </a:br>
            <a:br>
              <a:rPr lang="en-US" sz="3600" b="1" dirty="0">
                <a:latin typeface="Arial" panose="020B0604020202020204" pitchFamily="34" charset="0"/>
                <a:cs typeface="Arial" panose="020B0604020202020204" pitchFamily="34" charset="0"/>
              </a:rPr>
            </a:br>
            <a:br>
              <a:rPr lang="en-US" sz="3600" b="1" dirty="0">
                <a:latin typeface="Arial" panose="020B0604020202020204" pitchFamily="34" charset="0"/>
                <a:cs typeface="Arial" panose="020B0604020202020204" pitchFamily="34" charset="0"/>
              </a:rPr>
            </a:br>
            <a:br>
              <a:rPr lang="en-US" sz="3600" b="1" dirty="0">
                <a:latin typeface="Arial" panose="020B0604020202020204" pitchFamily="34" charset="0"/>
                <a:cs typeface="Arial" panose="020B0604020202020204" pitchFamily="34" charset="0"/>
              </a:rPr>
            </a:br>
            <a:br>
              <a:rPr lang="en-US" sz="3600" b="1" dirty="0">
                <a:latin typeface="Arial" panose="020B0604020202020204" pitchFamily="34" charset="0"/>
                <a:cs typeface="Arial" panose="020B0604020202020204" pitchFamily="34" charset="0"/>
              </a:rPr>
            </a:br>
            <a:br>
              <a:rPr lang="en-US" sz="3600" b="1" dirty="0">
                <a:latin typeface="Arial" panose="020B0604020202020204" pitchFamily="34" charset="0"/>
                <a:cs typeface="Arial" panose="020B0604020202020204" pitchFamily="34" charset="0"/>
              </a:rPr>
            </a:br>
            <a:br>
              <a:rPr lang="en-US" sz="2200" dirty="0"/>
            </a:br>
            <a:br>
              <a:rPr lang="en-US" sz="2200" dirty="0"/>
            </a:br>
            <a:br>
              <a:rPr lang="en-US" sz="2200" dirty="0"/>
            </a:br>
            <a:br>
              <a:rPr lang="en-US" sz="2200" dirty="0"/>
            </a:br>
            <a:br>
              <a:rPr lang="en-US" sz="2200" dirty="0"/>
            </a:br>
            <a:br>
              <a:rPr lang="en-US" sz="2200" dirty="0"/>
            </a:br>
            <a:br>
              <a:rPr lang="en-US" sz="2200" dirty="0"/>
            </a:br>
            <a:br>
              <a:rPr lang="en-US" sz="2200" dirty="0"/>
            </a:br>
            <a:br>
              <a:rPr lang="en-US" sz="2200" dirty="0"/>
            </a:br>
            <a:br>
              <a:rPr lang="en-US" sz="2000" b="0" dirty="0"/>
            </a:br>
            <a:br>
              <a:rPr lang="en-US" sz="2000" b="0" dirty="0"/>
            </a:br>
            <a:endParaRPr lang="en-US" sz="2000" b="0" dirty="0"/>
          </a:p>
        </p:txBody>
      </p:sp>
      <p:pic>
        <p:nvPicPr>
          <p:cNvPr id="4" name="Picture 3">
            <a:extLst>
              <a:ext uri="{FF2B5EF4-FFF2-40B4-BE49-F238E27FC236}">
                <a16:creationId xmlns:a16="http://schemas.microsoft.com/office/drawing/2014/main" id="{2C6BFE07-1441-CDF2-1733-E20604F3B09B}"/>
              </a:ext>
            </a:extLst>
          </p:cNvPr>
          <p:cNvPicPr>
            <a:picLocks noChangeAspect="1"/>
          </p:cNvPicPr>
          <p:nvPr/>
        </p:nvPicPr>
        <p:blipFill>
          <a:blip r:embed="rId3"/>
          <a:stretch>
            <a:fillRect/>
          </a:stretch>
        </p:blipFill>
        <p:spPr>
          <a:xfrm>
            <a:off x="2850907" y="1199383"/>
            <a:ext cx="6643615" cy="3694552"/>
          </a:xfrm>
          <a:prstGeom prst="rect">
            <a:avLst/>
          </a:prstGeom>
        </p:spPr>
      </p:pic>
      <p:sp>
        <p:nvSpPr>
          <p:cNvPr id="5" name="TextBox 4">
            <a:extLst>
              <a:ext uri="{FF2B5EF4-FFF2-40B4-BE49-F238E27FC236}">
                <a16:creationId xmlns:a16="http://schemas.microsoft.com/office/drawing/2014/main" id="{15F3B2C8-7A01-ABCA-27C8-3ADCBB504B09}"/>
              </a:ext>
            </a:extLst>
          </p:cNvPr>
          <p:cNvSpPr txBox="1"/>
          <p:nvPr/>
        </p:nvSpPr>
        <p:spPr>
          <a:xfrm>
            <a:off x="2185384" y="5174952"/>
            <a:ext cx="3526735" cy="143116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221F20"/>
                </a:solidFill>
                <a:effectLst/>
                <a:uLnTx/>
                <a:uFillTx/>
                <a:latin typeface="Calibri" panose="020F0502020204030204" pitchFamily="34" charset="0"/>
                <a:ea typeface="Calibri" panose="020F0502020204030204" pitchFamily="34" charset="0"/>
                <a:cs typeface="Calibri" panose="020F0502020204030204" pitchFamily="34" charset="0"/>
              </a:rPr>
              <a:t>Ryan King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rgbClr val="221F20"/>
                </a:solidFill>
                <a:effectLst/>
                <a:uLnTx/>
                <a:uFillTx/>
                <a:latin typeface="Calibri" panose="020F0502020204030204" pitchFamily="34" charset="0"/>
                <a:ea typeface="Calibri" panose="020F0502020204030204" pitchFamily="34" charset="0"/>
                <a:cs typeface="Calibri" panose="020F0502020204030204" pitchFamily="34" charset="0"/>
              </a:rPr>
              <a:t>CONTRACT SPECIALIST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rgbClr val="221F20"/>
                </a:solidFill>
                <a:effectLst/>
                <a:uLnTx/>
                <a:uFillTx/>
                <a:latin typeface="Calibri" panose="020F0502020204030204" pitchFamily="34" charset="0"/>
                <a:ea typeface="Calibri" panose="020F0502020204030204" pitchFamily="34" charset="0"/>
                <a:cs typeface="Calibri" panose="020F0502020204030204" pitchFamily="34" charset="0"/>
              </a:rPr>
              <a:t>USACE-LOUI</a:t>
            </a:r>
            <a:r>
              <a:rPr lang="en-US" sz="2300" dirty="0">
                <a:solidFill>
                  <a:srgbClr val="221F20"/>
                </a:solidFill>
                <a:latin typeface="Calibri" panose="020F0502020204030204" pitchFamily="34" charset="0"/>
                <a:ea typeface="Calibri" panose="020F0502020204030204" pitchFamily="34" charset="0"/>
                <a:cs typeface="Calibri" panose="020F0502020204030204" pitchFamily="34" charset="0"/>
              </a:rPr>
              <a:t>S</a:t>
            </a:r>
            <a:r>
              <a:rPr kumimoji="0" lang="en-US" sz="2300" b="0" i="0" u="none" strike="noStrike" kern="1200" cap="none" spc="0" normalizeH="0" baseline="0" noProof="0" dirty="0">
                <a:ln>
                  <a:noFill/>
                </a:ln>
                <a:solidFill>
                  <a:srgbClr val="221F20"/>
                </a:solidFill>
                <a:effectLst/>
                <a:uLnTx/>
                <a:uFillTx/>
                <a:latin typeface="Calibri" panose="020F0502020204030204" pitchFamily="34" charset="0"/>
                <a:ea typeface="Calibri" panose="020F0502020204030204" pitchFamily="34" charset="0"/>
                <a:cs typeface="Calibri" panose="020F0502020204030204" pitchFamily="34" charset="0"/>
              </a:rPr>
              <a:t>VILLE DISTRICT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1F20"/>
              </a:solidFill>
              <a:effectLst/>
              <a:uLnTx/>
              <a:uFillTx/>
              <a:latin typeface="Arial"/>
              <a:ea typeface="+mn-ea"/>
              <a:cs typeface="+mn-cs"/>
            </a:endParaRPr>
          </a:p>
        </p:txBody>
      </p:sp>
      <p:sp>
        <p:nvSpPr>
          <p:cNvPr id="6" name="TextBox 5">
            <a:extLst>
              <a:ext uri="{FF2B5EF4-FFF2-40B4-BE49-F238E27FC236}">
                <a16:creationId xmlns:a16="http://schemas.microsoft.com/office/drawing/2014/main" id="{6E1F3A54-7B6C-ACC5-5951-7AB73BDA6A47}"/>
              </a:ext>
            </a:extLst>
          </p:cNvPr>
          <p:cNvSpPr txBox="1"/>
          <p:nvPr/>
        </p:nvSpPr>
        <p:spPr>
          <a:xfrm>
            <a:off x="6618116" y="5174951"/>
            <a:ext cx="3545587" cy="143116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221F20"/>
                </a:solidFill>
                <a:effectLst/>
                <a:uLnTx/>
                <a:uFillTx/>
                <a:latin typeface="Calibri" panose="020F0502020204030204" pitchFamily="34" charset="0"/>
                <a:ea typeface="Calibri" panose="020F0502020204030204" pitchFamily="34" charset="0"/>
                <a:cs typeface="Calibri" panose="020F0502020204030204" pitchFamily="34" charset="0"/>
              </a:rPr>
              <a:t>Jesse Scharlow</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rgbClr val="221F20"/>
                </a:solidFill>
                <a:effectLst/>
                <a:uLnTx/>
                <a:uFillTx/>
                <a:latin typeface="Calibri" panose="020F0502020204030204" pitchFamily="34" charset="0"/>
                <a:ea typeface="Calibri" panose="020F0502020204030204" pitchFamily="34" charset="0"/>
                <a:cs typeface="Calibri" panose="020F0502020204030204" pitchFamily="34" charset="0"/>
              </a:rPr>
              <a:t>CONTRACTING OFFICER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rgbClr val="221F20"/>
                </a:solidFill>
                <a:effectLst/>
                <a:uLnTx/>
                <a:uFillTx/>
                <a:latin typeface="Calibri" panose="020F0502020204030204" pitchFamily="34" charset="0"/>
                <a:ea typeface="Calibri" panose="020F0502020204030204" pitchFamily="34" charset="0"/>
                <a:cs typeface="Calibri" panose="020F0502020204030204" pitchFamily="34" charset="0"/>
              </a:rPr>
              <a:t>USACE-LOUISVILLE DISTRICT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1F20"/>
              </a:solidFill>
              <a:effectLst/>
              <a:uLnTx/>
              <a:uFillTx/>
              <a:latin typeface="Arial"/>
              <a:ea typeface="+mn-ea"/>
              <a:cs typeface="+mn-cs"/>
            </a:endParaRPr>
          </a:p>
        </p:txBody>
      </p:sp>
    </p:spTree>
    <p:extLst>
      <p:ext uri="{BB962C8B-B14F-4D97-AF65-F5344CB8AC3E}">
        <p14:creationId xmlns:p14="http://schemas.microsoft.com/office/powerpoint/2010/main" val="2424616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66DE466-CDDB-9A99-CAF7-60CE454BF2C8}"/>
              </a:ext>
            </a:extLst>
          </p:cNvPr>
          <p:cNvSpPr>
            <a:spLocks noGrp="1"/>
          </p:cNvSpPr>
          <p:nvPr>
            <p:ph sz="quarter" idx="10"/>
          </p:nvPr>
        </p:nvSpPr>
        <p:spPr>
          <a:xfrm>
            <a:off x="816719" y="1257973"/>
            <a:ext cx="9997055" cy="5600700"/>
          </a:xfrm>
        </p:spPr>
        <p:txBody>
          <a:bodyPr/>
          <a:lstStyle/>
          <a:p>
            <a:pPr marL="342900" marR="0" lvl="0" indent="-3429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alt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Request for Proposal (RFP) issued for offers for this Design-Bid-Build (D-B-B) project</a:t>
            </a:r>
          </a:p>
          <a:p>
            <a:pPr marL="342900" marR="0" lvl="0" indent="-3429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endParaRPr lang="en-US" altLang="en-US" sz="1800" dirty="0">
              <a:solidFill>
                <a:srgbClr val="000000"/>
              </a:solidFill>
              <a:latin typeface="Calibri" panose="020F0502020204030204" pitchFamily="34" charset="0"/>
              <a:cs typeface="Calibri" panose="020F0502020204030204" pitchFamily="34" charset="0"/>
            </a:endParaRPr>
          </a:p>
          <a:p>
            <a:pPr marL="342900" marR="0" lvl="0" indent="-3429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alt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Unrestricted (full and open) </a:t>
            </a:r>
            <a:r>
              <a:rPr lang="en-US" altLang="en-US" sz="2600" dirty="0">
                <a:solidFill>
                  <a:srgbClr val="000000"/>
                </a:solidFill>
                <a:latin typeface="Calibri" panose="020F0502020204030204" pitchFamily="34" charset="0"/>
                <a:cs typeface="Calibri" panose="020F0502020204030204" pitchFamily="34" charset="0"/>
              </a:rPr>
              <a:t>procurement</a:t>
            </a:r>
          </a:p>
          <a:p>
            <a:pPr marR="0" lvl="0" algn="l" defTabSz="914400" rtl="0" eaLnBrk="1" fontAlgn="base" latinLnBrk="0" hangingPunct="1">
              <a:lnSpc>
                <a:spcPct val="100000"/>
              </a:lnSpc>
              <a:spcBef>
                <a:spcPts val="300"/>
              </a:spcBef>
              <a:spcAft>
                <a:spcPct val="0"/>
              </a:spcAft>
              <a:buClrTx/>
              <a:buSzTx/>
              <a:tabLst/>
              <a:defRPr/>
            </a:pPr>
            <a:endParaRPr kumimoji="0" lang="en-US" alt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342900" indent="-342900">
              <a:spcBef>
                <a:spcPts val="300"/>
              </a:spcBef>
              <a:buFont typeface="Arial" panose="020B0604020202020204" pitchFamily="34" charset="0"/>
              <a:buChar char="•"/>
              <a:defRPr/>
            </a:pPr>
            <a:r>
              <a:rPr kumimoji="0" lang="en-US" alt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LRL will conduct a Single-Phase Source Selection Evaluation Board (SSEB) to evaluate offerors’ proposals based on specific factors as defined in the RFP Package</a:t>
            </a:r>
          </a:p>
          <a:p>
            <a:pPr marL="0" marR="0" lvl="0" indent="0" algn="l" defTabSz="914400" rtl="0" eaLnBrk="1" fontAlgn="base" latinLnBrk="0" hangingPunct="1">
              <a:lnSpc>
                <a:spcPct val="100000"/>
              </a:lnSpc>
              <a:spcBef>
                <a:spcPts val="300"/>
              </a:spcBef>
              <a:spcAft>
                <a:spcPct val="0"/>
              </a:spcAft>
              <a:buClrTx/>
              <a:buSzTx/>
              <a:buFont typeface="Arial" pitchFamily="34" charset="0"/>
              <a:buNone/>
              <a:tabLst/>
              <a:defRPr/>
            </a:pPr>
            <a:endParaRPr kumimoji="0" lang="en-US" altLang="en-US" sz="1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342900" marR="0" lvl="0" indent="-3429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alt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“Best Value Trade-off” process used that allows us to award to the offeror whose proposal offers the best value to the government</a:t>
            </a:r>
          </a:p>
          <a:p>
            <a:pPr marL="0" marR="0" lvl="0" indent="0" algn="l" defTabSz="914400" rtl="0" eaLnBrk="1" fontAlgn="base" latinLnBrk="0" hangingPunct="1">
              <a:lnSpc>
                <a:spcPct val="100000"/>
              </a:lnSpc>
              <a:spcBef>
                <a:spcPts val="300"/>
              </a:spcBef>
              <a:spcAft>
                <a:spcPct val="0"/>
              </a:spcAft>
              <a:buClrTx/>
              <a:buSzTx/>
              <a:buFont typeface="Arial" pitchFamily="34" charset="0"/>
              <a:buNone/>
              <a:tabLst/>
              <a:defRPr/>
            </a:pPr>
            <a:endParaRPr kumimoji="0" lang="en-US" altLang="en-US" sz="1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342900" marR="0" lvl="0" indent="-3429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alt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Proposals </a:t>
            </a:r>
            <a:r>
              <a:rPr kumimoji="0" lang="en-US" altLang="en-US" sz="2600" b="1"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must</a:t>
            </a:r>
            <a:r>
              <a:rPr kumimoji="0" lang="en-US" alt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be submitted on time.</a:t>
            </a:r>
          </a:p>
          <a:p>
            <a:pPr marL="800100" marR="0" lvl="1" indent="-342900" algn="l" defTabSz="914400" rtl="0" eaLnBrk="1" fontAlgn="base" latinLnBrk="0" hangingPunct="1">
              <a:lnSpc>
                <a:spcPct val="100000"/>
              </a:lnSpc>
              <a:spcBef>
                <a:spcPts val="300"/>
              </a:spcBef>
              <a:spcAft>
                <a:spcPct val="0"/>
              </a:spcAft>
              <a:buClrTx/>
              <a:buSzTx/>
              <a:buFont typeface="Wingdings" panose="05000000000000000000" pitchFamily="2" charset="2"/>
              <a:buChar char="ü"/>
              <a:tabLst/>
              <a:defRPr/>
            </a:pPr>
            <a:r>
              <a:rPr kumimoji="0" lang="en-US" altLang="en-US" sz="2600" b="1" i="0" u="sng"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The Louisville District is located within the Eastern time zone.</a:t>
            </a:r>
          </a:p>
          <a:p>
            <a:pPr marL="457200" marR="0" lvl="1" indent="0" algn="l" defTabSz="914400" rtl="0" eaLnBrk="1" fontAlgn="base" latinLnBrk="0" hangingPunct="1">
              <a:lnSpc>
                <a:spcPct val="100000"/>
              </a:lnSpc>
              <a:spcBef>
                <a:spcPts val="300"/>
              </a:spcBef>
              <a:spcAft>
                <a:spcPct val="0"/>
              </a:spcAft>
              <a:buClrTx/>
              <a:buSzTx/>
              <a:buFont typeface="Arial" pitchFamily="34" charset="0"/>
              <a:buNone/>
              <a:tabLst/>
              <a:defRPr/>
            </a:pPr>
            <a:endParaRPr kumimoji="0" lang="en-US" altLang="en-US" sz="1800" b="1" i="0" u="sng"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endParaRPr>
          </a:p>
          <a:p>
            <a:endParaRPr lang="en-US" dirty="0">
              <a:latin typeface="+mn-lt"/>
            </a:endParaRPr>
          </a:p>
        </p:txBody>
      </p:sp>
      <p:sp>
        <p:nvSpPr>
          <p:cNvPr id="4" name="Title 3">
            <a:extLst>
              <a:ext uri="{FF2B5EF4-FFF2-40B4-BE49-F238E27FC236}">
                <a16:creationId xmlns:a16="http://schemas.microsoft.com/office/drawing/2014/main" id="{9A9AC50D-5111-B6F3-0215-C5E7AF594F1B}"/>
              </a:ext>
            </a:extLst>
          </p:cNvPr>
          <p:cNvSpPr>
            <a:spLocks noGrp="1"/>
          </p:cNvSpPr>
          <p:nvPr>
            <p:ph type="title"/>
          </p:nvPr>
        </p:nvSpPr>
        <p:spPr>
          <a:xfrm>
            <a:off x="948366" y="593247"/>
            <a:ext cx="10386814" cy="518556"/>
          </a:xfrm>
        </p:spPr>
        <p:txBody>
          <a:bodyPr>
            <a:normAutofit fontScale="90000"/>
          </a:bodyPr>
          <a:lstStyle/>
          <a:p>
            <a:pPr algn="ctr"/>
            <a:r>
              <a:rPr kumimoji="0" lang="en-US" sz="3600" b="1" i="0" u="none" strike="noStrike" kern="1200" cap="none" spc="0" normalizeH="0" baseline="0" noProof="0" dirty="0">
                <a:ln>
                  <a:noFill/>
                </a:ln>
                <a:solidFill>
                  <a:prstClr val="black"/>
                </a:solidFill>
                <a:effectLst/>
                <a:uLnTx/>
                <a:uFillTx/>
                <a:latin typeface="Arial" pitchFamily="34" charset="0"/>
                <a:ea typeface="ＭＳ Ｐゴシック" charset="0"/>
                <a:cs typeface="Arial" pitchFamily="34" charset="0"/>
              </a:rPr>
              <a:t>THE PROCUREMENT PROCESS</a:t>
            </a:r>
            <a:br>
              <a:rPr kumimoji="0" lang="en-US" sz="4000" b="0" i="0" u="none" strike="noStrike" kern="1200" cap="none" spc="0" normalizeH="0" baseline="0" noProof="0" dirty="0">
                <a:ln>
                  <a:noFill/>
                </a:ln>
                <a:solidFill>
                  <a:prstClr val="black"/>
                </a:solidFill>
                <a:effectLst/>
                <a:uLnTx/>
                <a:uFillTx/>
                <a:latin typeface="Arial" pitchFamily="34" charset="0"/>
                <a:ea typeface="ＭＳ Ｐゴシック" charset="0"/>
                <a:cs typeface="Arial" pitchFamily="34" charset="0"/>
              </a:rPr>
            </a:br>
            <a:endParaRPr lang="en-US" dirty="0"/>
          </a:p>
        </p:txBody>
      </p:sp>
    </p:spTree>
    <p:extLst>
      <p:ext uri="{BB962C8B-B14F-4D97-AF65-F5344CB8AC3E}">
        <p14:creationId xmlns:p14="http://schemas.microsoft.com/office/powerpoint/2010/main" val="2354696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8916" y="1376980"/>
            <a:ext cx="10579331" cy="5101814"/>
          </a:xfrm>
        </p:spPr>
        <p:txBody>
          <a:bodyPr>
            <a:normAutofit fontScale="70000" lnSpcReduction="20000"/>
          </a:bodyPr>
          <a:lstStyle/>
          <a:p>
            <a:pPr marL="257175" indent="-257175">
              <a:buFont typeface="Arial" panose="020B0604020202020204" pitchFamily="34" charset="0"/>
              <a:buChar char="•"/>
            </a:pPr>
            <a:r>
              <a:rPr lang="en-US" sz="3800" dirty="0">
                <a:solidFill>
                  <a:schemeClr val="tx1"/>
                </a:solidFill>
                <a:latin typeface="Calibri" panose="020F0502020204030204" pitchFamily="34" charset="0"/>
                <a:cs typeface="Calibri" panose="020F0502020204030204" pitchFamily="34" charset="0"/>
              </a:rPr>
              <a:t>System for Award Management (SAM) at </a:t>
            </a:r>
            <a:r>
              <a:rPr lang="en-US" sz="3800" dirty="0">
                <a:solidFill>
                  <a:schemeClr val="accent5">
                    <a:lumMod val="60000"/>
                    <a:lumOff val="40000"/>
                  </a:schemeClr>
                </a:solidFill>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www.SAM.gov</a:t>
            </a:r>
            <a:r>
              <a:rPr lang="en-US" sz="3800" dirty="0">
                <a:solidFill>
                  <a:schemeClr val="accent5">
                    <a:lumMod val="60000"/>
                    <a:lumOff val="40000"/>
                  </a:schemeClr>
                </a:solidFill>
                <a:latin typeface="Calibri" panose="020F0502020204030204" pitchFamily="34" charset="0"/>
                <a:cs typeface="Calibri" panose="020F0502020204030204" pitchFamily="34" charset="0"/>
              </a:rPr>
              <a:t> </a:t>
            </a:r>
          </a:p>
          <a:p>
            <a:pPr marL="257175" indent="-257175">
              <a:buFont typeface="Arial" panose="020B0604020202020204" pitchFamily="34" charset="0"/>
              <a:buChar char="•"/>
            </a:pPr>
            <a:endParaRPr lang="en-US" sz="3100" dirty="0">
              <a:solidFill>
                <a:schemeClr val="accent5">
                  <a:lumMod val="60000"/>
                  <a:lumOff val="40000"/>
                </a:schemeClr>
              </a:solidFill>
              <a:latin typeface="Calibri" panose="020F0502020204030204" pitchFamily="34" charset="0"/>
              <a:cs typeface="Calibri" panose="020F0502020204030204" pitchFamily="34" charset="0"/>
            </a:endParaRPr>
          </a:p>
          <a:p>
            <a:pPr lvl="3">
              <a:buFont typeface="Wingdings" panose="05000000000000000000" pitchFamily="2" charset="2"/>
              <a:buChar char="Ø"/>
            </a:pPr>
            <a:r>
              <a:rPr lang="en-US" sz="3100" b="1" dirty="0">
                <a:solidFill>
                  <a:schemeClr val="tx1"/>
                </a:solidFill>
                <a:latin typeface="Calibri" panose="020F0502020204030204" pitchFamily="34" charset="0"/>
                <a:cs typeface="Calibri" panose="020F0502020204030204" pitchFamily="34" charset="0"/>
              </a:rPr>
              <a:t>  </a:t>
            </a:r>
            <a:r>
              <a:rPr lang="en-US" sz="3100" dirty="0">
                <a:solidFill>
                  <a:schemeClr val="tx1"/>
                </a:solidFill>
                <a:latin typeface="Calibri" panose="020F0502020204030204" pitchFamily="34" charset="0"/>
                <a:cs typeface="Calibri" panose="020F0502020204030204" pitchFamily="34" charset="0"/>
              </a:rPr>
              <a:t>Solicitation Number </a:t>
            </a:r>
            <a:r>
              <a:rPr lang="en-US" sz="3100" b="1" dirty="0">
                <a:solidFill>
                  <a:schemeClr val="tx1"/>
                </a:solidFill>
                <a:latin typeface="Calibri" panose="020F0502020204030204" pitchFamily="34" charset="0"/>
                <a:cs typeface="Calibri" panose="020F0502020204030204" pitchFamily="34" charset="0"/>
              </a:rPr>
              <a:t>W912QR26RA051 – FOLLOW!</a:t>
            </a:r>
          </a:p>
          <a:p>
            <a:pPr lvl="3">
              <a:buFont typeface="Wingdings" panose="05000000000000000000" pitchFamily="2" charset="2"/>
              <a:buChar char="Ø"/>
            </a:pPr>
            <a:r>
              <a:rPr lang="en-US" sz="3100" b="1" dirty="0">
                <a:solidFill>
                  <a:schemeClr val="tx1"/>
                </a:solidFill>
                <a:latin typeface="Calibri" panose="020F0502020204030204" pitchFamily="34" charset="0"/>
                <a:cs typeface="Calibri" panose="020F0502020204030204" pitchFamily="34" charset="0"/>
              </a:rPr>
              <a:t>  </a:t>
            </a:r>
            <a:r>
              <a:rPr lang="en-US" sz="3100" dirty="0">
                <a:solidFill>
                  <a:schemeClr val="tx1"/>
                </a:solidFill>
                <a:latin typeface="Calibri" panose="020F0502020204030204" pitchFamily="34" charset="0"/>
                <a:cs typeface="Calibri" panose="020F0502020204030204" pitchFamily="34" charset="0"/>
              </a:rPr>
              <a:t>Solicitations for USACE-Louisville begin with </a:t>
            </a:r>
            <a:r>
              <a:rPr lang="en-US" sz="3100" b="1" dirty="0">
                <a:solidFill>
                  <a:schemeClr val="tx1"/>
                </a:solidFill>
                <a:latin typeface="Calibri" panose="020F0502020204030204" pitchFamily="34" charset="0"/>
                <a:cs typeface="Calibri" panose="020F0502020204030204" pitchFamily="34" charset="0"/>
              </a:rPr>
              <a:t>W912QR</a:t>
            </a:r>
          </a:p>
          <a:p>
            <a:pPr lvl="3">
              <a:buFont typeface="Wingdings" panose="05000000000000000000" pitchFamily="2" charset="2"/>
              <a:buChar char="Ø"/>
            </a:pPr>
            <a:r>
              <a:rPr lang="en-US" sz="3100" b="1" dirty="0">
                <a:solidFill>
                  <a:schemeClr val="tx1"/>
                </a:solidFill>
                <a:latin typeface="Calibri" panose="020F0502020204030204" pitchFamily="34" charset="0"/>
                <a:cs typeface="Calibri" panose="020F0502020204030204" pitchFamily="34" charset="0"/>
              </a:rPr>
              <a:t>  </a:t>
            </a:r>
            <a:r>
              <a:rPr lang="en-US" sz="3100" dirty="0">
                <a:solidFill>
                  <a:schemeClr val="tx1"/>
                </a:solidFill>
                <a:latin typeface="Calibri" panose="020F0502020204030204" pitchFamily="34" charset="0"/>
                <a:cs typeface="Calibri" panose="020F0502020204030204" pitchFamily="34" charset="0"/>
              </a:rPr>
              <a:t>Search using Keyword Search Feature (Select “Any Words” or “All    </a:t>
            </a:r>
          </a:p>
          <a:p>
            <a:pPr marL="461963" lvl="3" indent="0">
              <a:buNone/>
            </a:pPr>
            <a:r>
              <a:rPr lang="en-US" sz="3100" dirty="0">
                <a:solidFill>
                  <a:schemeClr val="tx1"/>
                </a:solidFill>
                <a:latin typeface="Calibri" panose="020F0502020204030204" pitchFamily="34" charset="0"/>
                <a:cs typeface="Calibri" panose="020F0502020204030204" pitchFamily="34" charset="0"/>
              </a:rPr>
              <a:t>      Words”):  </a:t>
            </a:r>
            <a:r>
              <a:rPr lang="en-US" sz="3100" b="1" dirty="0">
                <a:solidFill>
                  <a:schemeClr val="tx1"/>
                </a:solidFill>
                <a:latin typeface="Calibri" panose="020F0502020204030204" pitchFamily="34" charset="0"/>
                <a:cs typeface="Calibri" panose="020F0502020204030204" pitchFamily="34" charset="0"/>
              </a:rPr>
              <a:t>Fort Devens Collective Training Barracks</a:t>
            </a:r>
          </a:p>
          <a:p>
            <a:pPr marL="1201737" lvl="4" indent="0">
              <a:buNone/>
            </a:pPr>
            <a:endParaRPr lang="en-US" sz="4100" dirty="0">
              <a:solidFill>
                <a:schemeClr val="tx1"/>
              </a:solidFill>
              <a:latin typeface="Calibri" panose="020F0502020204030204" pitchFamily="34" charset="0"/>
              <a:cs typeface="Calibri" panose="020F0502020204030204" pitchFamily="34" charset="0"/>
            </a:endParaRPr>
          </a:p>
          <a:p>
            <a:pPr marL="257175" indent="-257175">
              <a:buFont typeface="Arial" panose="020B0604020202020204" pitchFamily="34" charset="0"/>
              <a:buChar char="•"/>
            </a:pPr>
            <a:r>
              <a:rPr lang="en-US" sz="3800" dirty="0">
                <a:solidFill>
                  <a:schemeClr val="tx1"/>
                </a:solidFill>
                <a:latin typeface="Calibri" panose="020F0502020204030204" pitchFamily="34" charset="0"/>
                <a:cs typeface="Calibri" panose="020F0502020204030204" pitchFamily="34" charset="0"/>
              </a:rPr>
              <a:t>Register as an Interested Vendor and view the </a:t>
            </a:r>
            <a:r>
              <a:rPr lang="en-US" sz="3800" u="sng" dirty="0">
                <a:solidFill>
                  <a:schemeClr val="tx1"/>
                </a:solidFill>
                <a:latin typeface="Calibri" panose="020F0502020204030204" pitchFamily="34" charset="0"/>
                <a:cs typeface="Calibri" panose="020F0502020204030204" pitchFamily="34" charset="0"/>
              </a:rPr>
              <a:t>Interested Vendors List</a:t>
            </a:r>
            <a:r>
              <a:rPr lang="en-US" sz="3800" dirty="0">
                <a:solidFill>
                  <a:schemeClr val="tx1"/>
                </a:solidFill>
                <a:latin typeface="Calibri" panose="020F0502020204030204" pitchFamily="34" charset="0"/>
                <a:cs typeface="Calibri" panose="020F0502020204030204" pitchFamily="34" charset="0"/>
              </a:rPr>
              <a:t> if you are looking to partner with another company of firm to compete for this project </a:t>
            </a:r>
          </a:p>
          <a:p>
            <a:endParaRPr lang="en-US" sz="4100" dirty="0">
              <a:solidFill>
                <a:schemeClr val="tx1"/>
              </a:solidFill>
              <a:latin typeface="Calibri" panose="020F0502020204030204" pitchFamily="34" charset="0"/>
              <a:cs typeface="Calibri" panose="020F0502020204030204" pitchFamily="34" charset="0"/>
            </a:endParaRPr>
          </a:p>
          <a:p>
            <a:pPr marL="257175" indent="-257175">
              <a:buFont typeface="Arial" panose="020B0604020202020204" pitchFamily="34" charset="0"/>
              <a:buChar char="•"/>
            </a:pPr>
            <a:r>
              <a:rPr lang="en-US" sz="3700" dirty="0">
                <a:solidFill>
                  <a:schemeClr val="tx1"/>
                </a:solidFill>
                <a:latin typeface="Calibri" panose="020F0502020204030204" pitchFamily="34" charset="0"/>
                <a:cs typeface="Calibri" panose="020F0502020204030204" pitchFamily="34" charset="0"/>
              </a:rPr>
              <a:t>Register to receive notifications and updates / amendments*</a:t>
            </a:r>
          </a:p>
          <a:p>
            <a:pPr marL="257175" indent="-257175">
              <a:buFont typeface="Arial" panose="020B0604020202020204" pitchFamily="34" charset="0"/>
              <a:buChar char="•"/>
            </a:pPr>
            <a:endParaRPr lang="en-US" sz="4100" dirty="0">
              <a:solidFill>
                <a:schemeClr val="tx1"/>
              </a:solidFill>
              <a:latin typeface="Calibri" panose="020F0502020204030204" pitchFamily="34" charset="0"/>
              <a:cs typeface="Calibri" panose="020F0502020204030204" pitchFamily="34" charset="0"/>
            </a:endParaRPr>
          </a:p>
          <a:p>
            <a:pPr marL="257175" indent="-257175">
              <a:buFont typeface="Arial" panose="020B0604020202020204" pitchFamily="34" charset="0"/>
              <a:buChar char="•"/>
            </a:pPr>
            <a:r>
              <a:rPr lang="en-US" altLang="en-US" sz="3700" dirty="0">
                <a:solidFill>
                  <a:schemeClr val="tx1"/>
                </a:solidFill>
                <a:latin typeface="Calibri" panose="020F0502020204030204" pitchFamily="34" charset="0"/>
                <a:cs typeface="Calibri" panose="020F0502020204030204" pitchFamily="34" charset="0"/>
              </a:rPr>
              <a:t>RFP Technical Information (i.e., Plans and Specs) will be available for download from </a:t>
            </a:r>
            <a:r>
              <a:rPr lang="en-US" altLang="en-US" sz="3700" dirty="0">
                <a:latin typeface="Calibri" panose="020F0502020204030204" pitchFamily="34" charset="0"/>
                <a:cs typeface="Calibri" panose="020F0502020204030204" pitchFamily="34" charset="0"/>
                <a:hlinkClick r:id="rId3"/>
              </a:rPr>
              <a:t>www.SAM.gov</a:t>
            </a:r>
            <a:endParaRPr lang="en-US" altLang="en-US" sz="3700" dirty="0">
              <a:latin typeface="Calibri" panose="020F0502020204030204" pitchFamily="34" charset="0"/>
              <a:cs typeface="Calibri" panose="020F0502020204030204" pitchFamily="34" charset="0"/>
            </a:endParaRPr>
          </a:p>
          <a:p>
            <a:endParaRPr lang="en-US" altLang="en-US" sz="2800" dirty="0"/>
          </a:p>
          <a:p>
            <a:endParaRPr lang="en-US" altLang="en-US" sz="2200" dirty="0"/>
          </a:p>
          <a:p>
            <a:pPr marL="257175" indent="-257175">
              <a:buFont typeface="Arial" panose="020B0604020202020204" pitchFamily="34" charset="0"/>
              <a:buChar char="•"/>
            </a:pPr>
            <a:endParaRPr lang="en-US" dirty="0"/>
          </a:p>
          <a:p>
            <a:pPr marL="257175" indent="-257175">
              <a:buFont typeface="Arial" panose="020B0604020202020204" pitchFamily="34" charset="0"/>
              <a:buChar char="•"/>
            </a:pPr>
            <a:endParaRPr lang="en-US" sz="1350" dirty="0"/>
          </a:p>
        </p:txBody>
      </p:sp>
      <p:sp>
        <p:nvSpPr>
          <p:cNvPr id="8" name="Title 3">
            <a:extLst>
              <a:ext uri="{FF2B5EF4-FFF2-40B4-BE49-F238E27FC236}">
                <a16:creationId xmlns:a16="http://schemas.microsoft.com/office/drawing/2014/main" id="{1866E119-F7F7-8B87-8D69-B6A99C74EC7C}"/>
              </a:ext>
            </a:extLst>
          </p:cNvPr>
          <p:cNvSpPr>
            <a:spLocks noGrp="1"/>
          </p:cNvSpPr>
          <p:nvPr>
            <p:ph type="title"/>
          </p:nvPr>
        </p:nvSpPr>
        <p:spPr>
          <a:xfrm>
            <a:off x="1188841" y="524382"/>
            <a:ext cx="10386814" cy="604320"/>
          </a:xfrm>
        </p:spPr>
        <p:txBody>
          <a:bodyPr>
            <a:normAutofit fontScale="90000"/>
          </a:bodyPr>
          <a:lstStyle/>
          <a:p>
            <a:pPr algn="ctr"/>
            <a:r>
              <a:rPr lang="en-US" sz="3600" b="1" cap="none" dirty="0">
                <a:solidFill>
                  <a:schemeClr val="tx1"/>
                </a:solidFill>
                <a:latin typeface="Arial" panose="020B0604020202020204" pitchFamily="34" charset="0"/>
                <a:cs typeface="Arial" panose="020B0604020202020204" pitchFamily="34" charset="0"/>
              </a:rPr>
              <a:t>HOW TO OBTAIN THE SOLICITATION</a:t>
            </a:r>
            <a:br>
              <a:rPr lang="en-US" sz="3200" b="0" cap="none" dirty="0">
                <a:solidFill>
                  <a:schemeClr val="tx1"/>
                </a:solidFill>
                <a:latin typeface="Calibri Light" panose="020F0302020204030204"/>
                <a:ea typeface="+mj-ea"/>
                <a:cs typeface="+mj-cs"/>
              </a:rPr>
            </a:br>
            <a:endParaRPr lang="en-US" dirty="0"/>
          </a:p>
        </p:txBody>
      </p:sp>
    </p:spTree>
    <p:extLst>
      <p:ext uri="{BB962C8B-B14F-4D97-AF65-F5344CB8AC3E}">
        <p14:creationId xmlns:p14="http://schemas.microsoft.com/office/powerpoint/2010/main" val="31699377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3331AF-050F-0C4B-5F21-0D7B81BCF977}"/>
              </a:ext>
            </a:extLst>
          </p:cNvPr>
          <p:cNvSpPr>
            <a:spLocks noGrp="1"/>
          </p:cNvSpPr>
          <p:nvPr>
            <p:ph sz="quarter" idx="10"/>
          </p:nvPr>
        </p:nvSpPr>
        <p:spPr>
          <a:xfrm>
            <a:off x="1114163" y="1458329"/>
            <a:ext cx="10221017" cy="5600700"/>
          </a:xfrm>
        </p:spPr>
        <p:txBody>
          <a:bodyPr/>
          <a:lstStyle/>
          <a:p>
            <a:pPr marL="342900" marR="0" lvl="0" indent="-342900" algn="l" defTabSz="914400" rtl="0" eaLnBrk="1" fontAlgn="base" latinLnBrk="0" hangingPunct="1">
              <a:lnSpc>
                <a:spcPct val="100000"/>
              </a:lnSpc>
              <a:spcBef>
                <a:spcPts val="300"/>
              </a:spcBef>
              <a:spcAft>
                <a:spcPts val="600"/>
              </a:spcAft>
              <a:buClrTx/>
              <a:buSzTx/>
              <a:buFont typeface="Arial" panose="020B0604020202020204" pitchFamily="34" charset="0"/>
              <a:buChar char="•"/>
              <a:tabLst/>
              <a:defRPr/>
            </a:pPr>
            <a:r>
              <a:rPr kumimoji="0" lang="en-US" altLang="en-US" sz="3200" b="1" i="0" u="none" strike="noStrike" kern="1200" cap="none" spc="0" normalizeH="0" baseline="0" noProof="0" dirty="0">
                <a:ln>
                  <a:noFill/>
                </a:ln>
                <a:solidFill>
                  <a:schemeClr val="accent5">
                    <a:lumMod val="60000"/>
                    <a:lumOff val="40000"/>
                  </a:schemeClr>
                </a:solidFill>
                <a:effectLst/>
                <a:uLnTx/>
                <a:uFillTx/>
                <a:latin typeface="Calibri" panose="020F0502020204030204" pitchFamily="34" charset="0"/>
                <a:cs typeface="Calibri" panose="020F0502020204030204" pitchFamily="34" charset="0"/>
              </a:rPr>
              <a:t>Pre-Solicitation Notice </a:t>
            </a:r>
          </a:p>
          <a:p>
            <a:pPr marR="0" lvl="0" algn="l" defTabSz="914400" rtl="0" eaLnBrk="1" fontAlgn="base" latinLnBrk="0" hangingPunct="1">
              <a:lnSpc>
                <a:spcPct val="100000"/>
              </a:lnSpc>
              <a:spcBef>
                <a:spcPts val="300"/>
              </a:spcBef>
              <a:spcAft>
                <a:spcPts val="600"/>
              </a:spcAft>
              <a:buClrTx/>
              <a:buSzTx/>
              <a:tabLst/>
              <a:defRPr/>
            </a:pPr>
            <a:r>
              <a:rPr lang="en-US" altLang="en-US" sz="3400" dirty="0">
                <a:solidFill>
                  <a:srgbClr val="000000"/>
                </a:solidFill>
                <a:latin typeface="Calibri" panose="020F0502020204030204" pitchFamily="34" charset="0"/>
                <a:cs typeface="Calibri" panose="020F0502020204030204" pitchFamily="34" charset="0"/>
              </a:rPr>
              <a:t>	</a:t>
            </a:r>
            <a:r>
              <a:rPr kumimoji="0" lang="en-US" altLang="en-US" sz="34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t>
            </a:r>
            <a:r>
              <a:rPr lang="en-US" altLang="en-US" sz="2800" dirty="0">
                <a:solidFill>
                  <a:srgbClr val="000000"/>
                </a:solidFill>
                <a:latin typeface="Calibri" panose="020F0502020204030204" pitchFamily="34" charset="0"/>
                <a:cs typeface="Calibri" panose="020F0502020204030204" pitchFamily="34" charset="0"/>
              </a:rPr>
              <a:t>M</a:t>
            </a:r>
            <a:r>
              <a:rPr kumimoji="0" lang="en-US" altLang="en-US" sz="2800" b="0" i="0" u="none" strike="noStrike" kern="120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rPr>
              <a:t>inimum</a:t>
            </a:r>
            <a:r>
              <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15 days prior to Solicitation</a:t>
            </a:r>
          </a:p>
          <a:p>
            <a:pPr marL="342900" marR="0" lvl="0" indent="-342900" algn="l" defTabSz="914400" rtl="0" eaLnBrk="1" fontAlgn="base" latinLnBrk="0" hangingPunct="1">
              <a:lnSpc>
                <a:spcPct val="100000"/>
              </a:lnSpc>
              <a:spcBef>
                <a:spcPts val="300"/>
              </a:spcBef>
              <a:spcAft>
                <a:spcPts val="600"/>
              </a:spcAft>
              <a:buClrTx/>
              <a:buSzTx/>
              <a:buFont typeface="Arial" panose="020B0604020202020204" pitchFamily="34" charset="0"/>
              <a:buChar char="•"/>
              <a:tabLst/>
              <a:defRPr/>
            </a:pPr>
            <a:endParaRPr kumimoji="0" lang="en-US" altLang="en-US" sz="1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342900" marR="0" lvl="0" indent="-342900" algn="l" defTabSz="914400" rtl="0" eaLnBrk="1" fontAlgn="base" latinLnBrk="0" hangingPunct="1">
              <a:lnSpc>
                <a:spcPct val="100000"/>
              </a:lnSpc>
              <a:spcBef>
                <a:spcPts val="300"/>
              </a:spcBef>
              <a:spcAft>
                <a:spcPts val="600"/>
              </a:spcAft>
              <a:buClrTx/>
              <a:buSzTx/>
              <a:buFont typeface="Arial" panose="020B0604020202020204" pitchFamily="34" charset="0"/>
              <a:buChar char="•"/>
              <a:tabLst/>
              <a:defRPr/>
            </a:pPr>
            <a:r>
              <a:rPr kumimoji="0" lang="en-US" altLang="en-US" sz="3200" b="1" i="0" u="none" strike="noStrike" kern="1200" cap="none" spc="0" normalizeH="0" baseline="0" noProof="0" dirty="0">
                <a:ln>
                  <a:noFill/>
                </a:ln>
                <a:solidFill>
                  <a:schemeClr val="accent5">
                    <a:lumMod val="60000"/>
                    <a:lumOff val="40000"/>
                  </a:schemeClr>
                </a:solidFill>
                <a:effectLst/>
                <a:uLnTx/>
                <a:uFillTx/>
                <a:latin typeface="Calibri" panose="020F0502020204030204" pitchFamily="34" charset="0"/>
                <a:cs typeface="Calibri" panose="020F0502020204030204" pitchFamily="34" charset="0"/>
              </a:rPr>
              <a:t>Advertisement</a:t>
            </a:r>
            <a:r>
              <a:rPr kumimoji="0" lang="en-US" altLang="en-US" sz="3200" b="0" i="0" u="none" strike="noStrike" kern="1200" cap="none" spc="0" normalizeH="0" baseline="0" noProof="0" dirty="0">
                <a:ln>
                  <a:noFill/>
                </a:ln>
                <a:solidFill>
                  <a:schemeClr val="accent5">
                    <a:lumMod val="60000"/>
                    <a:lumOff val="40000"/>
                  </a:schemeClr>
                </a:solidFill>
                <a:effectLst/>
                <a:uLnTx/>
                <a:uFillTx/>
                <a:latin typeface="Calibri" panose="020F0502020204030204" pitchFamily="34" charset="0"/>
                <a:cs typeface="Calibri" panose="020F0502020204030204" pitchFamily="34" charset="0"/>
              </a:rPr>
              <a:t> </a:t>
            </a:r>
          </a:p>
          <a:p>
            <a:pPr marR="0" lvl="0" algn="l" defTabSz="914400" rtl="0" eaLnBrk="1" fontAlgn="base" latinLnBrk="0" hangingPunct="1">
              <a:lnSpc>
                <a:spcPct val="100000"/>
              </a:lnSpc>
              <a:spcBef>
                <a:spcPts val="300"/>
              </a:spcBef>
              <a:spcAft>
                <a:spcPts val="600"/>
              </a:spcAft>
              <a:buClrTx/>
              <a:buSzTx/>
              <a:tabLst/>
              <a:defRPr/>
            </a:pPr>
            <a:r>
              <a:rPr lang="en-US" altLang="en-US" sz="3400" dirty="0">
                <a:solidFill>
                  <a:srgbClr val="000000"/>
                </a:solidFill>
                <a:latin typeface="Calibri" panose="020F0502020204030204" pitchFamily="34" charset="0"/>
                <a:cs typeface="Calibri" panose="020F0502020204030204" pitchFamily="34" charset="0"/>
              </a:rPr>
              <a:t>	</a:t>
            </a:r>
            <a:r>
              <a:rPr kumimoji="0" lang="en-US" altLang="en-US" sz="34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t>
            </a:r>
            <a:r>
              <a:rPr lang="en-US" altLang="en-US" sz="2800" dirty="0">
                <a:solidFill>
                  <a:srgbClr val="000000"/>
                </a:solidFill>
                <a:latin typeface="Calibri" panose="020F0502020204030204" pitchFamily="34" charset="0"/>
                <a:cs typeface="Calibri" panose="020F0502020204030204" pitchFamily="34" charset="0"/>
              </a:rPr>
              <a:t>M</a:t>
            </a:r>
            <a:r>
              <a:rPr kumimoji="0" lang="en-US" altLang="en-US" sz="2800" b="0" i="0" u="none" strike="noStrike" kern="120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rPr>
              <a:t>inimum</a:t>
            </a:r>
            <a:r>
              <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30 days to prepare </a:t>
            </a:r>
            <a:r>
              <a:rPr lang="en-US" altLang="en-US" sz="2800" dirty="0">
                <a:solidFill>
                  <a:srgbClr val="000000"/>
                </a:solidFill>
                <a:latin typeface="Calibri" panose="020F0502020204030204" pitchFamily="34" charset="0"/>
                <a:cs typeface="Calibri" panose="020F0502020204030204" pitchFamily="34" charset="0"/>
              </a:rPr>
              <a:t>P</a:t>
            </a:r>
            <a:r>
              <a:rPr kumimoji="0" lang="en-US" altLang="en-US" sz="2800" b="0" i="0" u="none" strike="noStrike" kern="120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rPr>
              <a:t>roposals</a:t>
            </a:r>
            <a:endParaRPr kumimoji="0" lang="en-US" altLang="en-US" sz="1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342900" indent="-342900">
              <a:spcBef>
                <a:spcPts val="300"/>
              </a:spcBef>
              <a:buFont typeface="Arial" panose="020B0604020202020204" pitchFamily="34" charset="0"/>
              <a:buChar char="•"/>
              <a:defRPr/>
            </a:pPr>
            <a:r>
              <a:rPr kumimoji="0" lang="en-US" altLang="en-US" sz="3200" b="1" i="0" u="none" strike="noStrike" kern="1200" cap="none" spc="0" normalizeH="0" baseline="0" noProof="0" dirty="0">
                <a:ln>
                  <a:noFill/>
                </a:ln>
                <a:solidFill>
                  <a:schemeClr val="accent5">
                    <a:lumMod val="60000"/>
                    <a:lumOff val="40000"/>
                  </a:schemeClr>
                </a:solidFill>
                <a:effectLst/>
                <a:uLnTx/>
                <a:uFillTx/>
                <a:latin typeface="Calibri" panose="020F0502020204030204" pitchFamily="34" charset="0"/>
                <a:cs typeface="Calibri" panose="020F0502020204030204" pitchFamily="34" charset="0"/>
              </a:rPr>
              <a:t>Amendments</a:t>
            </a:r>
            <a:r>
              <a:rPr kumimoji="0" lang="en-US" altLang="en-US" sz="3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issued to the RFP will also be posted on </a:t>
            </a:r>
            <a:r>
              <a:rPr kumimoji="0" lang="en-US" altLang="en-US" sz="3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hlinkClick r:id="rId3"/>
              </a:rPr>
              <a:t>www.SAM.gov</a:t>
            </a:r>
            <a:endParaRPr kumimoji="0" lang="en-US" altLang="en-US" sz="3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342900" indent="-342900">
              <a:spcBef>
                <a:spcPts val="300"/>
              </a:spcBef>
              <a:buFont typeface="Arial" panose="020B0604020202020204" pitchFamily="34" charset="0"/>
              <a:buChar char="•"/>
              <a:defRPr/>
            </a:pPr>
            <a:endParaRPr kumimoji="0" lang="en-US" altLang="en-US" sz="1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endParaRPr lang="en-US" sz="2400" dirty="0">
              <a:latin typeface="Calibri" panose="020F0502020204030204" pitchFamily="34" charset="0"/>
              <a:cs typeface="Calibri" panose="020F0502020204030204" pitchFamily="34" charset="0"/>
            </a:endParaRPr>
          </a:p>
        </p:txBody>
      </p:sp>
      <p:sp>
        <p:nvSpPr>
          <p:cNvPr id="4" name="Title 3">
            <a:extLst>
              <a:ext uri="{FF2B5EF4-FFF2-40B4-BE49-F238E27FC236}">
                <a16:creationId xmlns:a16="http://schemas.microsoft.com/office/drawing/2014/main" id="{7E18140C-3ED0-2D80-CBE8-F74A6CBA71B4}"/>
              </a:ext>
            </a:extLst>
          </p:cNvPr>
          <p:cNvSpPr>
            <a:spLocks noGrp="1"/>
          </p:cNvSpPr>
          <p:nvPr>
            <p:ph type="title"/>
          </p:nvPr>
        </p:nvSpPr>
        <p:spPr>
          <a:xfrm>
            <a:off x="981024" y="444528"/>
            <a:ext cx="10386814" cy="463137"/>
          </a:xfrm>
        </p:spPr>
        <p:txBody>
          <a:bodyPr>
            <a:normAutofit fontScale="90000"/>
          </a:bodyPr>
          <a:lstStyle/>
          <a:p>
            <a:br>
              <a:rPr kumimoji="0" lang="en-US" altLang="en-US" sz="2900" b="0" i="0" u="none" strike="noStrike" kern="1200" cap="none" spc="0" normalizeH="0" baseline="0" noProof="0" dirty="0">
                <a:ln>
                  <a:noFill/>
                </a:ln>
                <a:solidFill>
                  <a:prstClr val="black"/>
                </a:solidFill>
                <a:effectLst/>
                <a:uLnTx/>
                <a:uFillTx/>
                <a:latin typeface="Arial" pitchFamily="34" charset="0"/>
                <a:ea typeface="ＭＳ Ｐゴシック" charset="0"/>
                <a:cs typeface="Arial" pitchFamily="34" charset="0"/>
              </a:rPr>
            </a:br>
            <a:r>
              <a:rPr kumimoji="0" lang="en-US" altLang="en-US" sz="3600" b="1" i="0" u="none" strike="noStrike" kern="1200" cap="none" spc="0" normalizeH="0" baseline="0" noProof="0" dirty="0">
                <a:ln>
                  <a:noFill/>
                </a:ln>
                <a:solidFill>
                  <a:prstClr val="black"/>
                </a:solidFill>
                <a:effectLst/>
                <a:uLnTx/>
                <a:uFillTx/>
                <a:latin typeface="Arial" pitchFamily="34" charset="0"/>
                <a:ea typeface="ＭＳ Ｐゴシック" charset="0"/>
                <a:cs typeface="Arial" pitchFamily="34" charset="0"/>
              </a:rPr>
              <a:t>DOCUMENTS / NOTICES POSTED to SAM.gov</a:t>
            </a:r>
            <a:br>
              <a:rPr kumimoji="0" lang="en-US" altLang="en-US" sz="2900" b="0" i="0" u="none" strike="noStrike" kern="1200" cap="none" spc="0" normalizeH="0" baseline="0" noProof="0" dirty="0">
                <a:ln>
                  <a:noFill/>
                </a:ln>
                <a:solidFill>
                  <a:prstClr val="black"/>
                </a:solidFill>
                <a:effectLst/>
                <a:uLnTx/>
                <a:uFillTx/>
                <a:latin typeface="Arial" pitchFamily="34" charset="0"/>
                <a:ea typeface="ＭＳ Ｐゴシック" charset="0"/>
                <a:cs typeface="Arial" pitchFamily="34" charset="0"/>
              </a:rPr>
            </a:br>
            <a:endParaRPr lang="en-US" dirty="0"/>
          </a:p>
        </p:txBody>
      </p:sp>
    </p:spTree>
    <p:extLst>
      <p:ext uri="{BB962C8B-B14F-4D97-AF65-F5344CB8AC3E}">
        <p14:creationId xmlns:p14="http://schemas.microsoft.com/office/powerpoint/2010/main" val="5149496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3331AF-050F-0C4B-5F21-0D7B81BCF977}"/>
              </a:ext>
            </a:extLst>
          </p:cNvPr>
          <p:cNvSpPr>
            <a:spLocks noGrp="1"/>
          </p:cNvSpPr>
          <p:nvPr>
            <p:ph sz="quarter" idx="10"/>
          </p:nvPr>
        </p:nvSpPr>
        <p:spPr>
          <a:xfrm>
            <a:off x="987163" y="1537889"/>
            <a:ext cx="10221017" cy="5078809"/>
          </a:xfrm>
        </p:spPr>
        <p:txBody>
          <a:bodyPr/>
          <a:lstStyle/>
          <a:p>
            <a:pPr marL="342900" marR="0" lvl="0" indent="-3429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sz="3000" b="1" i="0" u="none" strike="noStrike" kern="1200" cap="none" spc="0" normalizeH="0" baseline="0" noProof="0" dirty="0">
                <a:ln>
                  <a:noFill/>
                </a:ln>
                <a:solidFill>
                  <a:schemeClr val="accent5">
                    <a:lumMod val="60000"/>
                    <a:lumOff val="40000"/>
                  </a:schemeClr>
                </a:solidFill>
                <a:effectLst/>
                <a:uLnTx/>
                <a:uFillTx/>
                <a:latin typeface="Calibri" panose="020F0502020204030204" pitchFamily="34" charset="0"/>
                <a:ea typeface="ＭＳ Ｐゴシック" charset="0"/>
                <a:cs typeface="Calibri" panose="020F0502020204030204" pitchFamily="34" charset="0"/>
              </a:rPr>
              <a:t>Requirements to Download Technical Data Package:</a:t>
            </a:r>
          </a:p>
          <a:p>
            <a:pPr marL="342900" marR="0" lvl="0" indent="-3429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endParaRPr kumimoji="0" lang="en-US" sz="1800" b="1" i="0" u="none" strike="noStrike" kern="1200" cap="none" spc="0" normalizeH="0" baseline="0" noProof="0" dirty="0">
              <a:ln>
                <a:noFill/>
              </a:ln>
              <a:solidFill>
                <a:schemeClr val="accent5">
                  <a:lumMod val="60000"/>
                  <a:lumOff val="40000"/>
                </a:schemeClr>
              </a:solidFill>
              <a:effectLst/>
              <a:uLnTx/>
              <a:uFillTx/>
              <a:latin typeface="Calibri" panose="020F0502020204030204" pitchFamily="34" charset="0"/>
              <a:ea typeface="ＭＳ Ｐゴシック" charset="0"/>
              <a:cs typeface="Calibri" panose="020F0502020204030204" pitchFamily="34" charset="0"/>
            </a:endParaRPr>
          </a:p>
          <a:p>
            <a:pPr marL="857250" marR="0" lvl="1" indent="-342900" algn="l" defTabSz="914400" rtl="0" eaLnBrk="1" fontAlgn="base" latinLnBrk="0" hangingPunct="1">
              <a:lnSpc>
                <a:spcPct val="100000"/>
              </a:lnSpc>
              <a:spcBef>
                <a:spcPts val="300"/>
              </a:spcBef>
              <a:spcAft>
                <a:spcPct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Register for a SAM account and Sign-In to:</a:t>
            </a:r>
          </a:p>
          <a:p>
            <a:pPr marL="514350" marR="0" lvl="1" indent="0" algn="l" defTabSz="914400" rtl="0" eaLnBrk="1" fontAlgn="base" latinLnBrk="0" hangingPunct="1">
              <a:lnSpc>
                <a:spcPct val="100000"/>
              </a:lnSpc>
              <a:spcBef>
                <a:spcPts val="300"/>
              </a:spcBef>
              <a:spcAft>
                <a:spcPct val="0"/>
              </a:spcAft>
              <a:buClrTx/>
              <a:buSzTx/>
              <a:buNone/>
              <a:tabLst/>
              <a:defRPr/>
            </a:pPr>
            <a:r>
              <a:rPr lang="en-US" sz="2600" dirty="0">
                <a:solidFill>
                  <a:srgbClr val="000000"/>
                </a:solidFill>
                <a:latin typeface="Calibri" panose="020F0502020204030204" pitchFamily="34" charset="0"/>
                <a:cs typeface="Calibri" panose="020F0502020204030204" pitchFamily="34" charset="0"/>
              </a:rPr>
              <a:t>      - </a:t>
            </a:r>
            <a:r>
              <a:rPr kumimoji="0" 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r>
              <a:rPr lang="en-US" sz="2600" dirty="0">
                <a:solidFill>
                  <a:srgbClr val="000000"/>
                </a:solidFill>
                <a:latin typeface="Calibri" panose="020F0502020204030204" pitchFamily="34" charset="0"/>
                <a:cs typeface="Calibri" panose="020F0502020204030204" pitchFamily="34" charset="0"/>
              </a:rPr>
              <a:t>Follow” to receive email notifications (i.e., amendments)</a:t>
            </a:r>
          </a:p>
          <a:p>
            <a:pPr marL="514350" marR="0" lvl="1" indent="0" algn="l" defTabSz="914400" rtl="0" eaLnBrk="1" fontAlgn="base" latinLnBrk="0" hangingPunct="1">
              <a:lnSpc>
                <a:spcPct val="100000"/>
              </a:lnSpc>
              <a:spcBef>
                <a:spcPts val="300"/>
              </a:spcBef>
              <a:spcAft>
                <a:spcPct val="0"/>
              </a:spcAft>
              <a:buClrTx/>
              <a:buSzTx/>
              <a:buNone/>
              <a:tabLst/>
              <a:defRPr/>
            </a:pPr>
            <a:r>
              <a:rPr lang="en-US" sz="2600" dirty="0">
                <a:solidFill>
                  <a:srgbClr val="000000"/>
                </a:solidFill>
                <a:latin typeface="Calibri" panose="020F0502020204030204" pitchFamily="34" charset="0"/>
                <a:cs typeface="Calibri" panose="020F0502020204030204" pitchFamily="34" charset="0"/>
              </a:rPr>
              <a:t>      -  View interested vendors list</a:t>
            </a:r>
          </a:p>
          <a:p>
            <a:pPr marL="514350" marR="0" lvl="1" indent="0" algn="l" defTabSz="914400" rtl="0" eaLnBrk="1" fontAlgn="base" latinLnBrk="0" hangingPunct="1">
              <a:lnSpc>
                <a:spcPct val="100000"/>
              </a:lnSpc>
              <a:spcBef>
                <a:spcPts val="300"/>
              </a:spcBef>
              <a:spcAft>
                <a:spcPct val="0"/>
              </a:spcAft>
              <a:buClrTx/>
              <a:buSzTx/>
              <a:buNone/>
              <a:tabLst/>
              <a:defRPr/>
            </a:pPr>
            <a:r>
              <a:rPr lang="en-US" sz="2600" dirty="0">
                <a:solidFill>
                  <a:srgbClr val="000000"/>
                </a:solidFill>
                <a:latin typeface="Calibri" panose="020F0502020204030204" pitchFamily="34" charset="0"/>
                <a:cs typeface="Calibri" panose="020F0502020204030204" pitchFamily="34" charset="0"/>
              </a:rPr>
              <a:t>      -  Sign up as an Interested Vendor</a:t>
            </a:r>
          </a:p>
          <a:p>
            <a:pPr marL="514350" marR="0" lvl="1" indent="0" algn="l" defTabSz="914400" rtl="0" eaLnBrk="1" fontAlgn="base" latinLnBrk="0" hangingPunct="1">
              <a:lnSpc>
                <a:spcPct val="100000"/>
              </a:lnSpc>
              <a:spcBef>
                <a:spcPts val="300"/>
              </a:spcBef>
              <a:spcAft>
                <a:spcPct val="0"/>
              </a:spcAft>
              <a:buClrTx/>
              <a:buSzTx/>
              <a:buNone/>
              <a:tabLst/>
              <a:defRPr/>
            </a:pPr>
            <a:endParaRPr kumimoji="0" 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857250" marR="0" lvl="1" indent="-342900" algn="l" defTabSz="914400" rtl="0" eaLnBrk="1" fontAlgn="base" latinLnBrk="0" hangingPunct="1">
              <a:lnSpc>
                <a:spcPct val="100000"/>
              </a:lnSpc>
              <a:spcBef>
                <a:spcPts val="300"/>
              </a:spcBef>
              <a:spcAft>
                <a:spcPct val="0"/>
              </a:spcAft>
              <a:buClrTx/>
              <a:buSzTx/>
              <a:buFont typeface="Wingdings" panose="05000000000000000000" pitchFamily="2" charset="2"/>
              <a:buChar char="ü"/>
              <a:tabLst/>
              <a:defRPr/>
            </a:pPr>
            <a:r>
              <a:rPr lang="en-US" sz="2800" dirty="0">
                <a:solidFill>
                  <a:srgbClr val="000000"/>
                </a:solidFill>
                <a:latin typeface="Calibri" panose="020F0502020204030204" pitchFamily="34" charset="0"/>
                <a:cs typeface="Calibri" panose="020F0502020204030204" pitchFamily="34" charset="0"/>
              </a:rPr>
              <a:t>Locate and access the Solicitation notice in the </a:t>
            </a:r>
            <a:r>
              <a:rPr kumimoji="0" 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SAM database.  </a:t>
            </a:r>
          </a:p>
          <a:p>
            <a:pPr marL="514350" marR="0" lvl="1" indent="0" algn="l" defTabSz="914400" rtl="0" eaLnBrk="1" fontAlgn="base" latinLnBrk="0" hangingPunct="1">
              <a:lnSpc>
                <a:spcPct val="100000"/>
              </a:lnSpc>
              <a:spcBef>
                <a:spcPts val="300"/>
              </a:spcBef>
              <a:spcAft>
                <a:spcPct val="0"/>
              </a:spcAft>
              <a:buClrTx/>
              <a:buSzTx/>
              <a:buNone/>
              <a:tabLst/>
              <a:defRPr/>
            </a:pPr>
            <a:r>
              <a:rPr lang="en-US" sz="2600" dirty="0">
                <a:solidFill>
                  <a:srgbClr val="000000"/>
                </a:solidFill>
                <a:latin typeface="Calibri" panose="020F0502020204030204" pitchFamily="34" charset="0"/>
                <a:cs typeface="Calibri" panose="020F0502020204030204" pitchFamily="34" charset="0"/>
              </a:rPr>
              <a:t>	-  </a:t>
            </a:r>
            <a:r>
              <a:rPr kumimoji="0" 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Go to the “Attachments/Links” section to download the   </a:t>
            </a:r>
          </a:p>
          <a:p>
            <a:pPr marL="514350" marR="0" lvl="1" indent="0" algn="l" defTabSz="914400" rtl="0" eaLnBrk="1" fontAlgn="base" latinLnBrk="0" hangingPunct="1">
              <a:lnSpc>
                <a:spcPct val="100000"/>
              </a:lnSpc>
              <a:spcBef>
                <a:spcPts val="300"/>
              </a:spcBef>
              <a:spcAft>
                <a:spcPct val="0"/>
              </a:spcAft>
              <a:buClrTx/>
              <a:buSzTx/>
              <a:buNone/>
              <a:tabLst/>
              <a:defRPr/>
            </a:pPr>
            <a:r>
              <a:rPr lang="en-US" sz="2600" dirty="0">
                <a:solidFill>
                  <a:srgbClr val="000000"/>
                </a:solidFill>
                <a:latin typeface="Calibri" panose="020F0502020204030204" pitchFamily="34" charset="0"/>
                <a:cs typeface="Calibri" panose="020F0502020204030204" pitchFamily="34" charset="0"/>
              </a:rPr>
              <a:t>         </a:t>
            </a:r>
            <a:r>
              <a:rPr kumimoji="0" 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solicitation and all technical documents. </a:t>
            </a:r>
          </a:p>
        </p:txBody>
      </p:sp>
      <p:sp>
        <p:nvSpPr>
          <p:cNvPr id="4" name="Title 3">
            <a:extLst>
              <a:ext uri="{FF2B5EF4-FFF2-40B4-BE49-F238E27FC236}">
                <a16:creationId xmlns:a16="http://schemas.microsoft.com/office/drawing/2014/main" id="{7E18140C-3ED0-2D80-CBE8-F74A6CBA71B4}"/>
              </a:ext>
            </a:extLst>
          </p:cNvPr>
          <p:cNvSpPr>
            <a:spLocks noGrp="1"/>
          </p:cNvSpPr>
          <p:nvPr>
            <p:ph type="title"/>
          </p:nvPr>
        </p:nvSpPr>
        <p:spPr>
          <a:xfrm>
            <a:off x="1011866" y="444528"/>
            <a:ext cx="10386814" cy="463137"/>
          </a:xfrm>
        </p:spPr>
        <p:txBody>
          <a:bodyPr>
            <a:normAutofit fontScale="90000"/>
          </a:bodyPr>
          <a:lstStyle/>
          <a:p>
            <a:br>
              <a:rPr kumimoji="0" lang="en-US" altLang="en-US" sz="2900" b="0" i="0" u="none" strike="noStrike" kern="1200" cap="none" spc="0" normalizeH="0" baseline="0" noProof="0" dirty="0">
                <a:ln>
                  <a:noFill/>
                </a:ln>
                <a:solidFill>
                  <a:prstClr val="black"/>
                </a:solidFill>
                <a:effectLst/>
                <a:uLnTx/>
                <a:uFillTx/>
                <a:latin typeface="Arial" pitchFamily="34" charset="0"/>
                <a:ea typeface="ＭＳ Ｐゴシック" charset="0"/>
                <a:cs typeface="Arial" pitchFamily="34" charset="0"/>
              </a:rPr>
            </a:br>
            <a:r>
              <a:rPr kumimoji="0" lang="en-US" altLang="en-US" sz="2900" b="0" i="0" u="none" strike="noStrike" kern="1200" cap="none" spc="0" normalizeH="0" baseline="0" noProof="0" dirty="0">
                <a:ln>
                  <a:noFill/>
                </a:ln>
                <a:solidFill>
                  <a:prstClr val="black"/>
                </a:solidFill>
                <a:effectLst/>
                <a:uLnTx/>
                <a:uFillTx/>
                <a:latin typeface="Arial" pitchFamily="34" charset="0"/>
                <a:ea typeface="ＭＳ Ｐゴシック" charset="0"/>
                <a:cs typeface="Arial" pitchFamily="34" charset="0"/>
              </a:rPr>
              <a:t>  </a:t>
            </a:r>
            <a:r>
              <a:rPr kumimoji="0" lang="en-US" altLang="en-US" sz="3600" b="1" i="0" u="none" strike="noStrike" kern="1200" cap="none" spc="0" normalizeH="0" baseline="0" noProof="0" dirty="0">
                <a:ln>
                  <a:noFill/>
                </a:ln>
                <a:solidFill>
                  <a:prstClr val="black"/>
                </a:solidFill>
                <a:effectLst/>
                <a:uLnTx/>
                <a:uFillTx/>
                <a:latin typeface="Arial" pitchFamily="34" charset="0"/>
                <a:ea typeface="ＭＳ Ｐゴシック" charset="0"/>
                <a:cs typeface="Arial" pitchFamily="34" charset="0"/>
              </a:rPr>
              <a:t>OBTAINING SOLICITATION DOCUMENTS</a:t>
            </a:r>
            <a:br>
              <a:rPr kumimoji="0" lang="en-US" altLang="en-US" sz="3600" b="0" i="0" u="none" strike="noStrike" kern="1200" cap="none" spc="0" normalizeH="0" baseline="0" noProof="0" dirty="0">
                <a:ln>
                  <a:noFill/>
                </a:ln>
                <a:solidFill>
                  <a:prstClr val="black"/>
                </a:solidFill>
                <a:effectLst/>
                <a:uLnTx/>
                <a:uFillTx/>
                <a:latin typeface="Arial" pitchFamily="34" charset="0"/>
                <a:ea typeface="ＭＳ Ｐゴシック" charset="0"/>
                <a:cs typeface="Arial" pitchFamily="34" charset="0"/>
              </a:rPr>
            </a:br>
            <a:endParaRPr lang="en-US" sz="3600" dirty="0"/>
          </a:p>
        </p:txBody>
      </p:sp>
    </p:spTree>
    <p:extLst>
      <p:ext uri="{BB962C8B-B14F-4D97-AF65-F5344CB8AC3E}">
        <p14:creationId xmlns:p14="http://schemas.microsoft.com/office/powerpoint/2010/main" val="23414254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3331AF-050F-0C4B-5F21-0D7B81BCF977}"/>
              </a:ext>
            </a:extLst>
          </p:cNvPr>
          <p:cNvSpPr>
            <a:spLocks noGrp="1"/>
          </p:cNvSpPr>
          <p:nvPr>
            <p:ph sz="quarter" idx="10"/>
          </p:nvPr>
        </p:nvSpPr>
        <p:spPr>
          <a:xfrm>
            <a:off x="682363" y="1537889"/>
            <a:ext cx="10221017" cy="5078809"/>
          </a:xfrm>
        </p:spPr>
        <p:txBody>
          <a:bodyPr/>
          <a:lstStyle/>
          <a:p>
            <a:pPr marL="342900" marR="0" lvl="0" indent="-342900" algn="l" defTabSz="914400"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US" sz="3000" b="1" i="0" u="none" strike="noStrike" kern="1200" cap="none" spc="0" normalizeH="0" baseline="0" noProof="0" dirty="0">
                <a:ln>
                  <a:noFill/>
                </a:ln>
                <a:solidFill>
                  <a:schemeClr val="accent5">
                    <a:lumMod val="60000"/>
                    <a:lumOff val="40000"/>
                  </a:schemeClr>
                </a:solidFill>
                <a:effectLst/>
                <a:uLnTx/>
                <a:uFillTx/>
                <a:latin typeface="Calibri" panose="020F0502020204030204" pitchFamily="34" charset="0"/>
                <a:ea typeface="ＭＳ Ｐゴシック" charset="0"/>
                <a:cs typeface="Calibri" panose="020F0502020204030204" pitchFamily="34" charset="0"/>
              </a:rPr>
              <a:t> Requirements to Submit Proposals:</a:t>
            </a:r>
          </a:p>
          <a:p>
            <a:pPr marL="342900" marR="0" lvl="0" indent="-342900" algn="l" defTabSz="914400" rtl="0" eaLnBrk="1" fontAlgn="base" latinLnBrk="0" hangingPunct="1">
              <a:lnSpc>
                <a:spcPct val="100000"/>
              </a:lnSpc>
              <a:spcBef>
                <a:spcPts val="0"/>
              </a:spcBef>
              <a:spcAft>
                <a:spcPct val="0"/>
              </a:spcAft>
              <a:buClrTx/>
              <a:buSzTx/>
              <a:buFont typeface="Arial" panose="020B0604020202020204" pitchFamily="34" charset="0"/>
              <a:buChar char="•"/>
              <a:tabLst/>
              <a:defRPr/>
            </a:pPr>
            <a:endParaRPr kumimoji="0" lang="en-US" sz="1800" b="1" i="0" u="none" strike="noStrike" kern="1200" cap="none" spc="0" normalizeH="0" baseline="0" noProof="0" dirty="0">
              <a:ln>
                <a:noFill/>
              </a:ln>
              <a:solidFill>
                <a:schemeClr val="accent5">
                  <a:lumMod val="60000"/>
                  <a:lumOff val="40000"/>
                </a:schemeClr>
              </a:solidFill>
              <a:effectLst/>
              <a:uLnTx/>
              <a:uFillTx/>
              <a:latin typeface="Calibri" panose="020F0502020204030204" pitchFamily="34" charset="0"/>
              <a:ea typeface="ＭＳ Ｐゴシック" charset="0"/>
              <a:cs typeface="Calibri" panose="020F0502020204030204" pitchFamily="34" charset="0"/>
            </a:endParaRPr>
          </a:p>
          <a:p>
            <a:pPr marR="0" lvl="2" indent="0" algn="l" defTabSz="914400" rtl="0" eaLnBrk="1" fontAlgn="base" latinLnBrk="0" hangingPunct="1">
              <a:lnSpc>
                <a:spcPct val="100000"/>
              </a:lnSpc>
              <a:spcBef>
                <a:spcPts val="0"/>
              </a:spcBef>
              <a:spcAft>
                <a:spcPct val="0"/>
              </a:spcAft>
              <a:buClrTx/>
              <a:buSz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804863" marR="0" lvl="2" indent="-342900" algn="l" defTabSz="914400" rtl="0" eaLnBrk="1" fontAlgn="base" latinLnBrk="0" hangingPunct="1">
              <a:lnSpc>
                <a:spcPct val="100000"/>
              </a:lnSpc>
              <a:spcBef>
                <a:spcPts val="0"/>
              </a:spcBef>
              <a:spcAft>
                <a:spcPct val="0"/>
              </a:spcAft>
              <a:buClrTx/>
              <a:buSzTx/>
              <a:buFont typeface="Wingdings" panose="05000000000000000000" pitchFamily="2" charset="2"/>
              <a:buChar char="ü"/>
              <a:tabLst/>
              <a:defRPr/>
            </a:pPr>
            <a:r>
              <a:rPr kumimoji="0" lang="en-US" sz="2800" b="1"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All proposals </a:t>
            </a:r>
            <a:r>
              <a:rPr kumimoji="0" 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will be </a:t>
            </a:r>
            <a:r>
              <a:rPr kumimoji="0" lang="en-US" sz="2800" b="1"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submitted through the </a:t>
            </a:r>
            <a:r>
              <a:rPr kumimoji="0" lang="en-US" sz="2800" b="1" i="0" u="sng"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PIEE Solicitation Module.</a:t>
            </a:r>
            <a:r>
              <a:rPr kumimoji="0" lang="en-US" sz="2800" b="1" i="0"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Please note proposals must be submitted on </a:t>
            </a:r>
            <a:r>
              <a:rPr kumimoji="0" lang="en-US" sz="2800" b="1"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time</a:t>
            </a:r>
            <a:r>
              <a:rPr kumimoji="0" lang="en-US" sz="28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a:t>
            </a:r>
          </a:p>
          <a:p>
            <a:pPr marL="804863" marR="0" lvl="2" indent="-342900" algn="l" defTabSz="914400" rtl="0" eaLnBrk="1" fontAlgn="base" latinLnBrk="0" hangingPunct="1">
              <a:lnSpc>
                <a:spcPct val="100000"/>
              </a:lnSpc>
              <a:spcBef>
                <a:spcPts val="0"/>
              </a:spcBef>
              <a:spcAft>
                <a:spcPct val="0"/>
              </a:spcAft>
              <a:buClrTx/>
              <a:buSzTx/>
              <a:buFont typeface="Wingdings" panose="05000000000000000000" pitchFamily="2" charset="2"/>
              <a:buChar char="ü"/>
              <a:tabLst/>
              <a:defRPr/>
            </a:pPr>
            <a:endParaRPr kumimoji="0" lang="en-US" sz="28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a:p>
            <a:pPr marL="804863" marR="0" lvl="2" indent="-342900" algn="l" defTabSz="914400" rtl="0" eaLnBrk="1" fontAlgn="base" latinLnBrk="0" hangingPunct="1">
              <a:lnSpc>
                <a:spcPct val="100000"/>
              </a:lnSpc>
              <a:spcBef>
                <a:spcPts val="0"/>
              </a:spcBef>
              <a:spcAft>
                <a:spcPct val="0"/>
              </a:spcAft>
              <a:buClrTx/>
              <a:buSzTx/>
              <a:buFont typeface="Wingdings" panose="05000000000000000000" pitchFamily="2" charset="2"/>
              <a:buChar char="ü"/>
              <a:tabLst/>
              <a:defRPr/>
            </a:pPr>
            <a:r>
              <a:rPr kumimoji="0" lang="en-US" sz="28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O</a:t>
            </a:r>
            <a:r>
              <a:rPr kumimoji="0" 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fferors must </a:t>
            </a:r>
            <a:r>
              <a:rPr kumimoji="0" lang="en-US" sz="2800" b="1"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r</a:t>
            </a:r>
            <a:r>
              <a:rPr kumimoji="0" lang="en-US" sz="2800" b="1" i="0" u="sng"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egister in advance </a:t>
            </a:r>
            <a:r>
              <a:rPr kumimoji="0" lang="en-US" sz="2800" b="0" i="0" u="sng"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for a user ID and Password</a:t>
            </a:r>
            <a:r>
              <a:rPr kumimoji="0" 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to access this system. </a:t>
            </a:r>
          </a:p>
          <a:p>
            <a:pPr marL="804863" marR="0" lvl="2" indent="-342900" algn="l" defTabSz="914400" rtl="0" eaLnBrk="1" fontAlgn="base" latinLnBrk="0" hangingPunct="1">
              <a:lnSpc>
                <a:spcPct val="100000"/>
              </a:lnSpc>
              <a:spcBef>
                <a:spcPts val="0"/>
              </a:spcBef>
              <a:spcAft>
                <a:spcPct val="0"/>
              </a:spcAft>
              <a:buClrTx/>
              <a:buSzTx/>
              <a:buFont typeface="Wingdings" panose="05000000000000000000" pitchFamily="2" charset="2"/>
              <a:buChar char="ü"/>
              <a:tabLst/>
              <a:defRPr/>
            </a:pPr>
            <a:endParaRPr lang="en-US" sz="2800" dirty="0">
              <a:solidFill>
                <a:srgbClr val="000000"/>
              </a:solidFill>
              <a:latin typeface="Calibri" panose="020F0502020204030204" pitchFamily="34" charset="0"/>
              <a:cs typeface="Calibri" panose="020F0502020204030204" pitchFamily="34" charset="0"/>
            </a:endParaRPr>
          </a:p>
          <a:p>
            <a:pPr marL="804863" lvl="2" indent="-342900">
              <a:buFont typeface="Wingdings" panose="05000000000000000000" pitchFamily="2" charset="2"/>
              <a:buChar char="ü"/>
              <a:defRPr/>
            </a:pPr>
            <a:r>
              <a:rPr lang="en-US" sz="2800" b="1" dirty="0">
                <a:solidFill>
                  <a:schemeClr val="tx1"/>
                </a:solidFill>
                <a:latin typeface="Calibri" panose="020F0502020204030204" pitchFamily="34" charset="0"/>
                <a:cs typeface="Calibri" panose="020F0502020204030204" pitchFamily="34" charset="0"/>
              </a:rPr>
              <a:t>R</a:t>
            </a:r>
            <a:r>
              <a:rPr kumimoji="0" lang="en-US" sz="2800" b="1" i="0" u="sng" strike="noStrike" kern="120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egister</a:t>
            </a:r>
            <a:r>
              <a:rPr kumimoji="0" lang="en-US" sz="2800" b="1" i="0" u="sng"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your business entity</a:t>
            </a:r>
            <a:r>
              <a:rPr kumimoji="0" lang="en-US" sz="2800" b="1"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a:t>
            </a:r>
            <a:r>
              <a:rPr kumimoji="0" 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(you as an individual or your organization) to be able to propose on contracts as the Prime.</a:t>
            </a:r>
          </a:p>
          <a:p>
            <a:pPr marL="804863" marR="0" lvl="2" indent="-342900" algn="l" defTabSz="914400" rtl="0" eaLnBrk="1" fontAlgn="base" latinLnBrk="0" hangingPunct="1">
              <a:lnSpc>
                <a:spcPct val="100000"/>
              </a:lnSpc>
              <a:spcBef>
                <a:spcPts val="0"/>
              </a:spcBef>
              <a:spcAft>
                <a:spcPct val="0"/>
              </a:spcAft>
              <a:buClrTx/>
              <a:buSzTx/>
              <a:buFont typeface="Wingdings" panose="05000000000000000000" pitchFamily="2" charset="2"/>
              <a:buChar char="ü"/>
              <a:tabLst/>
              <a:defRPr/>
            </a:pPr>
            <a:endParaRPr lang="en-US" sz="2800" dirty="0">
              <a:latin typeface="Calibri" panose="020F0502020204030204" pitchFamily="34" charset="0"/>
              <a:cs typeface="Calibri" panose="020F0502020204030204" pitchFamily="34" charset="0"/>
            </a:endParaRPr>
          </a:p>
        </p:txBody>
      </p:sp>
      <p:sp>
        <p:nvSpPr>
          <p:cNvPr id="4" name="Title 3">
            <a:extLst>
              <a:ext uri="{FF2B5EF4-FFF2-40B4-BE49-F238E27FC236}">
                <a16:creationId xmlns:a16="http://schemas.microsoft.com/office/drawing/2014/main" id="{7E18140C-3ED0-2D80-CBE8-F74A6CBA71B4}"/>
              </a:ext>
            </a:extLst>
          </p:cNvPr>
          <p:cNvSpPr>
            <a:spLocks noGrp="1"/>
          </p:cNvSpPr>
          <p:nvPr>
            <p:ph type="title"/>
          </p:nvPr>
        </p:nvSpPr>
        <p:spPr>
          <a:xfrm>
            <a:off x="986466" y="444528"/>
            <a:ext cx="10386814" cy="463137"/>
          </a:xfrm>
        </p:spPr>
        <p:txBody>
          <a:bodyPr>
            <a:normAutofit fontScale="90000"/>
          </a:bodyPr>
          <a:lstStyle/>
          <a:p>
            <a:br>
              <a:rPr kumimoji="0" lang="en-US" altLang="en-US" sz="2900" b="0" i="0" u="none" strike="noStrike" kern="1200" cap="none" spc="0" normalizeH="0" baseline="0" noProof="0" dirty="0">
                <a:ln>
                  <a:noFill/>
                </a:ln>
                <a:solidFill>
                  <a:prstClr val="black"/>
                </a:solidFill>
                <a:effectLst/>
                <a:uLnTx/>
                <a:uFillTx/>
                <a:latin typeface="Arial" pitchFamily="34" charset="0"/>
                <a:ea typeface="ＭＳ Ｐゴシック" charset="0"/>
                <a:cs typeface="Arial" pitchFamily="34" charset="0"/>
              </a:rPr>
            </a:br>
            <a:r>
              <a:rPr kumimoji="0" lang="en-US" altLang="en-US" sz="2900" b="0" i="0" u="none" strike="noStrike" kern="1200" cap="none" spc="0" normalizeH="0" baseline="0" noProof="0" dirty="0">
                <a:ln>
                  <a:noFill/>
                </a:ln>
                <a:solidFill>
                  <a:prstClr val="black"/>
                </a:solidFill>
                <a:effectLst/>
                <a:uLnTx/>
                <a:uFillTx/>
                <a:latin typeface="Arial" pitchFamily="34" charset="0"/>
                <a:ea typeface="ＭＳ Ｐゴシック" charset="0"/>
                <a:cs typeface="Arial" pitchFamily="34" charset="0"/>
              </a:rPr>
              <a:t>  </a:t>
            </a:r>
            <a:r>
              <a:rPr kumimoji="0" lang="en-US" altLang="en-US" sz="3600" b="1" i="0" u="none" strike="noStrike" kern="1200" cap="none" spc="0" normalizeH="0" baseline="0" noProof="0" dirty="0">
                <a:ln>
                  <a:noFill/>
                </a:ln>
                <a:solidFill>
                  <a:prstClr val="black"/>
                </a:solidFill>
                <a:effectLst/>
                <a:uLnTx/>
                <a:uFillTx/>
                <a:latin typeface="Arial" pitchFamily="34" charset="0"/>
                <a:ea typeface="ＭＳ Ｐゴシック" charset="0"/>
                <a:cs typeface="Arial" pitchFamily="34" charset="0"/>
              </a:rPr>
              <a:t>SUBMITTING YOUR PROPOSAL</a:t>
            </a:r>
            <a:br>
              <a:rPr kumimoji="0" lang="en-US" altLang="en-US" sz="3600" b="0" i="0" u="none" strike="noStrike" kern="1200" cap="none" spc="0" normalizeH="0" baseline="0" noProof="0" dirty="0">
                <a:ln>
                  <a:noFill/>
                </a:ln>
                <a:solidFill>
                  <a:prstClr val="black"/>
                </a:solidFill>
                <a:effectLst/>
                <a:uLnTx/>
                <a:uFillTx/>
                <a:latin typeface="Arial" pitchFamily="34" charset="0"/>
                <a:ea typeface="ＭＳ Ｐゴシック" charset="0"/>
                <a:cs typeface="Arial" pitchFamily="34" charset="0"/>
              </a:rPr>
            </a:br>
            <a:endParaRPr lang="en-US" sz="3600" dirty="0"/>
          </a:p>
        </p:txBody>
      </p:sp>
    </p:spTree>
    <p:extLst>
      <p:ext uri="{BB962C8B-B14F-4D97-AF65-F5344CB8AC3E}">
        <p14:creationId xmlns:p14="http://schemas.microsoft.com/office/powerpoint/2010/main" val="14051553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72D10D-918A-7601-A324-854915CC7749}"/>
              </a:ext>
            </a:extLst>
          </p:cNvPr>
          <p:cNvSpPr>
            <a:spLocks noGrp="1"/>
          </p:cNvSpPr>
          <p:nvPr>
            <p:ph sz="quarter" idx="10"/>
          </p:nvPr>
        </p:nvSpPr>
        <p:spPr>
          <a:xfrm>
            <a:off x="207050" y="1170030"/>
            <a:ext cx="9977185" cy="5600700"/>
          </a:xfrm>
        </p:spPr>
        <p:txBody>
          <a:bodyPr>
            <a:normAutofit/>
          </a:bodyPr>
          <a:lstStyle/>
          <a:p>
            <a:pPr marL="457200" marR="0" lvl="0" indent="-4572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alt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Source Selection Evaluation Criteria for Volume I </a:t>
            </a:r>
            <a:r>
              <a:rPr kumimoji="0" lang="en-US" altLang="en-US" sz="2600" b="0" i="1"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may</a:t>
            </a:r>
            <a:r>
              <a:rPr kumimoji="0" lang="en-US" alt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consist of the following elements</a:t>
            </a:r>
            <a:r>
              <a:rPr lang="en-US" altLang="en-US" sz="2600" dirty="0">
                <a:solidFill>
                  <a:srgbClr val="000000"/>
                </a:solidFill>
                <a:latin typeface="Calibri" panose="020F0502020204030204" pitchFamily="34" charset="0"/>
                <a:cs typeface="Calibri" panose="020F0502020204030204" pitchFamily="34" charset="0"/>
              </a:rPr>
              <a:t> (subject to change)</a:t>
            </a:r>
            <a:endParaRPr kumimoji="0" lang="en-US" alt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R="0" lvl="0" algn="ctr" defTabSz="914400" rtl="0" eaLnBrk="1" fontAlgn="base" latinLnBrk="0" hangingPunct="1">
              <a:lnSpc>
                <a:spcPct val="100000"/>
              </a:lnSpc>
              <a:spcBef>
                <a:spcPts val="300"/>
              </a:spcBef>
              <a:spcAft>
                <a:spcPct val="0"/>
              </a:spcAft>
              <a:buClrTx/>
              <a:buSzTx/>
              <a:tabLst/>
              <a:defRPr/>
            </a:pPr>
            <a:endParaRPr kumimoji="0" lang="en-US" altLang="en-US" sz="3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514350" marR="0" lvl="1" indent="0" algn="l" defTabSz="914400" rtl="0" eaLnBrk="1" fontAlgn="base" latinLnBrk="0" hangingPunct="1">
              <a:lnSpc>
                <a:spcPct val="100000"/>
              </a:lnSpc>
              <a:spcBef>
                <a:spcPts val="0"/>
              </a:spcBef>
              <a:spcAft>
                <a:spcPct val="0"/>
              </a:spcAft>
              <a:buClrTx/>
              <a:buSzTx/>
              <a:buFont typeface="Arial" pitchFamily="34" charset="0"/>
              <a:buNone/>
              <a:tabLst/>
              <a:defRPr/>
            </a:pPr>
            <a:r>
              <a:rPr lang="en-US" altLang="en-US" sz="2200" dirty="0">
                <a:solidFill>
                  <a:srgbClr val="000000"/>
                </a:solidFill>
                <a:latin typeface="Calibri" panose="020F0502020204030204" pitchFamily="34" charset="0"/>
                <a:cs typeface="Calibri" panose="020F0502020204030204" pitchFamily="34" charset="0"/>
              </a:rPr>
              <a:t>1</a:t>
            </a:r>
            <a:r>
              <a:rPr kumimoji="0" lang="en-US" altLang="en-US" sz="2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Volume I – </a:t>
            </a:r>
            <a:r>
              <a:rPr kumimoji="0" lang="en-US" altLang="en-US" sz="2200" b="1" i="0" u="none" strike="noStrike" kern="1200" cap="none" spc="0" normalizeH="0" baseline="0" noProof="0" dirty="0">
                <a:ln>
                  <a:noFill/>
                </a:ln>
                <a:solidFill>
                  <a:srgbClr val="00308F">
                    <a:lumMod val="60000"/>
                    <a:lumOff val="40000"/>
                  </a:srgbClr>
                </a:solidFill>
                <a:effectLst/>
                <a:uLnTx/>
                <a:uFillTx/>
                <a:latin typeface="Calibri" panose="020F0502020204030204" pitchFamily="34" charset="0"/>
                <a:cs typeface="Calibri" panose="020F0502020204030204" pitchFamily="34" charset="0"/>
              </a:rPr>
              <a:t>Factor I:  Past Performance Evaluation</a:t>
            </a:r>
          </a:p>
          <a:p>
            <a:pPr marL="1257300" marR="0" lvl="2" indent="-342900" algn="l" defTabSz="914400" rtl="0" eaLnBrk="1" fontAlgn="base" latinLnBrk="0" hangingPunct="1">
              <a:lnSpc>
                <a:spcPct val="100000"/>
              </a:lnSpc>
              <a:spcBef>
                <a:spcPts val="0"/>
              </a:spcBef>
              <a:spcAft>
                <a:spcPct val="0"/>
              </a:spcAft>
              <a:buClrTx/>
              <a:buSzTx/>
              <a:buFont typeface="Wingdings" panose="05000000000000000000" pitchFamily="2" charset="2"/>
              <a:buChar char="ü"/>
              <a:tabLst/>
              <a:defRPr/>
            </a:pPr>
            <a:r>
              <a:rPr kumimoji="0" lang="en-US" altLang="en-US" sz="2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Project(s) completed as the </a:t>
            </a:r>
            <a:r>
              <a:rPr kumimoji="0" lang="en-US" altLang="en-US" sz="2000" b="1"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Prime Contractor</a:t>
            </a:r>
            <a:r>
              <a:rPr kumimoji="0" lang="en-US" altLang="en-US" sz="2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(maximum 3)</a:t>
            </a:r>
          </a:p>
          <a:p>
            <a:pPr marL="1371600" marR="0" lvl="2" indent="-457200" algn="l" defTabSz="914400" rtl="0" eaLnBrk="1" fontAlgn="base" latinLnBrk="0" hangingPunct="1">
              <a:lnSpc>
                <a:spcPct val="100000"/>
              </a:lnSpc>
              <a:spcBef>
                <a:spcPts val="0"/>
              </a:spcBef>
              <a:spcAft>
                <a:spcPct val="0"/>
              </a:spcAft>
              <a:buClrTx/>
              <a:buSzTx/>
              <a:buFont typeface="Wingdings" panose="05000000000000000000" pitchFamily="2" charset="2"/>
              <a:buChar char="ü"/>
              <a:tabLst/>
              <a:defRPr/>
            </a:pPr>
            <a:r>
              <a:rPr kumimoji="0" lang="en-US" altLang="en-US" sz="2000" b="0" i="0" u="sng"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Relevancy</a:t>
            </a:r>
            <a:r>
              <a:rPr kumimoji="0" lang="en-US" altLang="en-US" sz="2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 Recent projects, similar in size, scope, magnitude of effort &amp;         complexities</a:t>
            </a:r>
          </a:p>
          <a:p>
            <a:pPr marL="1371600" marR="0" lvl="2" indent="-457200" algn="l" defTabSz="914400" rtl="0" eaLnBrk="1" fontAlgn="base" latinLnBrk="0" hangingPunct="1">
              <a:lnSpc>
                <a:spcPct val="100000"/>
              </a:lnSpc>
              <a:spcBef>
                <a:spcPts val="0"/>
              </a:spcBef>
              <a:spcAft>
                <a:spcPct val="0"/>
              </a:spcAft>
              <a:buClrTx/>
              <a:buSzTx/>
              <a:buFont typeface="Wingdings" panose="05000000000000000000" pitchFamily="2" charset="2"/>
              <a:buChar char="ü"/>
              <a:tabLst/>
              <a:defRPr/>
            </a:pPr>
            <a:r>
              <a:rPr kumimoji="0" lang="en-US" altLang="en-US" sz="2000" b="0" i="0" u="sng"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Quality</a:t>
            </a:r>
            <a:r>
              <a:rPr kumimoji="0" lang="en-US" altLang="en-US" sz="2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of performance on submitted projects</a:t>
            </a:r>
          </a:p>
          <a:p>
            <a:pPr marL="1257300" marR="0" lvl="2" indent="-342900" algn="l" defTabSz="914400" rtl="0" eaLnBrk="1" fontAlgn="base" latinLnBrk="0" hangingPunct="1">
              <a:lnSpc>
                <a:spcPct val="100000"/>
              </a:lnSpc>
              <a:spcBef>
                <a:spcPts val="0"/>
              </a:spcBef>
              <a:spcAft>
                <a:spcPct val="0"/>
              </a:spcAft>
              <a:buClrTx/>
              <a:buSzTx/>
              <a:buFont typeface="Wingdings" panose="05000000000000000000" pitchFamily="2" charset="2"/>
              <a:buChar char="ü"/>
              <a:tabLst/>
              <a:defRPr/>
            </a:pPr>
            <a:r>
              <a:rPr kumimoji="0" lang="en-US" altLang="en-US" sz="2000"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cs typeface="Calibri" panose="020F0502020204030204" pitchFamily="34" charset="0"/>
              </a:rPr>
              <a:t>  </a:t>
            </a:r>
            <a:r>
              <a:rPr kumimoji="0" lang="en-US" altLang="en-US" sz="2000" b="0" i="0" u="sng" strike="noStrike" kern="1200" cap="none" spc="0" normalizeH="0" baseline="0" noProof="0" dirty="0">
                <a:ln>
                  <a:noFill/>
                </a:ln>
                <a:solidFill>
                  <a:srgbClr val="000000">
                    <a:lumMod val="75000"/>
                    <a:lumOff val="25000"/>
                  </a:srgbClr>
                </a:solidFill>
                <a:effectLst/>
                <a:uLnTx/>
                <a:uFillTx/>
                <a:latin typeface="Calibri" panose="020F0502020204030204" pitchFamily="34" charset="0"/>
                <a:cs typeface="Calibri" panose="020F0502020204030204" pitchFamily="34" charset="0"/>
              </a:rPr>
              <a:t>Other sources </a:t>
            </a:r>
            <a:r>
              <a:rPr kumimoji="0" lang="en-US" altLang="en-US" sz="2000"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cs typeface="Calibri" panose="020F0502020204030204" pitchFamily="34" charset="0"/>
              </a:rPr>
              <a:t>of relevant past performance information (i.e., CPARS, FAPIIS)</a:t>
            </a:r>
          </a:p>
          <a:p>
            <a:pPr marL="514350" marR="0" lvl="1" indent="0" algn="l" defTabSz="914400" rtl="0" eaLnBrk="1" fontAlgn="base" latinLnBrk="0" hangingPunct="1">
              <a:lnSpc>
                <a:spcPct val="100000"/>
              </a:lnSpc>
              <a:spcAft>
                <a:spcPct val="0"/>
              </a:spcAft>
              <a:buClrTx/>
              <a:buSzTx/>
              <a:buNone/>
              <a:tabLst/>
              <a:defRPr/>
            </a:pPr>
            <a:endParaRPr lang="en-US" altLang="en-US" sz="1500" dirty="0">
              <a:solidFill>
                <a:srgbClr val="000000"/>
              </a:solidFill>
              <a:latin typeface="Calibri" panose="020F0502020204030204" pitchFamily="34" charset="0"/>
              <a:cs typeface="Calibri" panose="020F0502020204030204" pitchFamily="34" charset="0"/>
            </a:endParaRPr>
          </a:p>
          <a:p>
            <a:pPr marL="971550" marR="0" lvl="1" indent="-457200" algn="l" defTabSz="914400" rtl="0" eaLnBrk="1" fontAlgn="base" latinLnBrk="0" hangingPunct="1">
              <a:lnSpc>
                <a:spcPct val="100000"/>
              </a:lnSpc>
              <a:spcAft>
                <a:spcPct val="0"/>
              </a:spcAft>
              <a:buClrTx/>
              <a:buSzTx/>
              <a:buAutoNum type="arabicParenR" startAt="2"/>
              <a:tabLst/>
              <a:defRPr/>
            </a:pPr>
            <a:r>
              <a:rPr kumimoji="0" lang="en-US" altLang="en-US" sz="2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Volume I – </a:t>
            </a:r>
            <a:r>
              <a:rPr kumimoji="0" lang="en-US" altLang="en-US" sz="2200" b="1" i="0" u="none" strike="noStrike" kern="1200" cap="none" spc="0" normalizeH="0" baseline="0" noProof="0" dirty="0">
                <a:ln>
                  <a:noFill/>
                </a:ln>
                <a:solidFill>
                  <a:schemeClr val="accent5">
                    <a:lumMod val="60000"/>
                    <a:lumOff val="40000"/>
                  </a:schemeClr>
                </a:solidFill>
                <a:effectLst/>
                <a:uLnTx/>
                <a:uFillTx/>
                <a:latin typeface="Calibri" panose="020F0502020204030204" pitchFamily="34" charset="0"/>
                <a:cs typeface="Calibri" panose="020F0502020204030204" pitchFamily="34" charset="0"/>
              </a:rPr>
              <a:t>Factors II &amp; III: </a:t>
            </a:r>
            <a:r>
              <a:rPr lang="en-US" altLang="en-US" sz="2200" b="1" dirty="0">
                <a:solidFill>
                  <a:schemeClr val="accent5">
                    <a:lumMod val="60000"/>
                    <a:lumOff val="40000"/>
                  </a:schemeClr>
                </a:solidFill>
                <a:latin typeface="Calibri" panose="020F0502020204030204" pitchFamily="34" charset="0"/>
                <a:cs typeface="Calibri" panose="020F0502020204030204" pitchFamily="34" charset="0"/>
              </a:rPr>
              <a:t>Technical Factors (e.g. Management Plan, </a:t>
            </a:r>
          </a:p>
          <a:p>
            <a:pPr marL="514350" marR="0" lvl="1" indent="0" algn="l" defTabSz="914400" rtl="0" eaLnBrk="1" fontAlgn="base" latinLnBrk="0" hangingPunct="1">
              <a:lnSpc>
                <a:spcPct val="100000"/>
              </a:lnSpc>
              <a:spcAft>
                <a:spcPct val="0"/>
              </a:spcAft>
              <a:buClrTx/>
              <a:buSzTx/>
              <a:buNone/>
              <a:tabLst/>
              <a:defRPr/>
            </a:pPr>
            <a:r>
              <a:rPr lang="en-US" altLang="en-US" sz="2200" b="1" dirty="0">
                <a:solidFill>
                  <a:schemeClr val="accent5">
                    <a:lumMod val="60000"/>
                    <a:lumOff val="40000"/>
                  </a:schemeClr>
                </a:solidFill>
                <a:latin typeface="Calibri" panose="020F0502020204030204" pitchFamily="34" charset="0"/>
                <a:cs typeface="Calibri" panose="020F0502020204030204" pitchFamily="34" charset="0"/>
              </a:rPr>
              <a:t>Schedule Narrative)</a:t>
            </a:r>
            <a:endParaRPr kumimoji="0" lang="en-US" altLang="en-US" sz="2200" b="1" i="0" u="none" strike="noStrike" kern="1200" cap="none" spc="0" normalizeH="0" baseline="0" noProof="0" dirty="0">
              <a:ln>
                <a:noFill/>
              </a:ln>
              <a:solidFill>
                <a:schemeClr val="accent5">
                  <a:lumMod val="60000"/>
                  <a:lumOff val="40000"/>
                </a:schemeClr>
              </a:solidFill>
              <a:effectLst/>
              <a:uLnTx/>
              <a:uFillTx/>
              <a:latin typeface="Calibri" panose="020F0502020204030204" pitchFamily="34" charset="0"/>
              <a:cs typeface="Calibri" panose="020F0502020204030204" pitchFamily="34" charset="0"/>
            </a:endParaRPr>
          </a:p>
          <a:p>
            <a:pPr marL="514350" marR="0" lvl="1" indent="0" algn="l" defTabSz="914400" rtl="0" eaLnBrk="1" fontAlgn="base" latinLnBrk="0" hangingPunct="1">
              <a:lnSpc>
                <a:spcPct val="100000"/>
              </a:lnSpc>
              <a:spcAft>
                <a:spcPct val="0"/>
              </a:spcAft>
              <a:buClrTx/>
              <a:buSzTx/>
              <a:buNone/>
              <a:tabLst/>
              <a:defRPr/>
            </a:pPr>
            <a:r>
              <a:rPr lang="en-US" altLang="en-US" sz="2200" dirty="0">
                <a:solidFill>
                  <a:srgbClr val="000000"/>
                </a:solidFill>
                <a:latin typeface="Calibri" panose="020F0502020204030204" pitchFamily="34" charset="0"/>
                <a:cs typeface="Calibri" panose="020F0502020204030204" pitchFamily="34" charset="0"/>
              </a:rPr>
              <a:t>			</a:t>
            </a:r>
            <a:endParaRPr kumimoji="0" lang="en-US" altLang="en-US" sz="2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914400" marR="0" lvl="2" indent="0" algn="l" defTabSz="914400" rtl="0" eaLnBrk="1" fontAlgn="base" latinLnBrk="0" hangingPunct="1">
              <a:lnSpc>
                <a:spcPct val="100000"/>
              </a:lnSpc>
              <a:spcAft>
                <a:spcPct val="0"/>
              </a:spcAft>
              <a:buClrTx/>
              <a:buSzTx/>
              <a:buNone/>
              <a:tabLst/>
              <a:defRPr/>
            </a:pPr>
            <a:endParaRPr kumimoji="0" lang="en-US" altLang="en-US" sz="2000"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cs typeface="Calibri" panose="020F0502020204030204" pitchFamily="34" charset="0"/>
            </a:endParaRPr>
          </a:p>
          <a:p>
            <a:pPr marL="914400" marR="0" lvl="2" indent="0" algn="l" defTabSz="914400" rtl="0" eaLnBrk="1" fontAlgn="base" latinLnBrk="0" hangingPunct="1">
              <a:lnSpc>
                <a:spcPct val="100000"/>
              </a:lnSpc>
              <a:spcAft>
                <a:spcPct val="0"/>
              </a:spcAft>
              <a:buClrTx/>
              <a:buSzTx/>
              <a:buNone/>
              <a:tabLst/>
              <a:defRPr/>
            </a:pPr>
            <a:endParaRPr kumimoji="0" lang="en-US" altLang="en-US" sz="2200"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cs typeface="Calibri" panose="020F0502020204030204" pitchFamily="34" charset="0"/>
            </a:endParaRPr>
          </a:p>
          <a:p>
            <a:endParaRPr lang="en-US" dirty="0">
              <a:latin typeface="+mn-lt"/>
            </a:endParaRPr>
          </a:p>
        </p:txBody>
      </p:sp>
      <p:sp>
        <p:nvSpPr>
          <p:cNvPr id="4" name="Title 3">
            <a:extLst>
              <a:ext uri="{FF2B5EF4-FFF2-40B4-BE49-F238E27FC236}">
                <a16:creationId xmlns:a16="http://schemas.microsoft.com/office/drawing/2014/main" id="{97E4FC17-3211-B683-66E1-1C1F14CE1F77}"/>
              </a:ext>
            </a:extLst>
          </p:cNvPr>
          <p:cNvSpPr>
            <a:spLocks noGrp="1"/>
          </p:cNvSpPr>
          <p:nvPr>
            <p:ph type="title"/>
          </p:nvPr>
        </p:nvSpPr>
        <p:spPr>
          <a:xfrm>
            <a:off x="948366" y="615196"/>
            <a:ext cx="10386814" cy="476992"/>
          </a:xfrm>
        </p:spPr>
        <p:txBody>
          <a:bodyPr>
            <a:normAutofit fontScale="90000"/>
          </a:bodyPr>
          <a:lstStyle/>
          <a:p>
            <a:r>
              <a:rPr kumimoji="0" lang="en-US" altLang="en-US" sz="3600" b="1" i="0" u="none" strike="noStrike" kern="1200" cap="none" spc="0" normalizeH="0" baseline="0" noProof="0" dirty="0">
                <a:ln>
                  <a:noFill/>
                </a:ln>
                <a:solidFill>
                  <a:srgbClr val="000000"/>
                </a:solidFill>
                <a:effectLst/>
                <a:uLnTx/>
                <a:uFillTx/>
                <a:latin typeface="Arial" pitchFamily="34" charset="0"/>
                <a:ea typeface="ＭＳ Ｐゴシック" charset="0"/>
                <a:cs typeface="Arial" pitchFamily="34" charset="0"/>
              </a:rPr>
              <a:t>  PROPOSAL REQUIREMENTS</a:t>
            </a:r>
            <a:br>
              <a:rPr kumimoji="0" lang="en-US" altLang="en-US" sz="2600" b="0" i="0" u="none" strike="noStrike" kern="1200" cap="none" spc="0" normalizeH="0" baseline="0" noProof="0" dirty="0">
                <a:ln>
                  <a:noFill/>
                </a:ln>
                <a:solidFill>
                  <a:prstClr val="black">
                    <a:lumMod val="75000"/>
                    <a:lumOff val="25000"/>
                  </a:prstClr>
                </a:solidFill>
                <a:effectLst/>
                <a:uLnTx/>
                <a:uFillTx/>
                <a:latin typeface="Calibri Light" panose="020F0302020204030204"/>
                <a:ea typeface="ＭＳ Ｐゴシック" charset="0"/>
                <a:cs typeface="Arial" pitchFamily="34" charset="0"/>
              </a:rPr>
            </a:br>
            <a:r>
              <a:rPr kumimoji="0" lang="en-US" altLang="en-US" sz="2600" b="0" i="0" u="none" strike="noStrike" kern="1200" cap="none" spc="0" normalizeH="0" baseline="0" noProof="0" dirty="0">
                <a:ln>
                  <a:noFill/>
                </a:ln>
                <a:solidFill>
                  <a:prstClr val="black">
                    <a:lumMod val="75000"/>
                    <a:lumOff val="25000"/>
                  </a:prstClr>
                </a:solidFill>
                <a:effectLst/>
                <a:uLnTx/>
                <a:uFillTx/>
                <a:latin typeface="Calibri Light" panose="020F0302020204030204"/>
                <a:ea typeface="ＭＳ Ｐゴシック" charset="0"/>
                <a:cs typeface="Arial" pitchFamily="34" charset="0"/>
              </a:rPr>
              <a:t>  </a:t>
            </a:r>
            <a:endParaRPr lang="en-US" dirty="0"/>
          </a:p>
        </p:txBody>
      </p:sp>
      <p:grpSp>
        <p:nvGrpSpPr>
          <p:cNvPr id="7" name="Group 6">
            <a:extLst>
              <a:ext uri="{FF2B5EF4-FFF2-40B4-BE49-F238E27FC236}">
                <a16:creationId xmlns:a16="http://schemas.microsoft.com/office/drawing/2014/main" id="{B2AFBC13-6C77-A1B4-E3B6-BB4C7CCC4230}"/>
              </a:ext>
            </a:extLst>
          </p:cNvPr>
          <p:cNvGrpSpPr/>
          <p:nvPr/>
        </p:nvGrpSpPr>
        <p:grpSpPr>
          <a:xfrm>
            <a:off x="9410066" y="2550478"/>
            <a:ext cx="2260012" cy="3544708"/>
            <a:chOff x="9295678" y="2122853"/>
            <a:chExt cx="2269427" cy="2089454"/>
          </a:xfrm>
        </p:grpSpPr>
        <p:sp>
          <p:nvSpPr>
            <p:cNvPr id="5" name="Right Brace 4">
              <a:extLst>
                <a:ext uri="{FF2B5EF4-FFF2-40B4-BE49-F238E27FC236}">
                  <a16:creationId xmlns:a16="http://schemas.microsoft.com/office/drawing/2014/main" id="{4E9F61E5-381C-4229-4DB8-9A071EB239A3}"/>
                </a:ext>
              </a:extLst>
            </p:cNvPr>
            <p:cNvSpPr/>
            <p:nvPr/>
          </p:nvSpPr>
          <p:spPr>
            <a:xfrm>
              <a:off x="9295678" y="2122853"/>
              <a:ext cx="676189" cy="2089454"/>
            </a:xfrm>
            <a:prstGeom prst="rightBrace">
              <a:avLst/>
            </a:prstGeom>
            <a:ln w="38100">
              <a:solidFill>
                <a:schemeClr val="accent5">
                  <a:lumMod val="60000"/>
                  <a:lumOff val="40000"/>
                </a:schemeClr>
              </a:solidFill>
            </a:ln>
          </p:spPr>
          <p:style>
            <a:lnRef idx="1">
              <a:schemeClr val="accent5"/>
            </a:lnRef>
            <a:fillRef idx="0">
              <a:schemeClr val="accent5"/>
            </a:fillRef>
            <a:effectRef idx="0">
              <a:schemeClr val="accent5"/>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1F20"/>
                </a:solidFill>
                <a:effectLst/>
                <a:uLnTx/>
                <a:uFillTx/>
                <a:latin typeface="Arial"/>
                <a:ea typeface="+mn-ea"/>
                <a:cs typeface="+mn-cs"/>
              </a:endParaRPr>
            </a:p>
          </p:txBody>
        </p:sp>
        <p:sp>
          <p:nvSpPr>
            <p:cNvPr id="6" name="TextBox 5">
              <a:extLst>
                <a:ext uri="{FF2B5EF4-FFF2-40B4-BE49-F238E27FC236}">
                  <a16:creationId xmlns:a16="http://schemas.microsoft.com/office/drawing/2014/main" id="{C333ED62-CDDB-C29E-3976-07B93FBA9C52}"/>
                </a:ext>
              </a:extLst>
            </p:cNvPr>
            <p:cNvSpPr txBox="1"/>
            <p:nvPr/>
          </p:nvSpPr>
          <p:spPr>
            <a:xfrm>
              <a:off x="10077437" y="2926056"/>
              <a:ext cx="1487668" cy="4534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308F">
                      <a:lumMod val="60000"/>
                      <a:lumOff val="40000"/>
                    </a:srgbClr>
                  </a:solidFill>
                  <a:effectLst/>
                  <a:uLnTx/>
                  <a:uFillTx/>
                  <a:latin typeface="Arial"/>
                  <a:ea typeface="+mn-ea"/>
                  <a:cs typeface="+mn-cs"/>
                </a:rPr>
                <a:t>Technical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308F">
                      <a:lumMod val="60000"/>
                      <a:lumOff val="40000"/>
                    </a:srgbClr>
                  </a:solidFill>
                  <a:effectLst/>
                  <a:uLnTx/>
                  <a:uFillTx/>
                  <a:latin typeface="Arial"/>
                  <a:ea typeface="+mn-ea"/>
                  <a:cs typeface="+mn-cs"/>
                </a:rPr>
                <a:t>Evaluation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308F">
                      <a:lumMod val="60000"/>
                      <a:lumOff val="40000"/>
                    </a:srgbClr>
                  </a:solidFill>
                  <a:effectLst/>
                  <a:uLnTx/>
                  <a:uFillTx/>
                  <a:latin typeface="Arial"/>
                  <a:ea typeface="+mn-ea"/>
                  <a:cs typeface="+mn-cs"/>
                </a:rPr>
                <a:t>Factors</a:t>
              </a:r>
            </a:p>
          </p:txBody>
        </p:sp>
      </p:grpSp>
    </p:spTree>
    <p:extLst>
      <p:ext uri="{BB962C8B-B14F-4D97-AF65-F5344CB8AC3E}">
        <p14:creationId xmlns:p14="http://schemas.microsoft.com/office/powerpoint/2010/main" val="13985004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72D10D-918A-7601-A324-854915CC7749}"/>
              </a:ext>
            </a:extLst>
          </p:cNvPr>
          <p:cNvSpPr>
            <a:spLocks noGrp="1"/>
          </p:cNvSpPr>
          <p:nvPr>
            <p:ph sz="quarter" idx="10"/>
          </p:nvPr>
        </p:nvSpPr>
        <p:spPr>
          <a:xfrm>
            <a:off x="794875" y="1322761"/>
            <a:ext cx="10123359" cy="5237430"/>
          </a:xfrm>
        </p:spPr>
        <p:txBody>
          <a:bodyPr>
            <a:normAutofit/>
          </a:bodyPr>
          <a:lstStyle/>
          <a:p>
            <a:pPr marL="457200" marR="0" lvl="0" indent="-4572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alt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Source Selection Evaluation Criteria for a </a:t>
            </a:r>
            <a:r>
              <a:rPr lang="en-US" altLang="en-US" sz="2600" dirty="0">
                <a:solidFill>
                  <a:srgbClr val="000000"/>
                </a:solidFill>
                <a:latin typeface="Calibri" panose="020F0502020204030204" pitchFamily="34" charset="0"/>
                <a:cs typeface="Calibri" panose="020F0502020204030204" pitchFamily="34" charset="0"/>
              </a:rPr>
              <a:t>Volume II</a:t>
            </a:r>
            <a:r>
              <a:rPr kumimoji="0" lang="en-US" alt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consists of the following elements:</a:t>
            </a:r>
          </a:p>
          <a:p>
            <a:pPr marR="0" lvl="0" algn="l" defTabSz="914400" rtl="0" eaLnBrk="1" fontAlgn="base" latinLnBrk="0" hangingPunct="1">
              <a:lnSpc>
                <a:spcPct val="100000"/>
              </a:lnSpc>
              <a:spcBef>
                <a:spcPts val="300"/>
              </a:spcBef>
              <a:spcAft>
                <a:spcPct val="0"/>
              </a:spcAft>
              <a:buClrTx/>
              <a:buSzTx/>
              <a:tabLst/>
              <a:defRPr/>
            </a:pPr>
            <a:endParaRPr kumimoji="0" lang="en-US" altLang="en-US" sz="3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514350" marR="0" lvl="1" indent="0" algn="l" defTabSz="914400" rtl="0" eaLnBrk="1" fontAlgn="base" latinLnBrk="0" hangingPunct="1">
              <a:lnSpc>
                <a:spcPct val="100000"/>
              </a:lnSpc>
              <a:spcAft>
                <a:spcPct val="0"/>
              </a:spcAft>
              <a:buClrTx/>
              <a:buSz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3)	Volume II – </a:t>
            </a:r>
            <a:r>
              <a:rPr kumimoji="0" lang="en-US" altLang="en-US" sz="2400" b="1" i="0" u="none" strike="noStrike" kern="1200" cap="none" spc="0" normalizeH="0" baseline="0" noProof="0" dirty="0">
                <a:ln>
                  <a:noFill/>
                </a:ln>
                <a:solidFill>
                  <a:schemeClr val="accent5">
                    <a:lumMod val="60000"/>
                    <a:lumOff val="40000"/>
                  </a:schemeClr>
                </a:solidFill>
                <a:effectLst/>
                <a:uLnTx/>
                <a:uFillTx/>
                <a:latin typeface="Calibri" panose="020F0502020204030204" pitchFamily="34" charset="0"/>
                <a:cs typeface="Calibri" panose="020F0502020204030204" pitchFamily="34" charset="0"/>
              </a:rPr>
              <a:t>Pro Forma (&amp; Price) Information</a:t>
            </a:r>
          </a:p>
          <a:p>
            <a:pPr marL="1317625" marR="0" lvl="3" indent="-342900" algn="l" defTabSz="914400" rtl="0" eaLnBrk="1" fontAlgn="base" latinLnBrk="0" hangingPunct="1">
              <a:lnSpc>
                <a:spcPct val="100000"/>
              </a:lnSpc>
              <a:spcBef>
                <a:spcPts val="0"/>
              </a:spcBef>
              <a:spcAft>
                <a:spcPct val="0"/>
              </a:spcAft>
              <a:buClrTx/>
              <a:buSzTx/>
              <a:buFont typeface="Wingdings" panose="05000000000000000000" pitchFamily="2" charset="2"/>
              <a:buChar char="ü"/>
              <a:tabLst/>
              <a:defRPr/>
            </a:pPr>
            <a:r>
              <a:rPr kumimoji="0" lang="en-US" altLang="en-US" sz="2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Tab A:  Standard Form 1442</a:t>
            </a:r>
            <a:endParaRPr kumimoji="0" lang="en-US" altLang="en-US" sz="2200" b="1"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1317625" marR="0" lvl="3" indent="-342900" algn="l" defTabSz="914400" rtl="0" eaLnBrk="1" fontAlgn="base" latinLnBrk="0" hangingPunct="1">
              <a:lnSpc>
                <a:spcPct val="100000"/>
              </a:lnSpc>
              <a:spcBef>
                <a:spcPts val="0"/>
              </a:spcBef>
              <a:spcAft>
                <a:spcPct val="0"/>
              </a:spcAft>
              <a:buClrTx/>
              <a:buSzTx/>
              <a:buFont typeface="Wingdings" panose="05000000000000000000" pitchFamily="2" charset="2"/>
              <a:buChar char="ü"/>
              <a:tabLst/>
              <a:defRPr/>
            </a:pPr>
            <a:r>
              <a:rPr kumimoji="0" lang="en-US" altLang="en-US" sz="2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Tab B:  Joint Venture Agreements </a:t>
            </a:r>
            <a:r>
              <a:rPr kumimoji="0" lang="en-US" altLang="en-US" sz="2200" b="0" i="1"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applicable)</a:t>
            </a:r>
          </a:p>
          <a:p>
            <a:pPr marL="1317625" marR="0" lvl="3" indent="-342900" algn="l" defTabSz="914400" rtl="0" eaLnBrk="1" fontAlgn="base" latinLnBrk="0" hangingPunct="1">
              <a:lnSpc>
                <a:spcPct val="100000"/>
              </a:lnSpc>
              <a:spcBef>
                <a:spcPts val="0"/>
              </a:spcBef>
              <a:spcAft>
                <a:spcPct val="0"/>
              </a:spcAft>
              <a:buClrTx/>
              <a:buSzTx/>
              <a:buFont typeface="Wingdings" panose="05000000000000000000" pitchFamily="2" charset="2"/>
              <a:buChar char="ü"/>
              <a:tabLst/>
              <a:defRPr/>
            </a:pPr>
            <a:r>
              <a:rPr kumimoji="0" lang="en-US" altLang="en-US" sz="2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Tab C:  </a:t>
            </a:r>
            <a:r>
              <a:rPr kumimoji="0" lang="en-US" sz="2200" b="0" i="0" u="none" strike="noStrike" kern="1200" cap="none" spc="0" normalizeH="0" baseline="0" noProof="0" dirty="0">
                <a:ln>
                  <a:noFill/>
                </a:ln>
                <a:solidFill>
                  <a:srgbClr val="221F20">
                    <a:lumMod val="90000"/>
                    <a:lumOff val="10000"/>
                  </a:srgbClr>
                </a:solidFill>
                <a:effectLst/>
                <a:uLnTx/>
                <a:uFillTx/>
                <a:latin typeface="Calibri" panose="020F0502020204030204" pitchFamily="34" charset="0"/>
                <a:cs typeface="Calibri" panose="020F0502020204030204" pitchFamily="34" charset="0"/>
              </a:rPr>
              <a:t>Evidence of Ability to Obtain Bonding &amp; Proof of Financial Ability </a:t>
            </a:r>
            <a:r>
              <a:rPr lang="en-US" sz="2200" dirty="0">
                <a:solidFill>
                  <a:srgbClr val="221F20">
                    <a:lumMod val="90000"/>
                    <a:lumOff val="10000"/>
                  </a:srgbClr>
                </a:solidFill>
                <a:latin typeface="Calibri" panose="020F0502020204030204" pitchFamily="34" charset="0"/>
                <a:cs typeface="Calibri" panose="020F0502020204030204" pitchFamily="34" charset="0"/>
              </a:rPr>
              <a:t>       </a:t>
            </a:r>
            <a:endParaRPr kumimoji="0" lang="en-US" sz="2200" b="0" i="0" u="none" strike="noStrike" kern="1200" cap="none" spc="0" normalizeH="0" baseline="0" noProof="0" dirty="0">
              <a:ln>
                <a:noFill/>
              </a:ln>
              <a:solidFill>
                <a:srgbClr val="221F20">
                  <a:lumMod val="90000"/>
                  <a:lumOff val="10000"/>
                </a:srgbClr>
              </a:solidFill>
              <a:effectLst/>
              <a:uLnTx/>
              <a:uFillTx/>
              <a:latin typeface="Calibri" panose="020F0502020204030204" pitchFamily="34" charset="0"/>
              <a:cs typeface="Calibri" panose="020F0502020204030204" pitchFamily="34" charset="0"/>
            </a:endParaRPr>
          </a:p>
          <a:p>
            <a:pPr marL="1317625" marR="0" lvl="3" indent="-342900" algn="l" defTabSz="914400" rtl="0" eaLnBrk="1" fontAlgn="base" latinLnBrk="0" hangingPunct="1">
              <a:lnSpc>
                <a:spcPct val="100000"/>
              </a:lnSpc>
              <a:spcBef>
                <a:spcPts val="0"/>
              </a:spcBef>
              <a:spcAft>
                <a:spcPct val="0"/>
              </a:spcAft>
              <a:buClrTx/>
              <a:buSzTx/>
              <a:buFont typeface="Wingdings" panose="05000000000000000000" pitchFamily="2" charset="2"/>
              <a:buChar char="ü"/>
              <a:tabLst/>
              <a:defRPr/>
            </a:pPr>
            <a:r>
              <a:rPr kumimoji="0" lang="en-US" sz="2200" b="0" i="0" u="none" strike="noStrike" kern="1200" cap="none" spc="0" normalizeH="0" baseline="0" noProof="0" dirty="0">
                <a:ln>
                  <a:noFill/>
                </a:ln>
                <a:solidFill>
                  <a:srgbClr val="221F20">
                    <a:lumMod val="90000"/>
                    <a:lumOff val="10000"/>
                  </a:srgbClr>
                </a:solidFill>
                <a:effectLst/>
                <a:uLnTx/>
                <a:uFillTx/>
                <a:latin typeface="Calibri" panose="020F0502020204030204" pitchFamily="34" charset="0"/>
                <a:cs typeface="Calibri" panose="020F0502020204030204" pitchFamily="34" charset="0"/>
              </a:rPr>
              <a:t>Tab D:  Pre-Award Information </a:t>
            </a:r>
          </a:p>
          <a:p>
            <a:pPr marL="974725" marR="0" lvl="3" indent="0" algn="l" defTabSz="914400" rtl="0" eaLnBrk="1" fontAlgn="base" latinLnBrk="0" hangingPunct="1">
              <a:lnSpc>
                <a:spcPct val="100000"/>
              </a:lnSpc>
              <a:spcBef>
                <a:spcPts val="0"/>
              </a:spcBef>
              <a:spcAft>
                <a:spcPct val="0"/>
              </a:spcAft>
              <a:buClrTx/>
              <a:buSzTx/>
              <a:buNone/>
              <a:tabLst/>
              <a:defRPr/>
            </a:pPr>
            <a:r>
              <a:rPr kumimoji="0" lang="en-US" sz="2200" b="0" i="0" u="none" strike="noStrike" kern="1200" cap="none" spc="0" normalizeH="0" baseline="0" noProof="0" dirty="0">
                <a:ln>
                  <a:noFill/>
                </a:ln>
                <a:solidFill>
                  <a:srgbClr val="221F20">
                    <a:lumMod val="90000"/>
                    <a:lumOff val="10000"/>
                  </a:srgbClr>
                </a:solidFill>
                <a:effectLst/>
                <a:uLnTx/>
                <a:uFillTx/>
                <a:latin typeface="Calibri" panose="020F0502020204030204" pitchFamily="34" charset="0"/>
                <a:cs typeface="Calibri" panose="020F0502020204030204" pitchFamily="34" charset="0"/>
              </a:rPr>
              <a:t>                   (i.e., Reps &amp; Certs, offeror information, etc.)</a:t>
            </a:r>
          </a:p>
          <a:p>
            <a:pPr marL="514350" marR="0" lvl="1" indent="0" algn="l" defTabSz="914400" rtl="0" eaLnBrk="1" fontAlgn="base" latinLnBrk="0" hangingPunct="1">
              <a:lnSpc>
                <a:spcPct val="100000"/>
              </a:lnSpc>
              <a:spcAft>
                <a:spcPct val="0"/>
              </a:spcAft>
              <a:buClrTx/>
              <a:buSzTx/>
              <a:buNone/>
              <a:tabLst/>
              <a:defRPr/>
            </a:pPr>
            <a:endParaRPr kumimoji="0" lang="en-US" altLang="en-US" sz="2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endParaRPr lang="en-US" dirty="0">
              <a:latin typeface="+mn-lt"/>
            </a:endParaRPr>
          </a:p>
        </p:txBody>
      </p:sp>
      <p:sp>
        <p:nvSpPr>
          <p:cNvPr id="4" name="Title 3">
            <a:extLst>
              <a:ext uri="{FF2B5EF4-FFF2-40B4-BE49-F238E27FC236}">
                <a16:creationId xmlns:a16="http://schemas.microsoft.com/office/drawing/2014/main" id="{97E4FC17-3211-B683-66E1-1C1F14CE1F77}"/>
              </a:ext>
            </a:extLst>
          </p:cNvPr>
          <p:cNvSpPr>
            <a:spLocks noGrp="1"/>
          </p:cNvSpPr>
          <p:nvPr>
            <p:ph type="title"/>
          </p:nvPr>
        </p:nvSpPr>
        <p:spPr>
          <a:xfrm>
            <a:off x="948366" y="564554"/>
            <a:ext cx="10386814" cy="476992"/>
          </a:xfrm>
        </p:spPr>
        <p:txBody>
          <a:bodyPr>
            <a:normAutofit fontScale="90000"/>
          </a:bodyPr>
          <a:lstStyle/>
          <a:p>
            <a:r>
              <a:rPr kumimoji="0" lang="en-US" altLang="en-US" sz="3600" b="1" i="0" u="none" strike="noStrike" kern="1200" cap="none" spc="0" normalizeH="0" baseline="0" noProof="0" dirty="0">
                <a:ln>
                  <a:noFill/>
                </a:ln>
                <a:solidFill>
                  <a:srgbClr val="000000"/>
                </a:solidFill>
                <a:effectLst/>
                <a:uLnTx/>
                <a:uFillTx/>
                <a:latin typeface="Arial" pitchFamily="34" charset="0"/>
                <a:ea typeface="ＭＳ Ｐゴシック" charset="0"/>
                <a:cs typeface="Arial" pitchFamily="34" charset="0"/>
              </a:rPr>
              <a:t>  PROPOSAL REQUIREMENTS</a:t>
            </a:r>
            <a:br>
              <a:rPr kumimoji="0" lang="en-US" altLang="en-US" sz="2600" b="0" i="0" u="none" strike="noStrike" kern="1200" cap="none" spc="0" normalizeH="0" baseline="0" noProof="0" dirty="0">
                <a:ln>
                  <a:noFill/>
                </a:ln>
                <a:solidFill>
                  <a:prstClr val="black">
                    <a:lumMod val="75000"/>
                    <a:lumOff val="25000"/>
                  </a:prstClr>
                </a:solidFill>
                <a:effectLst/>
                <a:uLnTx/>
                <a:uFillTx/>
                <a:latin typeface="Calibri Light" panose="020F0302020204030204"/>
                <a:ea typeface="ＭＳ Ｐゴシック" charset="0"/>
                <a:cs typeface="Arial" pitchFamily="34" charset="0"/>
              </a:rPr>
            </a:br>
            <a:r>
              <a:rPr kumimoji="0" lang="en-US" altLang="en-US" sz="2600" b="0" i="0" u="none" strike="noStrike" kern="1200" cap="none" spc="0" normalizeH="0" baseline="0" noProof="0" dirty="0">
                <a:ln>
                  <a:noFill/>
                </a:ln>
                <a:solidFill>
                  <a:prstClr val="black">
                    <a:lumMod val="75000"/>
                    <a:lumOff val="25000"/>
                  </a:prstClr>
                </a:solidFill>
                <a:effectLst/>
                <a:uLnTx/>
                <a:uFillTx/>
                <a:latin typeface="Calibri Light" panose="020F0302020204030204"/>
                <a:ea typeface="ＭＳ Ｐゴシック" charset="0"/>
                <a:cs typeface="Arial" pitchFamily="34" charset="0"/>
              </a:rPr>
              <a:t>  </a:t>
            </a:r>
            <a:endParaRPr lang="en-US" dirty="0"/>
          </a:p>
        </p:txBody>
      </p:sp>
    </p:spTree>
    <p:extLst>
      <p:ext uri="{BB962C8B-B14F-4D97-AF65-F5344CB8AC3E}">
        <p14:creationId xmlns:p14="http://schemas.microsoft.com/office/powerpoint/2010/main" val="25443699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72D10D-918A-7601-A324-854915CC7749}"/>
              </a:ext>
            </a:extLst>
          </p:cNvPr>
          <p:cNvSpPr>
            <a:spLocks noGrp="1"/>
          </p:cNvSpPr>
          <p:nvPr>
            <p:ph sz="quarter" idx="10"/>
          </p:nvPr>
        </p:nvSpPr>
        <p:spPr>
          <a:xfrm>
            <a:off x="538109" y="1214923"/>
            <a:ext cx="11337063" cy="5379320"/>
          </a:xfrm>
        </p:spPr>
        <p:txBody>
          <a:bodyPr>
            <a:normAutofit/>
          </a:bodyPr>
          <a:lstStyle/>
          <a:p>
            <a:pPr marL="457200" marR="0" lvl="0" indent="-4572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altLang="en-US" sz="3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Technical Factors listed in relative order of importance (example):</a:t>
            </a:r>
          </a:p>
          <a:p>
            <a:pPr marL="457200" marR="0" lvl="0" indent="-4572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endParaRPr kumimoji="0" lang="en-US" altLang="en-US" sz="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lvl="3">
              <a:spcAft>
                <a:spcPts val="0"/>
              </a:spcAft>
              <a:buFont typeface="Courier New" panose="02070309020205020404" pitchFamily="49" charset="0"/>
              <a:buChar char="o"/>
            </a:pPr>
            <a:r>
              <a:rPr lang="en-US" sz="2600" b="1" dirty="0">
                <a:effectLst/>
                <a:latin typeface="Calibri" panose="020F0502020204030204" pitchFamily="34" charset="0"/>
                <a:ea typeface="Calibri" panose="020F0502020204030204" pitchFamily="34" charset="0"/>
                <a:cs typeface="Calibri" panose="020F0502020204030204" pitchFamily="34" charset="0"/>
              </a:rPr>
              <a:t> </a:t>
            </a:r>
            <a:r>
              <a:rPr lang="en-US" sz="2600" dirty="0">
                <a:effectLst/>
                <a:latin typeface="Calibri" panose="020F0502020204030204" pitchFamily="34" charset="0"/>
                <a:ea typeface="Calibri" panose="020F0502020204030204" pitchFamily="34" charset="0"/>
                <a:cs typeface="Calibri" panose="020F0502020204030204" pitchFamily="34" charset="0"/>
              </a:rPr>
              <a:t>Volume I – Factor I:  </a:t>
            </a:r>
            <a:r>
              <a:rPr lang="en-US" sz="2600" b="1" dirty="0">
                <a:solidFill>
                  <a:schemeClr val="accent5">
                    <a:lumMod val="60000"/>
                    <a:lumOff val="40000"/>
                  </a:schemeClr>
                </a:solidFill>
                <a:effectLst/>
                <a:latin typeface="Calibri" panose="020F0502020204030204" pitchFamily="34" charset="0"/>
                <a:ea typeface="Calibri" panose="020F0502020204030204" pitchFamily="34" charset="0"/>
                <a:cs typeface="Calibri" panose="020F0502020204030204" pitchFamily="34" charset="0"/>
              </a:rPr>
              <a:t>Past Performance</a:t>
            </a:r>
            <a:r>
              <a:rPr lang="en-US" sz="2600" dirty="0">
                <a:effectLst/>
                <a:latin typeface="Calibri" panose="020F0502020204030204" pitchFamily="34" charset="0"/>
                <a:ea typeface="Calibri" panose="020F0502020204030204" pitchFamily="34" charset="0"/>
                <a:cs typeface="Calibri" panose="020F0502020204030204" pitchFamily="34" charset="0"/>
              </a:rPr>
              <a:t>	</a:t>
            </a:r>
            <a:r>
              <a:rPr lang="en-US" sz="2600" dirty="0">
                <a:latin typeface="Calibri" panose="020F0502020204030204" pitchFamily="34" charset="0"/>
                <a:ea typeface="Calibri" panose="020F0502020204030204" pitchFamily="34" charset="0"/>
                <a:cs typeface="Calibri" panose="020F0502020204030204" pitchFamily="34" charset="0"/>
              </a:rPr>
              <a:t>	Most Important</a:t>
            </a: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lvl="3">
              <a:spcAft>
                <a:spcPts val="0"/>
              </a:spcAft>
              <a:buFont typeface="Courier New" panose="02070309020205020404" pitchFamily="49" charset="0"/>
              <a:buChar char="o"/>
            </a:pPr>
            <a:r>
              <a:rPr lang="en-US" sz="2600" dirty="0">
                <a:effectLst/>
                <a:latin typeface="Calibri" panose="020F0502020204030204" pitchFamily="34" charset="0"/>
                <a:ea typeface="Calibri" panose="020F0502020204030204" pitchFamily="34" charset="0"/>
                <a:cs typeface="Calibri" panose="020F0502020204030204" pitchFamily="34" charset="0"/>
              </a:rPr>
              <a:t> Volume I – Factor II:  </a:t>
            </a:r>
            <a:r>
              <a:rPr lang="en-US" sz="2600" b="1" dirty="0">
                <a:solidFill>
                  <a:schemeClr val="accent5">
                    <a:lumMod val="60000"/>
                    <a:lumOff val="40000"/>
                  </a:schemeClr>
                </a:solidFill>
                <a:effectLst/>
                <a:latin typeface="Calibri" panose="020F0502020204030204" pitchFamily="34" charset="0"/>
                <a:ea typeface="Calibri" panose="020F0502020204030204" pitchFamily="34" charset="0"/>
                <a:cs typeface="Calibri" panose="020F0502020204030204" pitchFamily="34" charset="0"/>
              </a:rPr>
              <a:t>Management Plan</a:t>
            </a:r>
            <a:r>
              <a:rPr lang="en-US" sz="2600" dirty="0">
                <a:effectLst/>
                <a:latin typeface="Calibri" panose="020F0502020204030204" pitchFamily="34" charset="0"/>
                <a:ea typeface="Calibri" panose="020F0502020204030204" pitchFamily="34" charset="0"/>
                <a:cs typeface="Calibri" panose="020F0502020204030204" pitchFamily="34" charset="0"/>
              </a:rPr>
              <a:t>		Equal to Factor III</a:t>
            </a: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lvl="3">
              <a:spcAft>
                <a:spcPts val="0"/>
              </a:spcAft>
              <a:buFont typeface="Courier New" panose="02070309020205020404" pitchFamily="49" charset="0"/>
              <a:buChar char="o"/>
            </a:pPr>
            <a:r>
              <a:rPr lang="en-US" sz="2600" dirty="0">
                <a:effectLst/>
                <a:latin typeface="Calibri" panose="020F0502020204030204" pitchFamily="34" charset="0"/>
                <a:ea typeface="Calibri" panose="020F0502020204030204" pitchFamily="34" charset="0"/>
                <a:cs typeface="Calibri" panose="020F0502020204030204" pitchFamily="34" charset="0"/>
              </a:rPr>
              <a:t> Volume I – Factor III:  </a:t>
            </a:r>
            <a:r>
              <a:rPr lang="en-US" sz="2600" b="1" dirty="0">
                <a:solidFill>
                  <a:schemeClr val="accent5">
                    <a:lumMod val="60000"/>
                    <a:lumOff val="40000"/>
                  </a:schemeClr>
                </a:solidFill>
                <a:effectLst/>
                <a:latin typeface="Calibri" panose="020F0502020204030204" pitchFamily="34" charset="0"/>
                <a:ea typeface="Calibri" panose="020F0502020204030204" pitchFamily="34" charset="0"/>
                <a:cs typeface="Calibri" panose="020F0502020204030204" pitchFamily="34" charset="0"/>
              </a:rPr>
              <a:t>Schedule Narrative</a:t>
            </a:r>
            <a:r>
              <a:rPr lang="en-US" sz="2600" dirty="0">
                <a:effectLst/>
                <a:latin typeface="Calibri" panose="020F0502020204030204" pitchFamily="34" charset="0"/>
                <a:ea typeface="Calibri" panose="020F0502020204030204" pitchFamily="34" charset="0"/>
                <a:cs typeface="Calibri" panose="020F0502020204030204" pitchFamily="34" charset="0"/>
              </a:rPr>
              <a:t>		Equal to Factor II</a:t>
            </a: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marL="461963" lvl="3" indent="0">
              <a:spcAft>
                <a:spcPts val="0"/>
              </a:spcAft>
              <a:buNone/>
            </a:pPr>
            <a:endParaRPr kumimoji="0" lang="en-US" altLang="en-US" sz="24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457200" marR="0" lvl="0" indent="-4572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altLang="en-US" sz="3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All Technical Evaluation </a:t>
            </a:r>
            <a:r>
              <a:rPr lang="en-US" altLang="en-US" sz="3000" dirty="0">
                <a:solidFill>
                  <a:srgbClr val="000000"/>
                </a:solidFill>
                <a:latin typeface="Calibri" panose="020F0502020204030204" pitchFamily="34" charset="0"/>
                <a:cs typeface="Calibri" panose="020F0502020204030204" pitchFamily="34" charset="0"/>
              </a:rPr>
              <a:t>F</a:t>
            </a:r>
            <a:r>
              <a:rPr kumimoji="0" lang="en-US" altLang="en-US" sz="3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actors, other than Price, when combined are considered </a:t>
            </a:r>
            <a:r>
              <a:rPr kumimoji="0" lang="en-US" altLang="en-US" sz="3000" b="1" i="0" u="sng"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approximately equal </a:t>
            </a:r>
            <a:r>
              <a:rPr kumimoji="0" lang="en-US" altLang="en-US" sz="3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Price.</a:t>
            </a:r>
          </a:p>
          <a:p>
            <a:pPr marR="0" lvl="0" algn="l" defTabSz="914400" rtl="0" eaLnBrk="1" fontAlgn="base" latinLnBrk="0" hangingPunct="1">
              <a:lnSpc>
                <a:spcPct val="100000"/>
              </a:lnSpc>
              <a:spcBef>
                <a:spcPts val="300"/>
              </a:spcBef>
              <a:spcAft>
                <a:spcPct val="0"/>
              </a:spcAft>
              <a:buClrTx/>
              <a:buSzTx/>
              <a:tabLst/>
              <a:defRPr/>
            </a:pPr>
            <a:endParaRPr lang="en-US" altLang="en-US" sz="2400" b="1" dirty="0">
              <a:solidFill>
                <a:schemeClr val="accent5">
                  <a:lumMod val="60000"/>
                  <a:lumOff val="40000"/>
                </a:schemeClr>
              </a:solidFill>
              <a:latin typeface="Calibri" panose="020F0502020204030204" pitchFamily="34" charset="0"/>
              <a:cs typeface="Calibri" panose="020F0502020204030204" pitchFamily="34" charset="0"/>
            </a:endParaRPr>
          </a:p>
          <a:p>
            <a:pPr marL="457200" marR="0" lvl="0" indent="-4572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lang="en-US" sz="3000" b="0" i="0" u="none" strike="noStrike" baseline="0" dirty="0">
                <a:solidFill>
                  <a:srgbClr val="211F1F"/>
                </a:solidFill>
                <a:latin typeface="Calibri" panose="020F0502020204030204" pitchFamily="34" charset="0"/>
              </a:rPr>
              <a:t>Submit your </a:t>
            </a:r>
            <a:r>
              <a:rPr lang="en-US" sz="3000" b="0" i="0" strike="noStrike" baseline="0" dirty="0">
                <a:solidFill>
                  <a:srgbClr val="211F1F"/>
                </a:solidFill>
                <a:latin typeface="Calibri" panose="020F0502020204030204" pitchFamily="34" charset="0"/>
              </a:rPr>
              <a:t>best proposal </a:t>
            </a:r>
            <a:r>
              <a:rPr lang="en-US" sz="3000" b="0" i="0" u="none" strike="noStrike" baseline="0" dirty="0">
                <a:solidFill>
                  <a:srgbClr val="211F1F"/>
                </a:solidFill>
                <a:latin typeface="Calibri" panose="020F0502020204030204" pitchFamily="34" charset="0"/>
              </a:rPr>
              <a:t>the 1st time. If we receive an initial proposal that is awardable, discussions may not be opened.</a:t>
            </a:r>
            <a:endParaRPr lang="en-US" sz="3000" b="1" dirty="0">
              <a:solidFill>
                <a:schemeClr val="accent5">
                  <a:lumMod val="60000"/>
                  <a:lumOff val="40000"/>
                </a:schemeClr>
              </a:solidFill>
              <a:latin typeface="+mn-lt"/>
            </a:endParaRPr>
          </a:p>
        </p:txBody>
      </p:sp>
      <p:sp>
        <p:nvSpPr>
          <p:cNvPr id="4" name="Title 3">
            <a:extLst>
              <a:ext uri="{FF2B5EF4-FFF2-40B4-BE49-F238E27FC236}">
                <a16:creationId xmlns:a16="http://schemas.microsoft.com/office/drawing/2014/main" id="{97E4FC17-3211-B683-66E1-1C1F14CE1F77}"/>
              </a:ext>
            </a:extLst>
          </p:cNvPr>
          <p:cNvSpPr>
            <a:spLocks noGrp="1"/>
          </p:cNvSpPr>
          <p:nvPr>
            <p:ph type="title"/>
          </p:nvPr>
        </p:nvSpPr>
        <p:spPr>
          <a:xfrm>
            <a:off x="948366" y="564554"/>
            <a:ext cx="10386814" cy="476992"/>
          </a:xfrm>
        </p:spPr>
        <p:txBody>
          <a:bodyPr>
            <a:normAutofit fontScale="90000"/>
          </a:bodyPr>
          <a:lstStyle/>
          <a:p>
            <a:r>
              <a:rPr kumimoji="0" lang="en-US" altLang="en-US" sz="3600" b="1" i="0" u="none" strike="noStrike" kern="1200" cap="none" spc="0" normalizeH="0" baseline="0" noProof="0" dirty="0">
                <a:ln>
                  <a:noFill/>
                </a:ln>
                <a:solidFill>
                  <a:srgbClr val="000000"/>
                </a:solidFill>
                <a:effectLst/>
                <a:uLnTx/>
                <a:uFillTx/>
                <a:latin typeface="Arial" pitchFamily="34" charset="0"/>
                <a:ea typeface="ＭＳ Ｐゴシック" charset="0"/>
                <a:cs typeface="Arial" pitchFamily="34" charset="0"/>
              </a:rPr>
              <a:t>  PROPOSAL REQUIREMENTS</a:t>
            </a:r>
            <a:br>
              <a:rPr kumimoji="0" lang="en-US" altLang="en-US" sz="2600" b="0" i="0" u="none" strike="noStrike" kern="1200" cap="none" spc="0" normalizeH="0" baseline="0" noProof="0" dirty="0">
                <a:ln>
                  <a:noFill/>
                </a:ln>
                <a:solidFill>
                  <a:prstClr val="black">
                    <a:lumMod val="75000"/>
                    <a:lumOff val="25000"/>
                  </a:prstClr>
                </a:solidFill>
                <a:effectLst/>
                <a:uLnTx/>
                <a:uFillTx/>
                <a:latin typeface="Calibri Light" panose="020F0302020204030204"/>
                <a:ea typeface="ＭＳ Ｐゴシック" charset="0"/>
                <a:cs typeface="Arial" pitchFamily="34" charset="0"/>
              </a:rPr>
            </a:br>
            <a:r>
              <a:rPr kumimoji="0" lang="en-US" altLang="en-US" sz="2600" b="0" i="0" u="none" strike="noStrike" kern="1200" cap="none" spc="0" normalizeH="0" baseline="0" noProof="0" dirty="0">
                <a:ln>
                  <a:noFill/>
                </a:ln>
                <a:solidFill>
                  <a:prstClr val="black">
                    <a:lumMod val="75000"/>
                    <a:lumOff val="25000"/>
                  </a:prstClr>
                </a:solidFill>
                <a:effectLst/>
                <a:uLnTx/>
                <a:uFillTx/>
                <a:latin typeface="Calibri Light" panose="020F0302020204030204"/>
                <a:ea typeface="ＭＳ Ｐゴシック" charset="0"/>
                <a:cs typeface="Arial" pitchFamily="34" charset="0"/>
              </a:rPr>
              <a:t>  </a:t>
            </a:r>
            <a:endParaRPr lang="en-US" dirty="0"/>
          </a:p>
        </p:txBody>
      </p:sp>
    </p:spTree>
    <p:extLst>
      <p:ext uri="{BB962C8B-B14F-4D97-AF65-F5344CB8AC3E}">
        <p14:creationId xmlns:p14="http://schemas.microsoft.com/office/powerpoint/2010/main" val="6672504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9939" y="229434"/>
            <a:ext cx="8151322" cy="713185"/>
          </a:xfrm>
        </p:spPr>
        <p:txBody>
          <a:bodyPr>
            <a:noAutofit/>
          </a:bodyPr>
          <a:lstStyle/>
          <a:p>
            <a:r>
              <a:rPr lang="en-US" altLang="en-US" b="1" dirty="0">
                <a:solidFill>
                  <a:schemeClr val="tx1"/>
                </a:solidFill>
                <a:latin typeface="Arial" panose="020B0604020202020204" pitchFamily="34" charset="0"/>
                <a:cs typeface="Arial" panose="020B0604020202020204" pitchFamily="34" charset="0"/>
              </a:rPr>
              <a:t>PROPOSAL REQUIREMENTS</a:t>
            </a:r>
            <a:endParaRPr lang="en-US" sz="3600" b="1"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76019" y="1209218"/>
            <a:ext cx="10716476" cy="5343510"/>
          </a:xfrm>
        </p:spPr>
        <p:txBody>
          <a:bodyPr>
            <a:normAutofit fontScale="92500" lnSpcReduction="10000"/>
          </a:bodyPr>
          <a:lstStyle/>
          <a:p>
            <a:pPr marL="257175" indent="-257175">
              <a:buFont typeface="Arial" panose="020B0604020202020204" pitchFamily="34" charset="0"/>
              <a:buChar char="•"/>
            </a:pPr>
            <a:r>
              <a:rPr lang="en-US" sz="2800" dirty="0">
                <a:solidFill>
                  <a:schemeClr val="tx1"/>
                </a:solidFill>
                <a:latin typeface="Calibri" panose="020F0502020204030204" pitchFamily="34" charset="0"/>
                <a:cs typeface="Calibri" panose="020F0502020204030204" pitchFamily="34" charset="0"/>
              </a:rPr>
              <a:t> </a:t>
            </a:r>
            <a:r>
              <a:rPr lang="en-US" sz="3000" dirty="0">
                <a:solidFill>
                  <a:schemeClr val="tx1"/>
                </a:solidFill>
                <a:latin typeface="Calibri" panose="020F0502020204030204" pitchFamily="34" charset="0"/>
                <a:cs typeface="Calibri" panose="020F0502020204030204" pitchFamily="34" charset="0"/>
              </a:rPr>
              <a:t>Instructions for submitting a Request for Information (RFI) will be   </a:t>
            </a:r>
          </a:p>
          <a:p>
            <a:r>
              <a:rPr lang="en-US" sz="3000" dirty="0">
                <a:solidFill>
                  <a:schemeClr val="tx1"/>
                </a:solidFill>
                <a:latin typeface="Calibri" panose="020F0502020204030204" pitchFamily="34" charset="0"/>
                <a:cs typeface="Calibri" panose="020F0502020204030204" pitchFamily="34" charset="0"/>
              </a:rPr>
              <a:t>    included in the Solicitation.</a:t>
            </a:r>
          </a:p>
          <a:p>
            <a:endParaRPr lang="en-US" sz="2000" dirty="0">
              <a:solidFill>
                <a:schemeClr val="tx1"/>
              </a:solidFill>
              <a:latin typeface="Calibri" panose="020F0502020204030204" pitchFamily="34" charset="0"/>
              <a:cs typeface="Calibri" panose="020F0502020204030204" pitchFamily="34" charset="0"/>
            </a:endParaRPr>
          </a:p>
          <a:p>
            <a:pPr marL="642938" lvl="1" indent="-257175"/>
            <a:r>
              <a:rPr lang="en-US" sz="2700" dirty="0">
                <a:solidFill>
                  <a:schemeClr val="tx1"/>
                </a:solidFill>
                <a:latin typeface="Calibri" panose="020F0502020204030204" pitchFamily="34" charset="0"/>
                <a:cs typeface="Calibri" panose="020F0502020204030204" pitchFamily="34" charset="0"/>
              </a:rPr>
              <a:t>RFIs for these projects will be received and answered through the ProjNet system:  </a:t>
            </a:r>
            <a:r>
              <a:rPr lang="en-US" sz="2700" dirty="0">
                <a:solidFill>
                  <a:schemeClr val="accent5">
                    <a:lumMod val="60000"/>
                    <a:lumOff val="40000"/>
                  </a:schemeClr>
                </a:solidFill>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www.ProjNet.org</a:t>
            </a:r>
            <a:endParaRPr lang="en-US" sz="2700" dirty="0">
              <a:solidFill>
                <a:schemeClr val="accent5">
                  <a:lumMod val="60000"/>
                  <a:lumOff val="40000"/>
                </a:schemeClr>
              </a:solidFill>
              <a:latin typeface="Calibri" panose="020F0502020204030204" pitchFamily="34" charset="0"/>
              <a:cs typeface="Calibri" panose="020F0502020204030204" pitchFamily="34" charset="0"/>
            </a:endParaRPr>
          </a:p>
          <a:p>
            <a:pPr marL="642938" lvl="1" indent="-257175"/>
            <a:endParaRPr lang="en-US" sz="800" dirty="0">
              <a:latin typeface="Calibri" panose="020F0502020204030204" pitchFamily="34" charset="0"/>
              <a:cs typeface="Calibri" panose="020F0502020204030204" pitchFamily="34" charset="0"/>
            </a:endParaRPr>
          </a:p>
          <a:p>
            <a:pPr marL="942975" lvl="2" indent="-257175">
              <a:buFont typeface="Courier New" panose="02070309020205020404" pitchFamily="49" charset="0"/>
              <a:buChar char="o"/>
            </a:pPr>
            <a:r>
              <a:rPr lang="en-US" sz="2700" dirty="0">
                <a:solidFill>
                  <a:schemeClr val="tx1"/>
                </a:solidFill>
                <a:latin typeface="Calibri" panose="020F0502020204030204" pitchFamily="34" charset="0"/>
                <a:cs typeface="Calibri" panose="020F0502020204030204" pitchFamily="34" charset="0"/>
              </a:rPr>
              <a:t>Any RFIs submitted/emailed directly to the Project Team will </a:t>
            </a:r>
            <a:r>
              <a:rPr lang="en-US" sz="2700" b="1" dirty="0">
                <a:solidFill>
                  <a:schemeClr val="tx1"/>
                </a:solidFill>
                <a:latin typeface="Calibri" panose="020F0502020204030204" pitchFamily="34" charset="0"/>
                <a:cs typeface="Calibri" panose="020F0502020204030204" pitchFamily="34" charset="0"/>
              </a:rPr>
              <a:t>NOT</a:t>
            </a:r>
            <a:r>
              <a:rPr lang="en-US" sz="2700" dirty="0">
                <a:solidFill>
                  <a:schemeClr val="tx1"/>
                </a:solidFill>
                <a:latin typeface="Calibri" panose="020F0502020204030204" pitchFamily="34" charset="0"/>
                <a:cs typeface="Calibri" panose="020F0502020204030204" pitchFamily="34" charset="0"/>
              </a:rPr>
              <a:t> receive a response, and offerors will be directed to the ProjNet system.</a:t>
            </a:r>
          </a:p>
          <a:p>
            <a:pPr marL="685800" lvl="2" indent="0">
              <a:buNone/>
            </a:pPr>
            <a:endParaRPr lang="en-US" dirty="0">
              <a:solidFill>
                <a:schemeClr val="tx1"/>
              </a:solidFill>
              <a:latin typeface="Calibri" panose="020F0502020204030204" pitchFamily="34" charset="0"/>
              <a:cs typeface="Calibri" panose="020F0502020204030204" pitchFamily="34" charset="0"/>
            </a:endParaRPr>
          </a:p>
          <a:p>
            <a:pPr marL="642938" lvl="1" indent="-257175"/>
            <a:r>
              <a:rPr lang="en-US" sz="2700" dirty="0">
                <a:solidFill>
                  <a:schemeClr val="tx1"/>
                </a:solidFill>
                <a:latin typeface="Calibri" panose="020F0502020204030204" pitchFamily="34" charset="0"/>
                <a:cs typeface="Calibri" panose="020F0502020204030204" pitchFamily="34" charset="0"/>
              </a:rPr>
              <a:t>A ProjNet Bidder’s Key included in the solicitation’s Project Instructions section of the RFP, which is used to post your RFIs/questions.</a:t>
            </a:r>
          </a:p>
          <a:p>
            <a:pPr lvl="2" indent="0">
              <a:buNone/>
            </a:pPr>
            <a:endParaRPr lang="en-US" dirty="0">
              <a:solidFill>
                <a:schemeClr val="tx1"/>
              </a:solidFill>
              <a:latin typeface="Calibri" panose="020F0502020204030204" pitchFamily="34" charset="0"/>
              <a:cs typeface="Calibri" panose="020F0502020204030204" pitchFamily="34" charset="0"/>
            </a:endParaRPr>
          </a:p>
          <a:p>
            <a:pPr marL="642938" lvl="1" indent="-257175"/>
            <a:r>
              <a:rPr lang="en-US" sz="2700" dirty="0">
                <a:solidFill>
                  <a:schemeClr val="tx1"/>
                </a:solidFill>
                <a:latin typeface="Calibri" panose="020F0502020204030204" pitchFamily="34" charset="0"/>
                <a:cs typeface="Calibri" panose="020F0502020204030204" pitchFamily="34" charset="0"/>
              </a:rPr>
              <a:t>RFIs and their responses will be available for public review through ProjNet. </a:t>
            </a:r>
          </a:p>
          <a:p>
            <a:pPr marL="415925" indent="-257175"/>
            <a:endParaRPr lang="en-US" sz="3000" dirty="0">
              <a:latin typeface="Calibri" panose="020F0502020204030204" pitchFamily="34" charset="0"/>
              <a:cs typeface="Calibri" panose="020F0502020204030204" pitchFamily="34" charset="0"/>
            </a:endParaRPr>
          </a:p>
          <a:p>
            <a:pPr marL="457200" indent="-457200">
              <a:spcBef>
                <a:spcPts val="300"/>
              </a:spcBef>
              <a:buFont typeface="Arial" panose="020B0604020202020204" pitchFamily="34" charset="0"/>
              <a:buChar char="•"/>
              <a:defRPr/>
            </a:pPr>
            <a:r>
              <a:rPr kumimoji="0" lang="en-US" altLang="en-US" sz="3000" b="0" i="0" u="none" strike="noStrike" kern="1200" cap="none" spc="0" normalizeH="0" baseline="0" noProof="0" dirty="0">
                <a:ln>
                  <a:noFill/>
                </a:ln>
                <a:solidFill>
                  <a:srgbClr val="221F20"/>
                </a:solidFill>
                <a:effectLst/>
                <a:uLnTx/>
                <a:uFillTx/>
                <a:latin typeface="Calibri" panose="020F0502020204030204" pitchFamily="34" charset="0"/>
                <a:cs typeface="Calibri" panose="020F0502020204030204" pitchFamily="34" charset="0"/>
              </a:rPr>
              <a:t>Optional Site Visit held to familiarize Offerors with the jobsite and conditions, not for the purposes of answering questions.</a:t>
            </a:r>
          </a:p>
          <a:p>
            <a:pPr marL="415925" indent="-257175"/>
            <a:endParaRPr lang="en-US"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188712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C6756D-2500-A78B-4B08-818D38CA76EE}"/>
              </a:ext>
            </a:extLst>
          </p:cNvPr>
          <p:cNvSpPr>
            <a:spLocks noGrp="1"/>
          </p:cNvSpPr>
          <p:nvPr>
            <p:ph sz="quarter" idx="10"/>
          </p:nvPr>
        </p:nvSpPr>
        <p:spPr>
          <a:xfrm>
            <a:off x="516836" y="1585028"/>
            <a:ext cx="11078816" cy="5257800"/>
          </a:xfrm>
        </p:spPr>
        <p:txBody>
          <a:bodyPr/>
          <a:lstStyle/>
          <a:p>
            <a:pPr marL="342900" marR="0" lvl="0" indent="-342900" algn="l" defTabSz="914400" rtl="0" eaLnBrk="1" fontAlgn="base" latinLnBrk="0" hangingPunct="1">
              <a:lnSpc>
                <a:spcPct val="100000"/>
              </a:lnSpc>
              <a:spcBef>
                <a:spcPts val="300"/>
              </a:spcBef>
              <a:spcAft>
                <a:spcPts val="60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We will utilize the Electronic Receipt of Proposal process – Instructions will be in Section 00 21 00 of the solicitation package</a:t>
            </a:r>
          </a:p>
          <a:p>
            <a:pPr marL="342900" marR="0" lvl="0" indent="-342900" algn="l" defTabSz="914400" rtl="0" eaLnBrk="1" fontAlgn="base" latinLnBrk="0" hangingPunct="1">
              <a:lnSpc>
                <a:spcPct val="100000"/>
              </a:lnSpc>
              <a:spcBef>
                <a:spcPts val="300"/>
              </a:spcBef>
              <a:spcAft>
                <a:spcPts val="600"/>
              </a:spcAft>
              <a:buClrTx/>
              <a:buSzTx/>
              <a:buFont typeface="Arial" panose="020B0604020202020204" pitchFamily="34" charset="0"/>
              <a:buChar char="•"/>
              <a:tabLst/>
              <a:defRPr/>
            </a:pPr>
            <a:endParaRPr kumimoji="0" lang="en-US" sz="1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857250" marR="0" lvl="1" indent="-342900" algn="l" defTabSz="914400" rtl="0" eaLnBrk="1" fontAlgn="base" latinLnBrk="0" hangingPunct="1">
              <a:lnSpc>
                <a:spcPct val="100000"/>
              </a:lnSpc>
              <a:spcBef>
                <a:spcPts val="300"/>
              </a:spcBef>
              <a:spcAft>
                <a:spcPts val="60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Proposals are uploaded to and submitted through PIEE Solicitation Module</a:t>
            </a:r>
          </a:p>
          <a:p>
            <a:pPr marL="1317625" lvl="3" indent="-342900">
              <a:spcBef>
                <a:spcPts val="300"/>
              </a:spcBef>
              <a:spcAft>
                <a:spcPts val="600"/>
              </a:spcAft>
              <a:buFont typeface="Wingdings" panose="05000000000000000000" pitchFamily="2" charset="2"/>
              <a:buChar char="ü"/>
              <a:defRPr/>
            </a:pPr>
            <a:r>
              <a:rPr lang="en-US" sz="2600" dirty="0">
                <a:solidFill>
                  <a:srgbClr val="000000"/>
                </a:solidFill>
                <a:latin typeface="Calibri" panose="020F0502020204030204" pitchFamily="34" charset="0"/>
                <a:cs typeface="Calibri" panose="020F0502020204030204" pitchFamily="34" charset="0"/>
              </a:rPr>
              <a:t>Recommend performing a test run well in advance </a:t>
            </a:r>
            <a:endParaRPr kumimoji="0" 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857250" marR="0" lvl="1" indent="-342900" algn="l" defTabSz="914400" rtl="0" eaLnBrk="1" fontAlgn="base" latinLnBrk="0" hangingPunct="1">
              <a:lnSpc>
                <a:spcPct val="100000"/>
              </a:lnSpc>
              <a:spcBef>
                <a:spcPts val="300"/>
              </a:spcBef>
              <a:spcAft>
                <a:spcPts val="600"/>
              </a:spcAft>
              <a:buClrTx/>
              <a:buSzTx/>
              <a:buFont typeface="Arial" panose="020B0604020202020204" pitchFamily="34" charset="0"/>
              <a:buChar char="•"/>
              <a:tabLst/>
              <a:defRPr/>
            </a:pPr>
            <a:endParaRPr kumimoji="0" lang="en-US" sz="1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p>
            <a:pPr marL="857250" marR="0" lvl="1" indent="-342900" algn="l" defTabSz="914400" rtl="0" eaLnBrk="1" fontAlgn="base" latinLnBrk="0" hangingPunct="1">
              <a:lnSpc>
                <a:spcPct val="100000"/>
              </a:lnSpc>
              <a:spcBef>
                <a:spcPts val="300"/>
              </a:spcBef>
              <a:spcAft>
                <a:spcPts val="60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Don’t wait until the last minute to upload your proposal.  Late is Late</a:t>
            </a:r>
            <a:r>
              <a:rPr lang="en-US" sz="2600" dirty="0">
                <a:solidFill>
                  <a:srgbClr val="000000"/>
                </a:solidFill>
                <a:latin typeface="Calibri" panose="020F0502020204030204" pitchFamily="34" charset="0"/>
                <a:cs typeface="Calibri" panose="020F0502020204030204" pitchFamily="34" charset="0"/>
              </a:rPr>
              <a:t> -</a:t>
            </a:r>
            <a:r>
              <a:rPr kumimoji="0" lang="en-US" sz="2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t>
            </a:r>
            <a:r>
              <a:rPr kumimoji="0" lang="en-US" sz="2600" b="1" i="0" u="none" strike="noStrike" kern="1200" cap="none" spc="0" normalizeH="0" baseline="0" noProof="0" dirty="0">
                <a:ln>
                  <a:noFill/>
                </a:ln>
                <a:solidFill>
                  <a:schemeClr val="accent5">
                    <a:lumMod val="60000"/>
                    <a:lumOff val="40000"/>
                  </a:schemeClr>
                </a:solidFill>
                <a:effectLst/>
                <a:uLnTx/>
                <a:uFillTx/>
                <a:latin typeface="Calibri" panose="020F0502020204030204" pitchFamily="34" charset="0"/>
                <a:cs typeface="Calibri" panose="020F0502020204030204" pitchFamily="34" charset="0"/>
              </a:rPr>
              <a:t>No exceptions!</a:t>
            </a:r>
          </a:p>
          <a:p>
            <a:pPr marL="514350" marR="0" lvl="1" indent="0" algn="l" defTabSz="914400" rtl="0" eaLnBrk="1" fontAlgn="base" latinLnBrk="0" hangingPunct="1">
              <a:lnSpc>
                <a:spcPct val="100000"/>
              </a:lnSpc>
              <a:spcBef>
                <a:spcPts val="300"/>
              </a:spcBef>
              <a:spcAft>
                <a:spcPts val="600"/>
              </a:spcAft>
              <a:buClrTx/>
              <a:buSzTx/>
              <a:buNone/>
              <a:tabLst/>
              <a:defRPr/>
            </a:pPr>
            <a:endParaRPr kumimoji="0" lang="en-US" sz="2200" b="1" i="0" u="none" strike="noStrike" kern="1200" cap="none" spc="0" normalizeH="0" baseline="0" noProof="0" dirty="0">
              <a:ln>
                <a:noFill/>
              </a:ln>
              <a:solidFill>
                <a:schemeClr val="accent5">
                  <a:lumMod val="60000"/>
                  <a:lumOff val="40000"/>
                </a:schemeClr>
              </a:solidFill>
              <a:effectLst/>
              <a:uLnTx/>
              <a:uFillTx/>
              <a:latin typeface="Arial" panose="020B0604020202020204" pitchFamily="34" charset="0"/>
              <a:cs typeface="Arial" panose="020B0604020202020204" pitchFamily="34" charset="0"/>
            </a:endParaRPr>
          </a:p>
          <a:p>
            <a:endParaRPr lang="en-US" dirty="0"/>
          </a:p>
        </p:txBody>
      </p:sp>
      <p:sp>
        <p:nvSpPr>
          <p:cNvPr id="4" name="Title 3">
            <a:extLst>
              <a:ext uri="{FF2B5EF4-FFF2-40B4-BE49-F238E27FC236}">
                <a16:creationId xmlns:a16="http://schemas.microsoft.com/office/drawing/2014/main" id="{1C32F905-E58A-9F88-BBFB-588FA127B8C5}"/>
              </a:ext>
            </a:extLst>
          </p:cNvPr>
          <p:cNvSpPr>
            <a:spLocks noGrp="1"/>
          </p:cNvSpPr>
          <p:nvPr>
            <p:ph type="title"/>
          </p:nvPr>
        </p:nvSpPr>
        <p:spPr>
          <a:xfrm>
            <a:off x="948366" y="724968"/>
            <a:ext cx="10386814" cy="338446"/>
          </a:xfrm>
        </p:spPr>
        <p:txBody>
          <a:bodyPr>
            <a:normAutofit fontScale="90000"/>
          </a:bodyPr>
          <a:lstStyle/>
          <a:p>
            <a:pPr algn="ctr"/>
            <a:r>
              <a:rPr kumimoji="0" lang="en-US" altLang="en-US" sz="3600" b="1" i="0" u="none" strike="noStrike" kern="1200" cap="none" spc="0" normalizeH="0" baseline="0" noProof="0" dirty="0">
                <a:ln>
                  <a:noFill/>
                </a:ln>
                <a:solidFill>
                  <a:srgbClr val="000000"/>
                </a:solidFill>
                <a:effectLst/>
                <a:uLnTx/>
                <a:uFillTx/>
                <a:latin typeface="Arial" pitchFamily="34" charset="0"/>
                <a:ea typeface="ＭＳ Ｐゴシック" charset="0"/>
                <a:cs typeface="Arial" pitchFamily="34" charset="0"/>
              </a:rPr>
              <a:t>PROPOSAL</a:t>
            </a:r>
            <a:r>
              <a:rPr kumimoji="0" lang="en-US" altLang="en-US" sz="3600" b="1" i="0" u="none" strike="noStrike" kern="1200" cap="none" spc="0" normalizeH="0" baseline="0" noProof="0" dirty="0">
                <a:ln>
                  <a:noFill/>
                </a:ln>
                <a:solidFill>
                  <a:srgbClr val="000000"/>
                </a:solidFill>
                <a:effectLst/>
                <a:uLnTx/>
                <a:uFillTx/>
                <a:latin typeface="Arial"/>
                <a:ea typeface="ＭＳ Ｐゴシック" charset="0"/>
                <a:cs typeface="Arial" pitchFamily="34" charset="0"/>
              </a:rPr>
              <a:t> SUBMISSION</a:t>
            </a:r>
            <a:br>
              <a:rPr kumimoji="0" lang="en-US" altLang="en-US" sz="3200" b="0" i="0" u="none" strike="noStrike" kern="1200" cap="none" spc="0" normalizeH="0" baseline="0" noProof="0" dirty="0">
                <a:ln>
                  <a:noFill/>
                </a:ln>
                <a:solidFill>
                  <a:prstClr val="black">
                    <a:lumMod val="75000"/>
                    <a:lumOff val="25000"/>
                  </a:prstClr>
                </a:solidFill>
                <a:effectLst/>
                <a:uLnTx/>
                <a:uFillTx/>
                <a:latin typeface="Calibri Light" panose="020F0302020204030204"/>
                <a:ea typeface="ＭＳ Ｐゴシック" charset="0"/>
                <a:cs typeface="Arial" pitchFamily="34" charset="0"/>
              </a:rPr>
            </a:br>
            <a:endParaRPr lang="en-US" dirty="0"/>
          </a:p>
        </p:txBody>
      </p:sp>
    </p:spTree>
    <p:extLst>
      <p:ext uri="{BB962C8B-B14F-4D97-AF65-F5344CB8AC3E}">
        <p14:creationId xmlns:p14="http://schemas.microsoft.com/office/powerpoint/2010/main" val="42329233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7323" y="236908"/>
            <a:ext cx="8382000" cy="806451"/>
          </a:xfrm>
        </p:spPr>
        <p:txBody>
          <a:bodyPr/>
          <a:lstStyle/>
          <a:p>
            <a:pPr algn="ctr"/>
            <a:r>
              <a:rPr lang="en-US" sz="3200" dirty="0">
                <a:solidFill>
                  <a:schemeClr val="tx1"/>
                </a:solidFill>
              </a:rPr>
              <a:t>PROCUREMENT SCHEDULE</a:t>
            </a:r>
            <a:br>
              <a:rPr lang="en-US" dirty="0">
                <a:solidFill>
                  <a:schemeClr val="tx1"/>
                </a:solidFill>
              </a:rPr>
            </a:br>
            <a:r>
              <a:rPr lang="en-US" sz="1600" dirty="0">
                <a:solidFill>
                  <a:schemeClr val="tx1"/>
                </a:solidFill>
              </a:rPr>
              <a:t>Dates are </a:t>
            </a:r>
            <a:r>
              <a:rPr lang="en-US" sz="1600" u="sng" dirty="0">
                <a:solidFill>
                  <a:srgbClr val="FF0000"/>
                </a:solidFill>
              </a:rPr>
              <a:t>approximate</a:t>
            </a:r>
            <a:r>
              <a:rPr lang="en-US" sz="1600" dirty="0">
                <a:solidFill>
                  <a:schemeClr val="accent6"/>
                </a:solidFill>
              </a:rPr>
              <a:t> </a:t>
            </a:r>
            <a:r>
              <a:rPr lang="en-US" sz="1600" dirty="0">
                <a:solidFill>
                  <a:schemeClr val="tx1"/>
                </a:solidFill>
              </a:rPr>
              <a:t>AND</a:t>
            </a:r>
            <a:r>
              <a:rPr lang="en-US" sz="1600" dirty="0"/>
              <a:t> </a:t>
            </a:r>
            <a:r>
              <a:rPr lang="en-US" sz="1600" u="sng" dirty="0">
                <a:solidFill>
                  <a:srgbClr val="FF0000"/>
                </a:solidFill>
              </a:rPr>
              <a:t>SUBJECT TO CHANGE</a:t>
            </a:r>
          </a:p>
        </p:txBody>
      </p:sp>
      <p:sp>
        <p:nvSpPr>
          <p:cNvPr id="3" name="Content Placeholder 2"/>
          <p:cNvSpPr>
            <a:spLocks noGrp="1"/>
          </p:cNvSpPr>
          <p:nvPr>
            <p:ph idx="1"/>
          </p:nvPr>
        </p:nvSpPr>
        <p:spPr>
          <a:xfrm>
            <a:off x="2085007" y="2363539"/>
            <a:ext cx="8662958" cy="2456939"/>
          </a:xfrm>
        </p:spPr>
        <p:txBody>
          <a:bodyPr/>
          <a:lstStyle/>
          <a:p>
            <a:r>
              <a:rPr lang="en-US" sz="2000" b="1" dirty="0">
                <a:solidFill>
                  <a:schemeClr val="tx1"/>
                </a:solidFill>
                <a:latin typeface="Calibri" panose="020F0502020204030204" pitchFamily="34" charset="0"/>
                <a:cs typeface="Calibri" panose="020F0502020204030204" pitchFamily="34" charset="0"/>
              </a:rPr>
              <a:t>ISSUE SOLICIATION	 </a:t>
            </a:r>
            <a:r>
              <a:rPr lang="en-US" sz="2000" dirty="0">
                <a:solidFill>
                  <a:schemeClr val="tx1"/>
                </a:solidFill>
                <a:latin typeface="Calibri" panose="020F0502020204030204" pitchFamily="34" charset="0"/>
                <a:cs typeface="Calibri" panose="020F0502020204030204" pitchFamily="34" charset="0"/>
              </a:rPr>
              <a:t>			APRIL 2026</a:t>
            </a:r>
          </a:p>
          <a:p>
            <a:endParaRPr lang="en-US" sz="2000" dirty="0">
              <a:solidFill>
                <a:schemeClr val="tx1"/>
              </a:solidFill>
              <a:latin typeface="Calibri" panose="020F0502020204030204" pitchFamily="34" charset="0"/>
              <a:cs typeface="Calibri" panose="020F0502020204030204" pitchFamily="34" charset="0"/>
            </a:endParaRPr>
          </a:p>
          <a:p>
            <a:r>
              <a:rPr lang="en-US" sz="2000" b="1" dirty="0">
                <a:solidFill>
                  <a:schemeClr val="tx1"/>
                </a:solidFill>
                <a:latin typeface="Calibri" panose="020F0502020204030204" pitchFamily="34" charset="0"/>
                <a:cs typeface="Calibri" panose="020F0502020204030204" pitchFamily="34" charset="0"/>
              </a:rPr>
              <a:t>SOLICITATION CLOSES</a:t>
            </a:r>
            <a:r>
              <a:rPr lang="en-US" sz="2000" dirty="0">
                <a:solidFill>
                  <a:schemeClr val="tx1"/>
                </a:solidFill>
                <a:latin typeface="Calibri" panose="020F0502020204030204" pitchFamily="34" charset="0"/>
                <a:cs typeface="Calibri" panose="020F0502020204030204" pitchFamily="34" charset="0"/>
              </a:rPr>
              <a:t>				MAY 2026</a:t>
            </a:r>
          </a:p>
          <a:p>
            <a:endParaRPr lang="en-US" sz="2000" dirty="0">
              <a:solidFill>
                <a:schemeClr val="tx1"/>
              </a:solidFill>
              <a:latin typeface="Calibri" panose="020F0502020204030204" pitchFamily="34" charset="0"/>
              <a:cs typeface="Calibri" panose="020F0502020204030204" pitchFamily="34" charset="0"/>
            </a:endParaRPr>
          </a:p>
          <a:p>
            <a:r>
              <a:rPr lang="en-US" sz="2000" b="1" dirty="0">
                <a:solidFill>
                  <a:schemeClr val="tx1"/>
                </a:solidFill>
                <a:latin typeface="Calibri" panose="020F0502020204030204" pitchFamily="34" charset="0"/>
                <a:cs typeface="Calibri" panose="020F0502020204030204" pitchFamily="34" charset="0"/>
              </a:rPr>
              <a:t>EVALUATION BOARD</a:t>
            </a:r>
            <a:r>
              <a:rPr lang="en-US" sz="2000" dirty="0">
                <a:solidFill>
                  <a:schemeClr val="tx1"/>
                </a:solidFill>
                <a:latin typeface="Calibri" panose="020F0502020204030204" pitchFamily="34" charset="0"/>
                <a:cs typeface="Calibri" panose="020F0502020204030204" pitchFamily="34" charset="0"/>
              </a:rPr>
              <a:t>				MAY / JUNE 2026</a:t>
            </a:r>
          </a:p>
          <a:p>
            <a:r>
              <a:rPr lang="en-US" sz="2000" dirty="0">
                <a:solidFill>
                  <a:schemeClr val="tx1"/>
                </a:solidFill>
                <a:latin typeface="Calibri" panose="020F0502020204030204" pitchFamily="34" charset="0"/>
                <a:cs typeface="Calibri" panose="020F0502020204030204" pitchFamily="34" charset="0"/>
              </a:rPr>
              <a:t>			</a:t>
            </a:r>
          </a:p>
          <a:p>
            <a:r>
              <a:rPr lang="en-US" sz="2000" b="1" dirty="0">
                <a:solidFill>
                  <a:schemeClr val="tx1"/>
                </a:solidFill>
                <a:latin typeface="Calibri" panose="020F0502020204030204" pitchFamily="34" charset="0"/>
                <a:cs typeface="Calibri" panose="020F0502020204030204" pitchFamily="34" charset="0"/>
              </a:rPr>
              <a:t>AWARD</a:t>
            </a:r>
            <a:r>
              <a:rPr lang="en-US" sz="2000" dirty="0">
                <a:solidFill>
                  <a:schemeClr val="tx1"/>
                </a:solidFill>
                <a:latin typeface="Calibri" panose="020F0502020204030204" pitchFamily="34" charset="0"/>
                <a:cs typeface="Calibri" panose="020F0502020204030204" pitchFamily="34" charset="0"/>
              </a:rPr>
              <a:t>						JUNE 2026</a:t>
            </a:r>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tint val="75000"/>
                  </a:srgbClr>
                </a:solidFill>
                <a:effectLst/>
                <a:uLnTx/>
                <a:uFillTx/>
                <a:latin typeface="Arial"/>
                <a:ea typeface="+mn-ea"/>
                <a:cs typeface="+mn-cs"/>
              </a:rPr>
              <a:t>File Name</a:t>
            </a:r>
          </a:p>
        </p:txBody>
      </p:sp>
      <p:sp>
        <p:nvSpPr>
          <p:cNvPr id="5" name="Slide Number Placeholder 4"/>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257827-C34C-4251-B995-96C9C233CCC8}" type="slidenum">
              <a:rPr kumimoji="0" lang="en-US" sz="1800" b="0" i="0" u="none" strike="noStrike" kern="1200" cap="none" spc="0" normalizeH="0" baseline="0" noProof="0" smtClean="0">
                <a:ln>
                  <a:noFill/>
                </a:ln>
                <a:solidFill>
                  <a:srgbClr val="221F20"/>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dirty="0">
              <a:ln>
                <a:noFill/>
              </a:ln>
              <a:solidFill>
                <a:srgbClr val="221F20"/>
              </a:solidFill>
              <a:effectLst/>
              <a:uLnTx/>
              <a:uFillTx/>
              <a:latin typeface="Arial"/>
              <a:ea typeface="+mn-ea"/>
              <a:cs typeface="+mn-cs"/>
            </a:endParaRPr>
          </a:p>
        </p:txBody>
      </p:sp>
    </p:spTree>
    <p:extLst>
      <p:ext uri="{BB962C8B-B14F-4D97-AF65-F5344CB8AC3E}">
        <p14:creationId xmlns:p14="http://schemas.microsoft.com/office/powerpoint/2010/main" val="8379306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4449749"/>
          </a:xfrm>
        </p:spPr>
        <p:txBody>
          <a:bodyPr/>
          <a:lstStyle/>
          <a:p>
            <a:pPr marL="342900" indent="-342900" algn="ctr">
              <a:lnSpc>
                <a:spcPct val="90000"/>
              </a:lnSpc>
              <a:spcBef>
                <a:spcPct val="20000"/>
              </a:spcBef>
            </a:pPr>
            <a:endParaRPr lang="en-US" altLang="en-US" sz="3200" kern="0" dirty="0">
              <a:solidFill>
                <a:srgbClr val="000000"/>
              </a:solidFill>
              <a:latin typeface="Arial"/>
              <a:ea typeface="+mn-ea"/>
              <a:cs typeface="+mn-cs"/>
            </a:endParaRPr>
          </a:p>
          <a:p>
            <a:pPr marL="342900" indent="-342900" algn="ctr">
              <a:lnSpc>
                <a:spcPct val="90000"/>
              </a:lnSpc>
              <a:spcBef>
                <a:spcPct val="20000"/>
              </a:spcBef>
            </a:pPr>
            <a:br>
              <a:rPr lang="en-US" altLang="en-US" sz="3200" kern="0" dirty="0">
                <a:solidFill>
                  <a:srgbClr val="000000"/>
                </a:solidFill>
                <a:latin typeface="Arial"/>
                <a:ea typeface="+mn-ea"/>
                <a:cs typeface="+mn-cs"/>
              </a:rPr>
            </a:br>
            <a:endParaRPr lang="en-US" altLang="en-US" sz="3200" kern="0" dirty="0">
              <a:solidFill>
                <a:srgbClr val="000000"/>
              </a:solidFill>
              <a:latin typeface="Arial"/>
              <a:ea typeface="+mn-ea"/>
              <a:cs typeface="+mn-cs"/>
            </a:endParaRPr>
          </a:p>
          <a:p>
            <a:pPr marL="342900" indent="-342900" algn="ctr">
              <a:lnSpc>
                <a:spcPct val="90000"/>
              </a:lnSpc>
              <a:spcBef>
                <a:spcPct val="20000"/>
              </a:spcBef>
            </a:pPr>
            <a:endParaRPr lang="en-US" altLang="en-US" sz="3200" b="1" kern="0" dirty="0">
              <a:solidFill>
                <a:srgbClr val="000000"/>
              </a:solidFill>
              <a:latin typeface="Arial"/>
              <a:ea typeface="+mn-ea"/>
              <a:cs typeface="+mn-cs"/>
            </a:endParaRPr>
          </a:p>
          <a:p>
            <a:pPr marL="342900" indent="-342900" algn="ctr">
              <a:lnSpc>
                <a:spcPct val="90000"/>
              </a:lnSpc>
              <a:spcBef>
                <a:spcPct val="20000"/>
              </a:spcBef>
            </a:pPr>
            <a:endParaRPr lang="en-US" altLang="en-US" sz="3200" b="1" kern="0" dirty="0">
              <a:solidFill>
                <a:srgbClr val="000000"/>
              </a:solidFill>
              <a:latin typeface="Arial"/>
              <a:ea typeface="+mn-ea"/>
              <a:cs typeface="+mn-cs"/>
            </a:endParaRPr>
          </a:p>
          <a:p>
            <a:pPr marL="342900" indent="-342900" algn="ctr">
              <a:lnSpc>
                <a:spcPct val="90000"/>
              </a:lnSpc>
              <a:spcBef>
                <a:spcPct val="20000"/>
              </a:spcBef>
            </a:pPr>
            <a:r>
              <a:rPr lang="en-US" altLang="en-US" sz="3600" b="1" kern="0" dirty="0">
                <a:solidFill>
                  <a:srgbClr val="000000"/>
                </a:solidFill>
                <a:latin typeface="Arial"/>
                <a:ea typeface="+mn-ea"/>
                <a:cs typeface="+mn-cs"/>
              </a:rPr>
              <a:t>Crystal Harbin</a:t>
            </a:r>
          </a:p>
          <a:p>
            <a:pPr marL="342900" indent="-342900" algn="ctr">
              <a:lnSpc>
                <a:spcPct val="90000"/>
              </a:lnSpc>
              <a:spcBef>
                <a:spcPct val="20000"/>
              </a:spcBef>
            </a:pPr>
            <a:r>
              <a:rPr lang="en-US" altLang="en-US" sz="3200" kern="0" dirty="0">
                <a:solidFill>
                  <a:srgbClr val="000000"/>
                </a:solidFill>
                <a:latin typeface="Arial"/>
                <a:ea typeface="+mn-ea"/>
                <a:cs typeface="+mn-cs"/>
              </a:rPr>
              <a:t>Deputy for Small Business </a:t>
            </a:r>
          </a:p>
          <a:p>
            <a:pPr marL="342900" indent="-342900" algn="ctr">
              <a:lnSpc>
                <a:spcPct val="90000"/>
              </a:lnSpc>
              <a:spcBef>
                <a:spcPct val="20000"/>
              </a:spcBef>
            </a:pPr>
            <a:r>
              <a:rPr lang="en-US" altLang="en-US" sz="3200" kern="0" dirty="0">
                <a:solidFill>
                  <a:srgbClr val="000000"/>
                </a:solidFill>
                <a:latin typeface="Arial"/>
                <a:ea typeface="+mn-ea"/>
                <a:cs typeface="+mn-cs"/>
              </a:rPr>
              <a:t>Louisville District</a:t>
            </a:r>
          </a:p>
        </p:txBody>
      </p:sp>
      <p:graphicFrame>
        <p:nvGraphicFramePr>
          <p:cNvPr id="4" name="Object 70">
            <a:extLst>
              <a:ext uri="{FF2B5EF4-FFF2-40B4-BE49-F238E27FC236}">
                <a16:creationId xmlns:a16="http://schemas.microsoft.com/office/drawing/2014/main" id="{4DEFC358-A0E1-470A-9ED4-0271816470EB}"/>
              </a:ext>
            </a:extLst>
          </p:cNvPr>
          <p:cNvGraphicFramePr>
            <a:graphicFrameLocks/>
          </p:cNvGraphicFramePr>
          <p:nvPr/>
        </p:nvGraphicFramePr>
        <p:xfrm>
          <a:off x="4653250" y="577228"/>
          <a:ext cx="2733101" cy="2074985"/>
        </p:xfrm>
        <a:graphic>
          <a:graphicData uri="http://schemas.openxmlformats.org/presentationml/2006/ole">
            <mc:AlternateContent xmlns:mc="http://schemas.openxmlformats.org/markup-compatibility/2006">
              <mc:Choice xmlns:v="urn:schemas-microsoft-com:vml" Requires="v">
                <p:oleObj name="Presentation" r:id="rId2" imgW="2459618" imgH="1844186" progId="PowerPoint.Show.8">
                  <p:embed/>
                </p:oleObj>
              </mc:Choice>
              <mc:Fallback>
                <p:oleObj name="Presentation" r:id="rId2" imgW="2459618" imgH="1844186" progId="PowerPoint.Show.8">
                  <p:embed/>
                  <p:pic>
                    <p:nvPicPr>
                      <p:cNvPr id="4" name="Object 70">
                        <a:extLst>
                          <a:ext uri="{FF2B5EF4-FFF2-40B4-BE49-F238E27FC236}">
                            <a16:creationId xmlns:a16="http://schemas.microsoft.com/office/drawing/2014/main" id="{4DEFC358-A0E1-470A-9ED4-0271816470E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3250" y="577228"/>
                        <a:ext cx="2733101" cy="2074985"/>
                      </a:xfrm>
                      <a:prstGeom prst="rect">
                        <a:avLst/>
                      </a:prstGeom>
                      <a:noFill/>
                      <a:ln>
                        <a:noFill/>
                      </a:ln>
                      <a:effectLst/>
                    </p:spPr>
                  </p:pic>
                </p:oleObj>
              </mc:Fallback>
            </mc:AlternateContent>
          </a:graphicData>
        </a:graphic>
      </p:graphicFrame>
      <p:sp>
        <p:nvSpPr>
          <p:cNvPr id="6" name="TextBox 5">
            <a:extLst>
              <a:ext uri="{FF2B5EF4-FFF2-40B4-BE49-F238E27FC236}">
                <a16:creationId xmlns:a16="http://schemas.microsoft.com/office/drawing/2014/main" id="{BED2E5BE-C6AF-8D32-9BEB-EEE3ECADB2AB}"/>
              </a:ext>
            </a:extLst>
          </p:cNvPr>
          <p:cNvSpPr txBox="1"/>
          <p:nvPr/>
        </p:nvSpPr>
        <p:spPr>
          <a:xfrm>
            <a:off x="588397" y="5478449"/>
            <a:ext cx="11336903" cy="1231106"/>
          </a:xfrm>
          <a:prstGeom prst="rect">
            <a:avLst/>
          </a:prstGeom>
          <a:noFill/>
        </p:spPr>
        <p:txBody>
          <a:bodyPr wrap="square" rtlCol="0">
            <a:spAutoFit/>
          </a:bodyPr>
          <a:lstStyle/>
          <a:p>
            <a:pPr marL="342900" marR="0" lvl="0" indent="-342900" algn="ctr" defTabSz="914400" rtl="0" eaLnBrk="1" fontAlgn="auto" latinLnBrk="0" hangingPunct="1">
              <a:lnSpc>
                <a:spcPct val="90000"/>
              </a:lnSpc>
              <a:spcBef>
                <a:spcPct val="20000"/>
              </a:spcBef>
              <a:spcAft>
                <a:spcPts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Arial"/>
              <a:ea typeface="+mn-ea"/>
              <a:cs typeface="+mn-cs"/>
            </a:endParaRPr>
          </a:p>
          <a:p>
            <a:pPr marL="342900" marR="0" lvl="0" indent="-342900" algn="ctr" defTabSz="914400" rtl="0" eaLnBrk="1" fontAlgn="auto" latinLnBrk="0" hangingPunct="1">
              <a:lnSpc>
                <a:spcPct val="90000"/>
              </a:lnSpc>
              <a:spcBef>
                <a:spcPct val="20000"/>
              </a:spcBef>
              <a:spcAft>
                <a:spcPts val="0"/>
              </a:spcAft>
              <a:buClrTx/>
              <a:buSzTx/>
              <a:buFontTx/>
              <a:buNone/>
              <a:tabLst/>
              <a:defRPr/>
            </a:pPr>
            <a:r>
              <a:rPr kumimoji="0" lang="en-US" altLang="en-US" sz="2800" b="0" i="0" u="none" strike="noStrike" kern="0" cap="none" spc="0" normalizeH="0" baseline="0" noProof="0" dirty="0">
                <a:ln>
                  <a:noFill/>
                </a:ln>
                <a:solidFill>
                  <a:srgbClr val="000000"/>
                </a:solidFill>
                <a:effectLst/>
                <a:uLnTx/>
                <a:uFillTx/>
                <a:latin typeface="Arial"/>
                <a:ea typeface="+mn-ea"/>
                <a:cs typeface="+mn-cs"/>
                <a:hlinkClick r:id="rId4"/>
              </a:rPr>
              <a:t>SBO-LRL@usace.army.mil</a:t>
            </a:r>
            <a:r>
              <a:rPr kumimoji="0" lang="en-US" altLang="en-US" sz="2800" b="0" i="0" u="none" strike="noStrike" kern="0" cap="none" spc="0" normalizeH="0" baseline="0" noProof="0" dirty="0">
                <a:ln>
                  <a:noFill/>
                </a:ln>
                <a:solidFill>
                  <a:srgbClr val="000000"/>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1F20"/>
              </a:solidFill>
              <a:effectLst/>
              <a:uLnTx/>
              <a:uFillTx/>
              <a:latin typeface="Arial"/>
              <a:ea typeface="+mn-ea"/>
              <a:cs typeface="+mn-cs"/>
            </a:endParaRPr>
          </a:p>
        </p:txBody>
      </p:sp>
      <p:sp>
        <p:nvSpPr>
          <p:cNvPr id="8" name="TextBox 7">
            <a:extLst>
              <a:ext uri="{FF2B5EF4-FFF2-40B4-BE49-F238E27FC236}">
                <a16:creationId xmlns:a16="http://schemas.microsoft.com/office/drawing/2014/main" id="{B4272A27-A79A-E204-B007-4EAE1038CF4C}"/>
              </a:ext>
            </a:extLst>
          </p:cNvPr>
          <p:cNvSpPr txBox="1"/>
          <p:nvPr/>
        </p:nvSpPr>
        <p:spPr>
          <a:xfrm>
            <a:off x="5790870" y="3663286"/>
            <a:ext cx="6134430" cy="1674305"/>
          </a:xfrm>
          <a:prstGeom prst="rect">
            <a:avLst/>
          </a:prstGeom>
          <a:noFill/>
        </p:spPr>
        <p:txBody>
          <a:bodyPr wrap="square">
            <a:spAutoFit/>
          </a:bodyPr>
          <a:lstStyle/>
          <a:p>
            <a:pPr marL="342900" marR="0" lvl="0" indent="-342900" algn="ctr" defTabSz="914400" rtl="0" eaLnBrk="1" fontAlgn="base" latinLnBrk="0" hangingPunct="1">
              <a:lnSpc>
                <a:spcPct val="90000"/>
              </a:lnSpc>
              <a:spcBef>
                <a:spcPct val="20000"/>
              </a:spcBef>
              <a:spcAft>
                <a:spcPct val="0"/>
              </a:spcAft>
              <a:buClrTx/>
              <a:buSzTx/>
              <a:buFont typeface="Arial" pitchFamily="34" charset="0"/>
              <a:buNone/>
              <a:tabLst/>
              <a:defRPr/>
            </a:pPr>
            <a:r>
              <a:rPr kumimoji="0" lang="en-US" altLang="en-US" sz="3600" b="1" i="0" u="none" strike="noStrike" kern="0" cap="none" spc="0" normalizeH="0" baseline="0" noProof="0" dirty="0">
                <a:ln>
                  <a:noFill/>
                </a:ln>
                <a:solidFill>
                  <a:srgbClr val="000000"/>
                </a:solidFill>
                <a:effectLst/>
                <a:uLnTx/>
                <a:uFillTx/>
                <a:latin typeface="Arial"/>
                <a:ea typeface="ＭＳ Ｐゴシック" charset="0"/>
                <a:cs typeface="Arial" pitchFamily="34" charset="0"/>
              </a:rPr>
              <a:t>Courtney Luckett</a:t>
            </a:r>
          </a:p>
          <a:p>
            <a:pPr marL="342900" marR="0" lvl="0" indent="-342900" algn="ctr" defTabSz="914400" rtl="0" eaLnBrk="1" fontAlgn="base" latinLnBrk="0" hangingPunct="1">
              <a:lnSpc>
                <a:spcPct val="90000"/>
              </a:lnSpc>
              <a:spcBef>
                <a:spcPct val="20000"/>
              </a:spcBef>
              <a:spcAft>
                <a:spcPct val="0"/>
              </a:spcAft>
              <a:buClrTx/>
              <a:buSzTx/>
              <a:buFont typeface="Arial" pitchFamily="34" charset="0"/>
              <a:buNone/>
              <a:tabLst/>
              <a:defRPr/>
            </a:pPr>
            <a:r>
              <a:rPr kumimoji="0" lang="en-US" altLang="en-US" sz="3200" b="0" i="0" u="none" strike="noStrike" kern="0" cap="none" spc="0" normalizeH="0" baseline="0" noProof="0" dirty="0">
                <a:ln>
                  <a:noFill/>
                </a:ln>
                <a:solidFill>
                  <a:srgbClr val="000000"/>
                </a:solidFill>
                <a:effectLst/>
                <a:uLnTx/>
                <a:uFillTx/>
                <a:latin typeface="Arial"/>
                <a:ea typeface="ＭＳ Ｐゴシック" charset="0"/>
                <a:cs typeface="Arial" pitchFamily="34" charset="0"/>
              </a:rPr>
              <a:t>Small Business Professional </a:t>
            </a:r>
          </a:p>
          <a:p>
            <a:pPr marL="342900" marR="0" lvl="0" indent="-342900" algn="ctr" defTabSz="914400" rtl="0" eaLnBrk="1" fontAlgn="base" latinLnBrk="0" hangingPunct="1">
              <a:lnSpc>
                <a:spcPct val="90000"/>
              </a:lnSpc>
              <a:spcBef>
                <a:spcPct val="20000"/>
              </a:spcBef>
              <a:spcAft>
                <a:spcPct val="0"/>
              </a:spcAft>
              <a:buClrTx/>
              <a:buSzTx/>
              <a:buFont typeface="Arial" pitchFamily="34" charset="0"/>
              <a:buNone/>
              <a:tabLst/>
              <a:defRPr/>
            </a:pPr>
            <a:r>
              <a:rPr kumimoji="0" lang="en-US" altLang="en-US" sz="3200" b="0" i="0" u="none" strike="noStrike" kern="0" cap="none" spc="0" normalizeH="0" baseline="0" noProof="0" dirty="0">
                <a:ln>
                  <a:noFill/>
                </a:ln>
                <a:solidFill>
                  <a:srgbClr val="000000"/>
                </a:solidFill>
                <a:effectLst/>
                <a:uLnTx/>
                <a:uFillTx/>
                <a:latin typeface="Arial"/>
                <a:ea typeface="ＭＳ Ｐゴシック" charset="0"/>
                <a:cs typeface="Arial" pitchFamily="34" charset="0"/>
              </a:rPr>
              <a:t>Louisville District</a:t>
            </a:r>
          </a:p>
        </p:txBody>
      </p:sp>
    </p:spTree>
    <p:extLst>
      <p:ext uri="{BB962C8B-B14F-4D97-AF65-F5344CB8AC3E}">
        <p14:creationId xmlns:p14="http://schemas.microsoft.com/office/powerpoint/2010/main" val="22636664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A45BA-F3D7-4407-8E37-D131D1381ADC}"/>
              </a:ext>
            </a:extLst>
          </p:cNvPr>
          <p:cNvSpPr>
            <a:spLocks noGrp="1"/>
          </p:cNvSpPr>
          <p:nvPr>
            <p:ph type="title"/>
          </p:nvPr>
        </p:nvSpPr>
        <p:spPr/>
        <p:txBody>
          <a:bodyPr/>
          <a:lstStyle/>
          <a:p>
            <a:pPr algn="ctr"/>
            <a:r>
              <a:rPr lang="en-US" sz="2800" cap="none" dirty="0">
                <a:solidFill>
                  <a:schemeClr val="tx1"/>
                </a:solidFill>
                <a:ea typeface="+mj-ea"/>
              </a:rPr>
              <a:t>NETWORKING</a:t>
            </a:r>
            <a:endParaRPr lang="en-US" sz="2800" dirty="0"/>
          </a:p>
        </p:txBody>
      </p:sp>
      <p:sp>
        <p:nvSpPr>
          <p:cNvPr id="5" name="Slide Number Placeholder 4">
            <a:extLst>
              <a:ext uri="{FF2B5EF4-FFF2-40B4-BE49-F238E27FC236}">
                <a16:creationId xmlns:a16="http://schemas.microsoft.com/office/drawing/2014/main" id="{C1CE9277-0735-49E9-B5D6-77621B54979D}"/>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A257827-C34C-4251-B995-96C9C233CCC8}" type="slidenum">
              <a:rPr kumimoji="0" lang="en-US" sz="1000" b="0" i="0" u="none" strike="noStrike" kern="1200" cap="none" spc="0" normalizeH="0" baseline="0" noProof="0" smtClean="0">
                <a:ln>
                  <a:noFill/>
                </a:ln>
                <a:solidFill>
                  <a:srgbClr val="898989"/>
                </a:solidFill>
                <a:effectLst/>
                <a:uLnTx/>
                <a:uFillTx/>
                <a:latin typeface="Arial"/>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000" b="0" i="0" u="none" strike="noStrike" kern="1200" cap="none" spc="0" normalizeH="0" baseline="0" noProof="0" dirty="0">
              <a:ln>
                <a:noFill/>
              </a:ln>
              <a:solidFill>
                <a:srgbClr val="898989"/>
              </a:solidFill>
              <a:effectLst/>
              <a:uLnTx/>
              <a:uFillTx/>
              <a:latin typeface="Arial"/>
              <a:ea typeface="+mn-ea"/>
              <a:cs typeface="Arial" pitchFamily="34" charset="0"/>
            </a:endParaRPr>
          </a:p>
        </p:txBody>
      </p:sp>
      <p:sp>
        <p:nvSpPr>
          <p:cNvPr id="9" name="TextBox 8">
            <a:extLst>
              <a:ext uri="{FF2B5EF4-FFF2-40B4-BE49-F238E27FC236}">
                <a16:creationId xmlns:a16="http://schemas.microsoft.com/office/drawing/2014/main" id="{3C890C72-DA3B-4547-A7D6-EF744B7C4B69}"/>
              </a:ext>
            </a:extLst>
          </p:cNvPr>
          <p:cNvSpPr txBox="1"/>
          <p:nvPr/>
        </p:nvSpPr>
        <p:spPr>
          <a:xfrm>
            <a:off x="406400" y="1087440"/>
            <a:ext cx="11176000" cy="4893647"/>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Networking is an important part of preparing for the upcoming project. Please post the below information in the chat: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Company Name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POC Name, Email, Phone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Are you interested in being the Prime or Subcontractor</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If you’re interested in being a subcontractor, state the type of work you are interested (Electrical, Mechanical, Roofing, etc.)</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The sign-in sheet and presentation slides will be posted to the </a:t>
            </a:r>
            <a:r>
              <a:rPr kumimoji="0" lang="en-US" sz="2400" b="0" i="0" u="none" strike="noStrike" kern="1200" cap="none" spc="0" normalizeH="0" baseline="0" noProof="0" dirty="0">
                <a:ln>
                  <a:noFill/>
                </a:ln>
                <a:solidFill>
                  <a:srgbClr val="000000"/>
                </a:solidFill>
                <a:effectLst/>
                <a:uLnTx/>
                <a:uFillTx/>
                <a:latin typeface="Arial"/>
                <a:ea typeface="+mn-ea"/>
                <a:cs typeface="+mn-cs"/>
                <a:hlinkClick r:id="rId2"/>
              </a:rPr>
              <a:t>www.SAM.gov</a:t>
            </a:r>
            <a:r>
              <a:rPr kumimoji="0" lang="en-US" sz="2400" b="0" i="0" u="none" strike="noStrike" kern="1200" cap="none" spc="0" normalizeH="0" baseline="0" noProof="0" dirty="0">
                <a:ln>
                  <a:noFill/>
                </a:ln>
                <a:solidFill>
                  <a:srgbClr val="000000"/>
                </a:solidFill>
                <a:effectLst/>
                <a:uLnTx/>
                <a:uFillTx/>
                <a:latin typeface="Arial"/>
                <a:ea typeface="+mn-ea"/>
                <a:cs typeface="+mn-cs"/>
              </a:rPr>
              <a:t> notice following the close of this industry day. Please be sure to use this information to network with other firms and build your team.</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Interested Vendors List in SAM</a:t>
            </a:r>
          </a:p>
        </p:txBody>
      </p:sp>
    </p:spTree>
    <p:extLst>
      <p:ext uri="{BB962C8B-B14F-4D97-AF65-F5344CB8AC3E}">
        <p14:creationId xmlns:p14="http://schemas.microsoft.com/office/powerpoint/2010/main" val="7461256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8366" y="128981"/>
            <a:ext cx="10386814" cy="962972"/>
          </a:xfrm>
        </p:spPr>
        <p:txBody>
          <a:bodyPr/>
          <a:lstStyle/>
          <a:p>
            <a:pPr algn="ctr"/>
            <a:r>
              <a:rPr lang="en-US" dirty="0"/>
              <a:t>Small Business Participation plan &amp; Subcontracting PLAN</a:t>
            </a:r>
          </a:p>
        </p:txBody>
      </p:sp>
      <p:sp>
        <p:nvSpPr>
          <p:cNvPr id="5" name="Content Placeholder 6">
            <a:extLst>
              <a:ext uri="{FF2B5EF4-FFF2-40B4-BE49-F238E27FC236}">
                <a16:creationId xmlns:a16="http://schemas.microsoft.com/office/drawing/2014/main" id="{2E3F898C-0E2C-63D8-7154-6A6B72C7AFA4}"/>
              </a:ext>
            </a:extLst>
          </p:cNvPr>
          <p:cNvSpPr txBox="1">
            <a:spLocks/>
          </p:cNvSpPr>
          <p:nvPr/>
        </p:nvSpPr>
        <p:spPr bwMode="auto">
          <a:xfrm>
            <a:off x="266700" y="1340528"/>
            <a:ext cx="11658600" cy="518219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a:lstStyle>
          <a:p>
            <a:pPr marL="342900" indent="-342900" fontAlgn="auto">
              <a:lnSpc>
                <a:spcPct val="90000"/>
              </a:lnSpc>
              <a:spcBef>
                <a:spcPts val="1000"/>
              </a:spcBef>
              <a:spcAft>
                <a:spcPts val="0"/>
              </a:spcAft>
              <a:buFont typeface="Arial" pitchFamily="34" charset="0"/>
              <a:buChar char="•"/>
              <a:defRPr/>
            </a:pPr>
            <a:r>
              <a:rPr lang="en-US" sz="2000">
                <a:solidFill>
                  <a:srgbClr val="221F20"/>
                </a:solidFill>
              </a:rPr>
              <a:t>The Small Business Participation Plan is a rated evaluation factor in all unrestricted procurements</a:t>
            </a:r>
          </a:p>
          <a:p>
            <a:pPr marL="857250" lvl="1" indent="-342900" fontAlgn="auto">
              <a:lnSpc>
                <a:spcPct val="90000"/>
              </a:lnSpc>
              <a:spcBef>
                <a:spcPts val="1000"/>
              </a:spcBef>
              <a:spcAft>
                <a:spcPts val="0"/>
              </a:spcAft>
              <a:buFont typeface="Arial" pitchFamily="34" charset="0"/>
              <a:buChar char="•"/>
              <a:defRPr/>
            </a:pPr>
            <a:r>
              <a:rPr lang="en-US" sz="2000">
                <a:solidFill>
                  <a:srgbClr val="221F20"/>
                </a:solidFill>
                <a:ea typeface="+mn-ea"/>
              </a:rPr>
              <a:t>Both large and small business offerors must submit a participation plan.</a:t>
            </a:r>
          </a:p>
          <a:p>
            <a:pPr marL="857250" lvl="1" indent="-342900" fontAlgn="auto">
              <a:lnSpc>
                <a:spcPct val="90000"/>
              </a:lnSpc>
              <a:spcBef>
                <a:spcPts val="1000"/>
              </a:spcBef>
              <a:spcAft>
                <a:spcPts val="0"/>
              </a:spcAft>
              <a:buFont typeface="Arial" pitchFamily="34" charset="0"/>
              <a:buChar char="•"/>
              <a:defRPr/>
            </a:pPr>
            <a:r>
              <a:rPr lang="en-US" sz="2000">
                <a:solidFill>
                  <a:srgbClr val="221F20"/>
                </a:solidFill>
                <a:ea typeface="+mn-ea"/>
              </a:rPr>
              <a:t>The participation plan is based on </a:t>
            </a:r>
            <a:r>
              <a:rPr lang="en-US" sz="2000" u="sng">
                <a:solidFill>
                  <a:srgbClr val="221F20"/>
                </a:solidFill>
                <a:ea typeface="+mn-ea"/>
              </a:rPr>
              <a:t>total contract value</a:t>
            </a:r>
            <a:r>
              <a:rPr lang="en-US" sz="2000">
                <a:solidFill>
                  <a:srgbClr val="221F20"/>
                </a:solidFill>
                <a:ea typeface="+mn-ea"/>
              </a:rPr>
              <a:t>.</a:t>
            </a:r>
          </a:p>
          <a:p>
            <a:pPr marL="857250" lvl="1" indent="-342900" fontAlgn="auto">
              <a:lnSpc>
                <a:spcPct val="90000"/>
              </a:lnSpc>
              <a:spcBef>
                <a:spcPts val="1000"/>
              </a:spcBef>
              <a:spcAft>
                <a:spcPts val="0"/>
              </a:spcAft>
              <a:buFont typeface="Arial" pitchFamily="34" charset="0"/>
              <a:buChar char="•"/>
              <a:defRPr/>
            </a:pPr>
            <a:r>
              <a:rPr lang="en-US" sz="2000">
                <a:solidFill>
                  <a:srgbClr val="221F20"/>
                </a:solidFill>
                <a:ea typeface="+mn-ea"/>
              </a:rPr>
              <a:t>The Small Business Participation Plan must meet the minimum Total Small Business Participation goal. The percentage will be included the solicitation. </a:t>
            </a:r>
          </a:p>
          <a:p>
            <a:pPr marL="857250" lvl="1" indent="-342900" fontAlgn="auto">
              <a:lnSpc>
                <a:spcPct val="90000"/>
              </a:lnSpc>
              <a:spcBef>
                <a:spcPts val="1000"/>
              </a:spcBef>
              <a:spcAft>
                <a:spcPts val="0"/>
              </a:spcAft>
              <a:buFont typeface="Arial" pitchFamily="34" charset="0"/>
              <a:buChar char="•"/>
              <a:defRPr/>
            </a:pPr>
            <a:r>
              <a:rPr lang="en-US" sz="2000">
                <a:solidFill>
                  <a:srgbClr val="221F20"/>
                </a:solidFill>
                <a:ea typeface="+mn-ea"/>
              </a:rPr>
              <a:t>Small Business prime self-performance counts as Small Business Participation.</a:t>
            </a:r>
          </a:p>
          <a:p>
            <a:pPr marL="857250" lvl="1" indent="-342900" fontAlgn="auto">
              <a:lnSpc>
                <a:spcPct val="90000"/>
              </a:lnSpc>
              <a:spcBef>
                <a:spcPts val="1000"/>
              </a:spcBef>
              <a:spcAft>
                <a:spcPts val="0"/>
              </a:spcAft>
              <a:buFont typeface="Arial" pitchFamily="34" charset="0"/>
              <a:buChar char="•"/>
              <a:defRPr/>
            </a:pPr>
            <a:endParaRPr lang="en-US" sz="2000">
              <a:solidFill>
                <a:srgbClr val="221F20"/>
              </a:solidFill>
              <a:ea typeface="+mn-ea"/>
            </a:endParaRPr>
          </a:p>
          <a:p>
            <a:pPr marL="342900" indent="-342900" fontAlgn="auto">
              <a:lnSpc>
                <a:spcPct val="90000"/>
              </a:lnSpc>
              <a:spcBef>
                <a:spcPts val="1000"/>
              </a:spcBef>
              <a:spcAft>
                <a:spcPts val="0"/>
              </a:spcAft>
              <a:buFont typeface="Arial" pitchFamily="34" charset="0"/>
              <a:buChar char="•"/>
              <a:defRPr/>
            </a:pPr>
            <a:r>
              <a:rPr lang="en-US" sz="2000">
                <a:solidFill>
                  <a:srgbClr val="221F20"/>
                </a:solidFill>
              </a:rPr>
              <a:t>Large Business offerors </a:t>
            </a:r>
            <a:r>
              <a:rPr lang="en-US" sz="2000" u="sng">
                <a:solidFill>
                  <a:srgbClr val="221F20"/>
                </a:solidFill>
              </a:rPr>
              <a:t>must</a:t>
            </a:r>
            <a:r>
              <a:rPr lang="en-US" sz="2000">
                <a:solidFill>
                  <a:srgbClr val="221F20"/>
                </a:solidFill>
              </a:rPr>
              <a:t> submit a Small Business Subcontracting Plan</a:t>
            </a:r>
          </a:p>
          <a:p>
            <a:pPr marL="857250" lvl="1" indent="-342900" fontAlgn="auto">
              <a:spcBef>
                <a:spcPts val="500"/>
              </a:spcBef>
              <a:spcAft>
                <a:spcPts val="0"/>
              </a:spcAft>
              <a:buFont typeface="Arial" pitchFamily="34" charset="0"/>
              <a:buChar char="•"/>
              <a:defRPr/>
            </a:pPr>
            <a:r>
              <a:rPr lang="en-US" sz="2000">
                <a:solidFill>
                  <a:srgbClr val="221F20"/>
                </a:solidFill>
              </a:rPr>
              <a:t>Mandated by FAR 19.702</a:t>
            </a:r>
          </a:p>
          <a:p>
            <a:pPr marL="857250" lvl="1" indent="-342900" fontAlgn="auto">
              <a:spcBef>
                <a:spcPts val="500"/>
              </a:spcBef>
              <a:spcAft>
                <a:spcPts val="0"/>
              </a:spcAft>
              <a:buFont typeface="Arial" pitchFamily="34" charset="0"/>
              <a:buChar char="•"/>
              <a:defRPr/>
            </a:pPr>
            <a:r>
              <a:rPr lang="en-US" sz="2000">
                <a:solidFill>
                  <a:srgbClr val="221F20"/>
                </a:solidFill>
              </a:rPr>
              <a:t>This is not a rated element as a part of the Source Selection process but the offeror shall submit an acceptable plan </a:t>
            </a:r>
            <a:r>
              <a:rPr lang="en-US" sz="2000" b="1">
                <a:solidFill>
                  <a:srgbClr val="221F20"/>
                </a:solidFill>
              </a:rPr>
              <a:t>prior</a:t>
            </a:r>
            <a:r>
              <a:rPr lang="en-US" sz="2000">
                <a:solidFill>
                  <a:srgbClr val="221F20"/>
                </a:solidFill>
              </a:rPr>
              <a:t> to award </a:t>
            </a:r>
          </a:p>
          <a:p>
            <a:pPr marL="857250" lvl="1" indent="-342900" fontAlgn="auto">
              <a:spcBef>
                <a:spcPts val="500"/>
              </a:spcBef>
              <a:spcAft>
                <a:spcPts val="0"/>
              </a:spcAft>
              <a:buFont typeface="Arial" pitchFamily="34" charset="0"/>
              <a:buChar char="•"/>
              <a:defRPr/>
            </a:pPr>
            <a:r>
              <a:rPr lang="en-US" sz="2000">
                <a:solidFill>
                  <a:srgbClr val="221F20"/>
                </a:solidFill>
              </a:rPr>
              <a:t>The subcontracting plan is based on </a:t>
            </a:r>
            <a:r>
              <a:rPr lang="en-US" sz="2000" u="sng">
                <a:solidFill>
                  <a:srgbClr val="221F20"/>
                </a:solidFill>
              </a:rPr>
              <a:t>total subcontracted dollars</a:t>
            </a:r>
          </a:p>
          <a:p>
            <a:pPr marL="857250" lvl="1" indent="-342900" fontAlgn="auto">
              <a:spcBef>
                <a:spcPts val="500"/>
              </a:spcBef>
              <a:spcAft>
                <a:spcPts val="0"/>
              </a:spcAft>
              <a:buFont typeface="Arial" pitchFamily="34" charset="0"/>
              <a:buChar char="•"/>
              <a:defRPr/>
            </a:pPr>
            <a:r>
              <a:rPr lang="en-US" sz="2000">
                <a:solidFill>
                  <a:srgbClr val="221F20"/>
                </a:solidFill>
              </a:rPr>
              <a:t>Failure to comply in good faith is in material breach of the contract</a:t>
            </a:r>
          </a:p>
          <a:p>
            <a:pPr marL="857250" lvl="1" indent="-342900" fontAlgn="auto">
              <a:spcBef>
                <a:spcPts val="500"/>
              </a:spcBef>
              <a:spcAft>
                <a:spcPts val="0"/>
              </a:spcAft>
              <a:buFont typeface="Arial" pitchFamily="34" charset="0"/>
              <a:buChar char="•"/>
            </a:pPr>
            <a:endParaRPr lang="en-US" dirty="0">
              <a:solidFill>
                <a:schemeClr val="tx1"/>
              </a:solidFill>
              <a:ea typeface="+mn-ea"/>
            </a:endParaRPr>
          </a:p>
        </p:txBody>
      </p:sp>
    </p:spTree>
    <p:extLst>
      <p:ext uri="{BB962C8B-B14F-4D97-AF65-F5344CB8AC3E}">
        <p14:creationId xmlns:p14="http://schemas.microsoft.com/office/powerpoint/2010/main" val="10075307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dirty="0"/>
              <a:t>Obtain information</a:t>
            </a:r>
          </a:p>
        </p:txBody>
      </p:sp>
      <p:sp>
        <p:nvSpPr>
          <p:cNvPr id="3" name="TextBox 2">
            <a:extLst>
              <a:ext uri="{FF2B5EF4-FFF2-40B4-BE49-F238E27FC236}">
                <a16:creationId xmlns:a16="http://schemas.microsoft.com/office/drawing/2014/main" id="{4A747069-6F49-53E4-4E00-543F66FA61F6}"/>
              </a:ext>
            </a:extLst>
          </p:cNvPr>
          <p:cNvSpPr txBox="1"/>
          <p:nvPr/>
        </p:nvSpPr>
        <p:spPr>
          <a:xfrm>
            <a:off x="686475" y="1101611"/>
            <a:ext cx="10910596" cy="4370427"/>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mj-lt"/>
              </a:rPr>
              <a:t>Attend Site Visits, Pre-Proposal Conferences, &amp; Industry Days</a:t>
            </a:r>
          </a:p>
          <a:p>
            <a:pPr marL="800100" lvl="1" indent="-342900">
              <a:buFont typeface="Arial" panose="020B0604020202020204" pitchFamily="34" charset="0"/>
              <a:buChar char="•"/>
            </a:pPr>
            <a:r>
              <a:rPr lang="en-US" sz="2000" dirty="0">
                <a:latin typeface="+mj-lt"/>
              </a:rPr>
              <a:t>Obtain copies of attendee roster for subcontracting opportunities</a:t>
            </a:r>
          </a:p>
          <a:p>
            <a:pPr marL="342900" indent="-342900">
              <a:buFont typeface="Arial" panose="020B0604020202020204" pitchFamily="34" charset="0"/>
              <a:buChar char="•"/>
            </a:pPr>
            <a:endParaRPr lang="en-US" sz="2400" dirty="0">
              <a:latin typeface="+mj-lt"/>
            </a:endParaRPr>
          </a:p>
          <a:p>
            <a:pPr marL="342900" indent="-342900">
              <a:buFont typeface="Arial" panose="020B0604020202020204" pitchFamily="34" charset="0"/>
              <a:buChar char="•"/>
            </a:pPr>
            <a:r>
              <a:rPr lang="en-US" sz="2400" dirty="0">
                <a:latin typeface="+mj-lt"/>
              </a:rPr>
              <a:t>Register as an Interested Vendor on SAM</a:t>
            </a:r>
          </a:p>
          <a:p>
            <a:pPr marL="342900" indent="-342900">
              <a:buFont typeface="Arial" panose="020B0604020202020204" pitchFamily="34" charset="0"/>
              <a:buChar char="•"/>
            </a:pPr>
            <a:endParaRPr lang="en-US" sz="2400" dirty="0">
              <a:latin typeface="+mj-lt"/>
            </a:endParaRPr>
          </a:p>
          <a:p>
            <a:pPr marL="342900" indent="-342900">
              <a:buFont typeface="Arial" panose="020B0604020202020204" pitchFamily="34" charset="0"/>
              <a:buChar char="•"/>
            </a:pPr>
            <a:r>
              <a:rPr lang="en-US" sz="2400" dirty="0">
                <a:latin typeface="+mj-lt"/>
              </a:rPr>
              <a:t>Attend Workshops and Conferences</a:t>
            </a:r>
          </a:p>
          <a:p>
            <a:pPr marL="800100" lvl="1" indent="-342900">
              <a:buFont typeface="Arial" panose="020B0604020202020204" pitchFamily="34" charset="0"/>
              <a:buChar char="•"/>
            </a:pPr>
            <a:r>
              <a:rPr lang="en-US" sz="2000" dirty="0">
                <a:latin typeface="+mj-lt"/>
              </a:rPr>
              <a:t>Louisville District Open House</a:t>
            </a:r>
            <a:endParaRPr lang="en-US" sz="2000" i="1" dirty="0">
              <a:latin typeface="+mj-lt"/>
            </a:endParaRPr>
          </a:p>
          <a:p>
            <a:pPr marL="342900" indent="-342900">
              <a:buFont typeface="Arial" panose="020B0604020202020204" pitchFamily="34" charset="0"/>
              <a:buChar char="•"/>
            </a:pPr>
            <a:endParaRPr lang="en-US" sz="2400" dirty="0">
              <a:latin typeface="+mj-lt"/>
            </a:endParaRPr>
          </a:p>
          <a:p>
            <a:pPr marL="342900" indent="-342900">
              <a:buFont typeface="Arial" panose="020B0604020202020204" pitchFamily="34" charset="0"/>
              <a:buChar char="•"/>
            </a:pPr>
            <a:r>
              <a:rPr lang="en-US" sz="2400" dirty="0">
                <a:latin typeface="+mj-lt"/>
              </a:rPr>
              <a:t>Construction &amp; IDIQ Forecast is maintained on the Business with Us page of the Great Lakes and Ohio River Division website, </a:t>
            </a:r>
            <a:r>
              <a:rPr lang="en-US" sz="2400" dirty="0">
                <a:latin typeface="+mj-lt"/>
                <a:hlinkClick r:id="rId2"/>
              </a:rPr>
              <a:t>https://www.lrd.usace.army.mil/Opportunity-Forecast/</a:t>
            </a:r>
            <a:r>
              <a:rPr lang="en-US" sz="2400" dirty="0">
                <a:latin typeface="+mj-lt"/>
              </a:rPr>
              <a:t> </a:t>
            </a:r>
          </a:p>
          <a:p>
            <a:pPr lvl="1"/>
            <a:endParaRPr lang="en-US" kern="0" dirty="0">
              <a:solidFill>
                <a:srgbClr val="FF0000"/>
              </a:solidFill>
              <a:latin typeface="Arial"/>
              <a:ea typeface="ＭＳ Ｐゴシック" pitchFamily="-110" charset="-128"/>
              <a:cs typeface="Times New Roman" pitchFamily="18" charset="0"/>
            </a:endParaRPr>
          </a:p>
        </p:txBody>
      </p:sp>
    </p:spTree>
    <p:extLst>
      <p:ext uri="{BB962C8B-B14F-4D97-AF65-F5344CB8AC3E}">
        <p14:creationId xmlns:p14="http://schemas.microsoft.com/office/powerpoint/2010/main" val="36753566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dirty="0"/>
              <a:t>opportunities</a:t>
            </a:r>
          </a:p>
        </p:txBody>
      </p:sp>
      <p:sp>
        <p:nvSpPr>
          <p:cNvPr id="5" name="TextBox 4"/>
          <p:cNvSpPr txBox="1"/>
          <p:nvPr/>
        </p:nvSpPr>
        <p:spPr>
          <a:xfrm>
            <a:off x="254493" y="1140761"/>
            <a:ext cx="11683014" cy="3416320"/>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21F20"/>
                </a:solidFill>
                <a:effectLst/>
                <a:uLnTx/>
                <a:uFillTx/>
                <a:latin typeface="Arial"/>
                <a:ea typeface="+mn-ea"/>
                <a:cs typeface="+mn-cs"/>
              </a:rPr>
              <a:t>We anticipate executing approximately $1.5B in FY26 through both small and large businesses.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rgbClr val="221F20"/>
              </a:solidFill>
              <a:effectLst/>
              <a:uLnTx/>
              <a:uFillTx/>
              <a:latin typeface="Arial"/>
              <a:ea typeface="+mn-ea"/>
              <a:cs typeface="Times New Roman" pitchFamily="18"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21F20"/>
                </a:solidFill>
                <a:effectLst/>
                <a:uLnTx/>
                <a:uFillTx/>
                <a:latin typeface="Arial"/>
                <a:ea typeface="+mn-ea"/>
                <a:cs typeface="Times New Roman" pitchFamily="18" charset="0"/>
              </a:rPr>
              <a:t>Contracting opportunities are posted in the System for Award Management (SAM) website at </a:t>
            </a:r>
            <a:r>
              <a:rPr kumimoji="0" lang="en-US" sz="2400" b="0" i="0" u="none" strike="noStrike" kern="1200" cap="none" spc="0" normalizeH="0" baseline="0" noProof="0" dirty="0">
                <a:ln>
                  <a:noFill/>
                </a:ln>
                <a:solidFill>
                  <a:srgbClr val="221F20"/>
                </a:solidFill>
                <a:effectLst/>
                <a:uLnTx/>
                <a:uFillTx/>
                <a:latin typeface="Arial"/>
                <a:ea typeface="+mn-ea"/>
                <a:cs typeface="Times New Roman" pitchFamily="18" charset="0"/>
                <a:hlinkClick r:id="rId2"/>
              </a:rPr>
              <a:t>www.sam.gov</a:t>
            </a:r>
            <a:r>
              <a:rPr kumimoji="0" lang="en-US" sz="2400" b="0" i="0" u="none" strike="noStrike" kern="1200" cap="none" spc="0" normalizeH="0" baseline="0" noProof="0" dirty="0">
                <a:ln>
                  <a:noFill/>
                </a:ln>
                <a:solidFill>
                  <a:srgbClr val="221F20"/>
                </a:solidFill>
                <a:effectLst/>
                <a:uLnTx/>
                <a:uFillTx/>
                <a:latin typeface="Arial"/>
                <a:ea typeface="+mn-ea"/>
                <a:cs typeface="Times New Roman" pitchFamily="18" charset="0"/>
              </a:rPr>
              <a:t>. Use “W912QR” to search for Louisville District projects.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rgbClr val="221F20"/>
              </a:solidFill>
              <a:effectLst/>
              <a:uLnTx/>
              <a:uFillTx/>
              <a:latin typeface="Arial"/>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21F20"/>
                </a:solidFill>
                <a:effectLst/>
                <a:uLnTx/>
                <a:uFillTx/>
                <a:latin typeface="Arial"/>
                <a:ea typeface="+mn-ea"/>
                <a:cs typeface="+mn-cs"/>
              </a:rPr>
              <a:t>Actively Respond to Sources Sought Notices (Market Surveys) posted to SAM</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rgbClr val="221F20"/>
              </a:solidFill>
              <a:effectLst/>
              <a:uLnTx/>
              <a:uFillTx/>
              <a:latin typeface="Arial"/>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21F20"/>
                </a:solidFill>
                <a:effectLst/>
                <a:uLnTx/>
                <a:uFillTx/>
                <a:latin typeface="Arial"/>
                <a:ea typeface="+mn-ea"/>
                <a:cs typeface="+mn-cs"/>
              </a:rPr>
              <a:t>Actively Respond to Competitive Requirements posted to SAM</a:t>
            </a:r>
            <a:endParaRPr kumimoji="0" lang="en-US" sz="2000" b="0" i="0" u="none" strike="noStrike" kern="1200" cap="none" spc="0" normalizeH="0" baseline="0" noProof="0" dirty="0">
              <a:ln>
                <a:noFill/>
              </a:ln>
              <a:solidFill>
                <a:srgbClr val="221F20"/>
              </a:solidFill>
              <a:effectLst/>
              <a:uLnTx/>
              <a:uFillTx/>
              <a:latin typeface="Arial"/>
              <a:ea typeface="+mn-ea"/>
              <a:cs typeface="+mn-cs"/>
            </a:endParaRPr>
          </a:p>
        </p:txBody>
      </p:sp>
    </p:spTree>
    <p:extLst>
      <p:ext uri="{BB962C8B-B14F-4D97-AF65-F5344CB8AC3E}">
        <p14:creationId xmlns:p14="http://schemas.microsoft.com/office/powerpoint/2010/main" val="18997810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ASTLE1"/>
          <p:cNvPicPr>
            <a:picLocks noChangeAspect="1" noChangeArrowheads="1"/>
          </p:cNvPicPr>
          <p:nvPr/>
        </p:nvPicPr>
        <p:blipFill>
          <a:blip r:embed="rId2" cstate="email">
            <a:clrChange>
              <a:clrFrom>
                <a:srgbClr val="FFFFFF"/>
              </a:clrFrom>
              <a:clrTo>
                <a:srgbClr val="FFFFFF">
                  <a:alpha val="0"/>
                </a:srgbClr>
              </a:clrTo>
            </a:clrChange>
            <a:extLst>
              <a:ext uri="{28A0092B-C50C-407E-A947-70E740481C1C}">
                <a14:useLocalDpi xmlns:a14="http://schemas.microsoft.com/office/drawing/2010/main"/>
              </a:ext>
            </a:extLst>
          </a:blip>
          <a:srcRect r="3171"/>
          <a:stretch>
            <a:fillRect/>
          </a:stretch>
        </p:blipFill>
        <p:spPr bwMode="auto">
          <a:xfrm>
            <a:off x="3844031" y="1224075"/>
            <a:ext cx="4309369" cy="2952716"/>
          </a:xfrm>
          <a:prstGeom prst="rect">
            <a:avLst/>
          </a:prstGeom>
          <a:noFill/>
          <a:ln w="9525">
            <a:noFill/>
            <a:miter lim="800000"/>
            <a:headEnd/>
            <a:tailEnd/>
          </a:ln>
        </p:spPr>
      </p:pic>
      <p:sp>
        <p:nvSpPr>
          <p:cNvPr id="8" name="Rectangle 3"/>
          <p:cNvSpPr>
            <a:spLocks noChangeArrowheads="1"/>
          </p:cNvSpPr>
          <p:nvPr/>
        </p:nvSpPr>
        <p:spPr bwMode="auto">
          <a:xfrm>
            <a:off x="2438400" y="4532084"/>
            <a:ext cx="7315200" cy="307777"/>
          </a:xfrm>
          <a:prstGeom prst="rect">
            <a:avLst/>
          </a:prstGeom>
          <a:noFill/>
          <a:ln w="9525">
            <a:noFill/>
            <a:miter lim="800000"/>
            <a:headEnd/>
            <a:tailEnd/>
          </a:ln>
        </p:spPr>
        <p:txBody>
          <a:bodyPr lIns="0" tIns="0" rIns="0" bIns="0">
            <a:spAutoFit/>
          </a:bodyPr>
          <a:lstStyle/>
          <a:p>
            <a:pPr marL="0" marR="0" lvl="0" indent="0" algn="ctr" defTabSz="914293"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221F20"/>
                </a:solidFill>
                <a:effectLst/>
                <a:uLnTx/>
                <a:uFillTx/>
                <a:latin typeface="Arial"/>
                <a:ea typeface="+mn-ea"/>
                <a:cs typeface="Times New Roman" pitchFamily="18" charset="0"/>
              </a:rPr>
              <a:t>Thank you for your time and interest!</a:t>
            </a:r>
          </a:p>
        </p:txBody>
      </p:sp>
    </p:spTree>
    <p:extLst>
      <p:ext uri="{BB962C8B-B14F-4D97-AF65-F5344CB8AC3E}">
        <p14:creationId xmlns:p14="http://schemas.microsoft.com/office/powerpoint/2010/main" val="113129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E0CB9-9FE0-337D-9431-FC5233D2162C}"/>
              </a:ext>
            </a:extLst>
          </p:cNvPr>
          <p:cNvSpPr txBox="1">
            <a:spLocks/>
          </p:cNvSpPr>
          <p:nvPr/>
        </p:nvSpPr>
        <p:spPr bwMode="auto">
          <a:xfrm>
            <a:off x="469900" y="1879827"/>
            <a:ext cx="11176000" cy="2400300"/>
          </a:xfrm>
          <a:prstGeom prst="rect">
            <a:avLst/>
          </a:prstGeom>
          <a:noFill/>
          <a:ln w="9525">
            <a:noFill/>
            <a:miter lim="800000"/>
            <a:headEnd/>
            <a:tailEnd/>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baseline="0">
                <a:solidFill>
                  <a:schemeClr val="tx1">
                    <a:lumMod val="75000"/>
                    <a:lumOff val="25000"/>
                  </a:schemeClr>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8800" b="1" i="0" u="none" strike="noStrike" kern="1200" cap="none" spc="0" normalizeH="0" baseline="0" noProof="0">
                <a:ln>
                  <a:noFill/>
                </a:ln>
                <a:solidFill>
                  <a:sysClr val="windowText" lastClr="000000">
                    <a:lumMod val="75000"/>
                    <a:lumOff val="25000"/>
                  </a:sysClr>
                </a:solidFill>
                <a:effectLst/>
                <a:uLnTx/>
                <a:uFillTx/>
                <a:latin typeface="Calibri Light" panose="020F0302020204030204"/>
                <a:ea typeface="+mj-ea"/>
                <a:cs typeface="+mj-cs"/>
              </a:rPr>
              <a:t>Q&amp;A</a:t>
            </a:r>
            <a:endParaRPr kumimoji="0" lang="en-US" sz="8800" b="1" i="0" u="none" strike="noStrike" kern="1200" cap="none" spc="0" normalizeH="0" baseline="0" noProof="0" dirty="0">
              <a:ln>
                <a:noFill/>
              </a:ln>
              <a:solidFill>
                <a:sysClr val="windowText" lastClr="000000">
                  <a:lumMod val="75000"/>
                  <a:lumOff val="25000"/>
                </a:sysClr>
              </a:solidFill>
              <a:effectLst/>
              <a:uLnTx/>
              <a:uFillTx/>
              <a:latin typeface="Calibri Light" panose="020F0302020204030204"/>
              <a:ea typeface="+mj-ea"/>
              <a:cs typeface="+mj-cs"/>
            </a:endParaRPr>
          </a:p>
        </p:txBody>
      </p:sp>
    </p:spTree>
    <p:extLst>
      <p:ext uri="{BB962C8B-B14F-4D97-AF65-F5344CB8AC3E}">
        <p14:creationId xmlns:p14="http://schemas.microsoft.com/office/powerpoint/2010/main" val="1167480701"/>
      </p:ext>
    </p:extLst>
  </p:cSld>
  <p:clrMapOvr>
    <a:masterClrMapping/>
  </p:clrMapOvr>
</p:sld>
</file>

<file path=ppt/theme/theme1.xml><?xml version="1.0" encoding="utf-8"?>
<a:theme xmlns:a="http://schemas.openxmlformats.org/drawingml/2006/main" name="Upper left castle template public">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2.xml><?xml version="1.0" encoding="utf-8"?>
<a:theme xmlns:a="http://schemas.openxmlformats.org/drawingml/2006/main" name="CUI Upper left Castle template ">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3.xml><?xml version="1.0" encoding="utf-8"?>
<a:theme xmlns:a="http://schemas.openxmlformats.org/drawingml/2006/main" name="traditional template NON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4.xml><?xml version="1.0" encoding="utf-8"?>
<a:theme xmlns:a="http://schemas.openxmlformats.org/drawingml/2006/main" name="Traditional template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5.xml><?xml version="1.0" encoding="utf-8"?>
<a:theme xmlns:a="http://schemas.openxmlformats.org/drawingml/2006/main" name="2_Upper Left Star and Castle NON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6.xml><?xml version="1.0" encoding="utf-8"?>
<a:theme xmlns:a="http://schemas.openxmlformats.org/drawingml/2006/main" name="Upper Left Star and Castle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7.xml><?xml version="1.0" encoding="utf-8"?>
<a:theme xmlns:a="http://schemas.openxmlformats.org/drawingml/2006/main" name="Chart Color Templates">
  <a:themeElements>
    <a:clrScheme name="Charts">
      <a:dk1>
        <a:srgbClr val="221F20"/>
      </a:dk1>
      <a:lt1>
        <a:srgbClr val="565557"/>
      </a:lt1>
      <a:dk2>
        <a:srgbClr val="FFFFFF"/>
      </a:dk2>
      <a:lt2>
        <a:srgbClr val="D5D5D7"/>
      </a:lt2>
      <a:accent1>
        <a:srgbClr val="F16521"/>
      </a:accent1>
      <a:accent2>
        <a:srgbClr val="2DAA27"/>
      </a:accent2>
      <a:accent3>
        <a:srgbClr val="CF0000"/>
      </a:accent3>
      <a:accent4>
        <a:srgbClr val="FFCC01"/>
      </a:accent4>
      <a:accent5>
        <a:srgbClr val="00308F"/>
      </a:accent5>
      <a:accent6>
        <a:srgbClr val="532476"/>
      </a:accent6>
      <a:hlink>
        <a:srgbClr val="4D7EA1"/>
      </a:hlink>
      <a:folHlink>
        <a:srgbClr val="CF000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7A4F02DA-9F69-4CE8-8688-F5382440A1E1}"/>
    </a:ext>
  </a:extLst>
</a:theme>
</file>

<file path=ppt/theme/theme8.xml><?xml version="1.0" encoding="utf-8"?>
<a:theme xmlns:a="http://schemas.openxmlformats.org/drawingml/2006/main" name="1_traditional template NON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4baeaec8-4928-4375-bdfb-ddb7c7196353" xsi:nil="true"/>
    <PublishingExpirationDate xmlns="http://schemas.microsoft.com/sharepoint/v3" xsi:nil="true"/>
    <PublishingStartDate xmlns="http://schemas.microsoft.com/sharepoint/v3" xsi:nil="true"/>
    <lcf76f155ced4ddcb4097134ff3c332f xmlns="b65aa6f8-8819-45a8-b6a0-906d6a702c4f">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8306E62ACD7194CB5569EDCC29018C1" ma:contentTypeVersion="13" ma:contentTypeDescription="Create a new document." ma:contentTypeScope="" ma:versionID="a18618c4f784b261712098dab10db08b">
  <xsd:schema xmlns:xsd="http://www.w3.org/2001/XMLSchema" xmlns:xs="http://www.w3.org/2001/XMLSchema" xmlns:p="http://schemas.microsoft.com/office/2006/metadata/properties" xmlns:ns1="http://schemas.microsoft.com/sharepoint/v3" xmlns:ns2="a62f2820-d4f7-4116-8da7-341863dcf762" xmlns:ns3="b65aa6f8-8819-45a8-b6a0-906d6a702c4f" xmlns:ns4="4baeaec8-4928-4375-bdfb-ddb7c7196353" targetNamespace="http://schemas.microsoft.com/office/2006/metadata/properties" ma:root="true" ma:fieldsID="ecdf03241d752fff07264fd355140b78" ns1:_="" ns2:_="" ns3:_="" ns4:_="">
    <xsd:import namespace="http://schemas.microsoft.com/sharepoint/v3"/>
    <xsd:import namespace="a62f2820-d4f7-4116-8da7-341863dcf762"/>
    <xsd:import namespace="b65aa6f8-8819-45a8-b6a0-906d6a702c4f"/>
    <xsd:import namespace="4baeaec8-4928-4375-bdfb-ddb7c7196353"/>
    <xsd:element name="properties">
      <xsd:complexType>
        <xsd:sequence>
          <xsd:element name="documentManagement">
            <xsd:complexType>
              <xsd:all>
                <xsd:element ref="ns1:PublishingStartDate" minOccurs="0"/>
                <xsd:element ref="ns1:PublishingExpirationDate" minOccurs="0"/>
                <xsd:element ref="ns2:SharedWithUser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 ma:hidden="true" ma:internalName="PublishingStartDate">
      <xsd:simpleType>
        <xsd:restriction base="dms:Unknown"/>
      </xsd:simpleType>
    </xsd:element>
    <xsd:element name="PublishingExpirationDate" ma:index="9" nillable="true" ma:displayName="Scheduling End Date" ma:description=""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62f2820-d4f7-4116-8da7-341863dcf762" elementFormDefault="qualified">
    <xsd:import namespace="http://schemas.microsoft.com/office/2006/documentManagement/types"/>
    <xsd:import namespace="http://schemas.microsoft.com/office/infopath/2007/PartnerControls"/>
    <xsd:element name="SharedWithUsers" ma:index="10"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b65aa6f8-8819-45a8-b6a0-906d6a702c4f"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2e6c1609-49e0-4fdc-8f5b-8b798a969131"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4baeaec8-4928-4375-bdfb-ddb7c7196353"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75e900b0-493a-4298-a51a-8f0676c612fa}" ma:internalName="TaxCatchAll" ma:showField="CatchAllData" ma:web="4baeaec8-4928-4375-bdfb-ddb7c719635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7CAE72E-856B-4DF4-A9F6-93C41667E9A0}">
  <ds:schemaRefs>
    <ds:schemaRef ds:uri="http://schemas.microsoft.com/sharepoint/v3/contenttype/forms"/>
  </ds:schemaRefs>
</ds:datastoreItem>
</file>

<file path=customXml/itemProps2.xml><?xml version="1.0" encoding="utf-8"?>
<ds:datastoreItem xmlns:ds="http://schemas.openxmlformats.org/officeDocument/2006/customXml" ds:itemID="{0B8C2CD5-50C2-4A7C-996A-3D6312B83669}">
  <ds:schemaRefs>
    <ds:schemaRef ds:uri="http://schemas.microsoft.com/office/2006/documentManagement/types"/>
    <ds:schemaRef ds:uri="http://schemas.microsoft.com/office/2006/metadata/properties"/>
    <ds:schemaRef ds:uri="http://schemas.microsoft.com/office/infopath/2007/PartnerControls"/>
    <ds:schemaRef ds:uri="http://purl.org/dc/terms/"/>
    <ds:schemaRef ds:uri="http://purl.org/dc/dcmitype/"/>
    <ds:schemaRef ds:uri="18f88ba2-4714-4ce4-8806-1d85d427829f"/>
    <ds:schemaRef ds:uri="http://schemas.openxmlformats.org/package/2006/metadata/core-properties"/>
    <ds:schemaRef ds:uri="http://www.w3.org/XML/1998/namespace"/>
    <ds:schemaRef ds:uri="http://purl.org/dc/elements/1.1/"/>
    <ds:schemaRef ds:uri="4baeaec8-4928-4375-bdfb-ddb7c7196353"/>
    <ds:schemaRef ds:uri="http://schemas.microsoft.com/sharepoint/v3"/>
    <ds:schemaRef ds:uri="b65aa6f8-8819-45a8-b6a0-906d6a702c4f"/>
  </ds:schemaRefs>
</ds:datastoreItem>
</file>

<file path=customXml/itemProps3.xml><?xml version="1.0" encoding="utf-8"?>
<ds:datastoreItem xmlns:ds="http://schemas.openxmlformats.org/officeDocument/2006/customXml" ds:itemID="{CA44228C-BC0D-47EA-B705-B50FC273ED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a62f2820-d4f7-4116-8da7-341863dcf762"/>
    <ds:schemaRef ds:uri="b65aa6f8-8819-45a8-b6a0-906d6a702c4f"/>
    <ds:schemaRef ds:uri="4baeaec8-4928-4375-bdfb-ddb7c719635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17743</TotalTime>
  <Words>2205</Words>
  <Application>Microsoft Office PowerPoint</Application>
  <PresentationFormat>Widescreen</PresentationFormat>
  <Paragraphs>254</Paragraphs>
  <Slides>25</Slides>
  <Notes>12</Notes>
  <HiddenSlides>0</HiddenSlides>
  <MMClips>0</MMClips>
  <ScaleCrop>false</ScaleCrop>
  <HeadingPairs>
    <vt:vector size="8" baseType="variant">
      <vt:variant>
        <vt:lpstr>Fonts Used</vt:lpstr>
      </vt:variant>
      <vt:variant>
        <vt:i4>7</vt:i4>
      </vt:variant>
      <vt:variant>
        <vt:lpstr>Theme</vt:lpstr>
      </vt:variant>
      <vt:variant>
        <vt:i4>8</vt:i4>
      </vt:variant>
      <vt:variant>
        <vt:lpstr>Embedded OLE Servers</vt:lpstr>
      </vt:variant>
      <vt:variant>
        <vt:i4>1</vt:i4>
      </vt:variant>
      <vt:variant>
        <vt:lpstr>Slide Titles</vt:lpstr>
      </vt:variant>
      <vt:variant>
        <vt:i4>25</vt:i4>
      </vt:variant>
    </vt:vector>
  </HeadingPairs>
  <TitlesOfParts>
    <vt:vector size="41" baseType="lpstr">
      <vt:lpstr>Arial</vt:lpstr>
      <vt:lpstr>Arial Black</vt:lpstr>
      <vt:lpstr>Calibri</vt:lpstr>
      <vt:lpstr>Calibri Light</vt:lpstr>
      <vt:lpstr>Courier New</vt:lpstr>
      <vt:lpstr>TimesNewRomanPSMT</vt:lpstr>
      <vt:lpstr>Wingdings</vt:lpstr>
      <vt:lpstr>Upper left castle template public</vt:lpstr>
      <vt:lpstr>CUI Upper left Castle template </vt:lpstr>
      <vt:lpstr>traditional template NON CUI</vt:lpstr>
      <vt:lpstr>Traditional template CUI</vt:lpstr>
      <vt:lpstr>2_Upper Left Star and Castle NON CUI</vt:lpstr>
      <vt:lpstr>Upper Left Star and Castle CUI</vt:lpstr>
      <vt:lpstr>Chart Color Templates</vt:lpstr>
      <vt:lpstr>1_traditional template NON CUI</vt:lpstr>
      <vt:lpstr>Presentation</vt:lpstr>
      <vt:lpstr>INDUSTRY DAY FORUM Devens RFTA COLLECTIVE TRAINING barracks Army Reserves: army reserve center</vt:lpstr>
      <vt:lpstr>ADMINISTRATIVE ANNOUNCEMENTS</vt:lpstr>
      <vt:lpstr>AGENDA</vt:lpstr>
      <vt:lpstr>Project scope</vt:lpstr>
      <vt:lpstr>Unit storage / kitchen</vt:lpstr>
      <vt:lpstr>Project site</vt:lpstr>
      <vt:lpstr>    PROCUREMENT PROCESS OVERVIEW                 </vt:lpstr>
      <vt:lpstr>THE PROCUREMENT PROCESS </vt:lpstr>
      <vt:lpstr>HOW TO OBTAIN THE SOLICITATION </vt:lpstr>
      <vt:lpstr> DOCUMENTS / NOTICES POSTED to SAM.gov </vt:lpstr>
      <vt:lpstr>   OBTAINING SOLICITATION DOCUMENTS </vt:lpstr>
      <vt:lpstr>   SUBMITTING YOUR PROPOSAL </vt:lpstr>
      <vt:lpstr>  PROPOSAL REQUIREMENTS   </vt:lpstr>
      <vt:lpstr>  PROPOSAL REQUIREMENTS   </vt:lpstr>
      <vt:lpstr>  PROPOSAL REQUIREMENTS   </vt:lpstr>
      <vt:lpstr>PROPOSAL REQUIREMENTS</vt:lpstr>
      <vt:lpstr>PROPOSAL SUBMISSION </vt:lpstr>
      <vt:lpstr>PROCUREMENT SCHEDULE Dates are approximate AND SUBJECT TO CHANGE</vt:lpstr>
      <vt:lpstr>PowerPoint Presentation</vt:lpstr>
      <vt:lpstr>NETWORKING</vt:lpstr>
      <vt:lpstr>Small Business Participation plan &amp; Subcontracting PLAN</vt:lpstr>
      <vt:lpstr>Obtain information</vt:lpstr>
      <vt:lpstr>opportunities</vt:lpstr>
      <vt:lpstr>PowerPoint Presentation</vt:lpstr>
      <vt:lpstr>PowerPoint Presentation</vt:lpstr>
    </vt:vector>
  </TitlesOfParts>
  <Company>United States Army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ELW</dc:creator>
  <cp:lastModifiedBy>King, Ryan M CIV USARMY CELRL (USA)</cp:lastModifiedBy>
  <cp:revision>471</cp:revision>
  <dcterms:created xsi:type="dcterms:W3CDTF">2017-02-20T05:10:01Z</dcterms:created>
  <dcterms:modified xsi:type="dcterms:W3CDTF">2026-04-13T17:06:47Z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0x01010098306E62ACD7194CB5569EDCC29018C1</vt:lpwstr>
  </property>
</Properties>
</file>