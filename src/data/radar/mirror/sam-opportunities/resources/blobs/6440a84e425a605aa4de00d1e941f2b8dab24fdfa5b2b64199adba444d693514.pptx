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4" r:id="rId2"/>
    <p:sldId id="283" r:id="rId3"/>
    <p:sldId id="282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21C25-D3F7-47BA-852A-ACC854F14C0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95302-EFF2-4705-94DD-1988DD34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02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E368-FDD8-437C-A0AA-7012186DC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6348E-2634-B1FE-CFDC-431B0654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46602-8B03-8195-0EC0-79C75EDA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75741-4F1D-7C2B-B237-34048E35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915CA-4FFF-FCC8-89BA-1F385E46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68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8517-979E-D907-B76D-1315CA0A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1CFF-150B-CB75-A725-706049831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38136-D6C0-0D16-6317-5C19F11B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34D4B-A82F-0F6B-265C-4E5A665E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B7203-D6A3-0F44-25F6-651B07B7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4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AE53-404F-C7F2-F704-4314208A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49318-54DF-4A65-CE54-E77970140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F64A-EFD8-C894-5064-132F5DACB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2D2C7-BA02-A035-A74E-36C1AD11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6CA2B-F961-738B-A900-158E51FA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0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73FC0-630F-FA6B-D4CA-FF24E1D1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B3B19-8F30-CEA3-D4F9-B9BD2DE1C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6202E-3C63-F955-5743-BA3DE25BD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24CC2-E8D9-E0DE-FE56-CE8A1FF3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F6192-6D9D-E42E-312E-34A9F88F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6D6FA-7B6D-67D2-347F-FEA3F30A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9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D632-9AC4-8D42-19E8-FA70862F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F1E39-BE62-FBDC-7756-23131DE0F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579BE-0CCC-50FA-6C46-24EA0DA5C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DE37C-FFE7-8B2D-AE6E-B78340DBA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28275-E321-B771-DB42-5F0EC0A9D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67FC6-EF84-03FF-6E1E-E376F93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CCE2E-1236-A277-0F4E-96F304ADA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5DCD9C-8DDD-3686-C0AD-D5BF5B23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2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D2F2-9A2B-093B-7A75-EE96A994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8692D-07E2-CE88-46A0-D4362FDD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3F702-09DA-EE4C-15DA-64882380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CE17A-02FA-E4C5-9D51-18487514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6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572399-FBD0-AC0E-BFA8-93D421DF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2D3E1-FCAE-A3F3-FC37-AE9EB799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031EA-F4E6-B1BD-FC4F-3AD4600C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2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10F7-5440-2D67-91FA-5309E8A5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93A61-6153-02AF-86DF-3BAB20D6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8FDDB-F01C-A5A8-7AAA-03D212E8F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BE6A0-F4AC-EC9B-BE38-1F48380D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1C6CC-65DD-2FBA-5F7E-E93E34DD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4A1D7-07F9-1A01-420E-782B70FE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43FF-C536-1566-4DB3-41D00624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349E6-FF06-E5DB-AD0A-7DFF6EE97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EA6B5-A7B5-9380-EA1F-16640C199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DF267-4108-F9CF-54B5-2DA497D4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AA9F1-04C4-8FB4-3D2E-7ABCD337E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AF751-410C-947D-CDF8-321C8966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9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83EF-EA27-A0F6-F27B-575DD694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8B16A-1C4D-EDC0-B1FE-822BE870A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D69E2-534C-5FCA-86AF-8B3D3208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6E9CC-9905-686A-C3BB-29A985F3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F3E8C-0B2E-11A1-50F7-34A6FC65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3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D9FA0-8716-75F3-E7DD-804A09D54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6F256-1EF3-CA61-AB52-1E9257C30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15DC5-7764-31E0-B780-1F66C4C5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47CD4-A667-F453-2673-B9360E3A8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B95F3-0512-EB3B-CFE9-7334CB50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8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70CC7-92EB-FD58-E894-CBF1BA54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283DE-DF57-0019-CC45-BDCD32EFD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7AF0F-24E5-B1D6-A2B2-2A00AEF29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87353-755C-4C56-A2C6-59FDC3CBAFC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5C35A-9BD4-CABE-6EEF-88459EDA8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82AB2-AFC7-AB5E-37B5-CE56D0B7F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DE179-4F5A-41E5-8B98-C12E421A8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57EAB-2C99-D106-1D31-8B0AE3B3F1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43C3F-2FBE-5A7D-ABE6-C89969DAD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1EBA17-A2C8-F4A5-1106-3182F7C22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551" y="0"/>
            <a:ext cx="9182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9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3120-A839-44FF-DD69-B279D5AE6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07998-1C27-992F-81FC-702EB2A10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D7C2AC-064E-1095-BA9C-CFAD7404F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8"/>
            <a:ext cx="12192000" cy="68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9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D8DE1-46FE-AC6F-719F-FE19AF51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671F6-BD0D-0EF1-03BB-EF3C7EF89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FA8CAE-BC2B-0ABB-13B3-E081AA9DD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67"/>
            <a:ext cx="12192000" cy="680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1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D38A-D415-55F1-6C39-ABAC3FDFB4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FBB96-B76A-BBD1-D462-28F1FFBD8C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9A98A-13DD-CD25-77D7-12881696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33"/>
            <a:ext cx="12192000" cy="681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8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Mazzola, Deanne Marie CIV USARMY ACC (USA)</dc:creator>
  <cp:lastModifiedBy>Mazzola, Deanne Marie CIV USARMY ACC (USA)</cp:lastModifiedBy>
  <cp:revision>1</cp:revision>
  <dcterms:created xsi:type="dcterms:W3CDTF">2026-04-28T17:16:32Z</dcterms:created>
  <dcterms:modified xsi:type="dcterms:W3CDTF">2026-04-28T17:22:13Z</dcterms:modified>
</cp:coreProperties>
</file>