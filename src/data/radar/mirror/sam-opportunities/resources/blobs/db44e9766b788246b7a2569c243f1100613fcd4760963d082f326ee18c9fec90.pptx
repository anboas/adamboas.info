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5.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6.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7.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8.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9.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10.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4"/>
    <p:sldMasterId id="2147483730" r:id="rId5"/>
    <p:sldMasterId id="2147483727" r:id="rId6"/>
    <p:sldMasterId id="2147483725" r:id="rId7"/>
    <p:sldMasterId id="2147483734" r:id="rId8"/>
    <p:sldMasterId id="2147483747" r:id="rId9"/>
    <p:sldMasterId id="2147483760" r:id="rId10"/>
    <p:sldMasterId id="2147483764" r:id="rId11"/>
    <p:sldMasterId id="2147483773" r:id="rId12"/>
    <p:sldMasterId id="2147483776" r:id="rId13"/>
    <p:sldMasterId id="2147483780" r:id="rId14"/>
  </p:sldMasterIdLst>
  <p:notesMasterIdLst>
    <p:notesMasterId r:id="rId29"/>
  </p:notesMasterIdLst>
  <p:sldIdLst>
    <p:sldId id="478" r:id="rId15"/>
    <p:sldId id="516" r:id="rId16"/>
    <p:sldId id="614" r:id="rId17"/>
    <p:sldId id="596" r:id="rId18"/>
    <p:sldId id="602" r:id="rId19"/>
    <p:sldId id="616" r:id="rId20"/>
    <p:sldId id="612" r:id="rId21"/>
    <p:sldId id="621" r:id="rId22"/>
    <p:sldId id="607" r:id="rId23"/>
    <p:sldId id="613" r:id="rId24"/>
    <p:sldId id="624" r:id="rId25"/>
    <p:sldId id="623" r:id="rId26"/>
    <p:sldId id="622" r:id="rId27"/>
    <p:sldId id="619"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Landphair, Mary E (Mary Beth ) CIV USARMY ACC (USA)" initials="L(" lastIdx="8" clrIdx="3">
    <p:extLst>
      <p:ext uri="{19B8F6BF-5375-455C-9EA6-DF929625EA0E}">
        <p15:presenceInfo xmlns:p15="http://schemas.microsoft.com/office/powerpoint/2012/main" userId="S::mary.e.landphair.civ@cvr.mil::f5b0e228-ac40-479b-a86c-add4aaf94a34" providerId="AD"/>
      </p:ext>
    </p:extLst>
  </p:cmAuthor>
  <p:cmAuthor id="2" name="Sanner, Michelle A CIV USARMY ACC (USA)" initials="S(" lastIdx="7" clrIdx="1">
    <p:extLst>
      <p:ext uri="{19B8F6BF-5375-455C-9EA6-DF929625EA0E}">
        <p15:presenceInfo xmlns:p15="http://schemas.microsoft.com/office/powerpoint/2012/main" userId="S::michelle.a.sanner.civ@cvr.mil::79a4779c-3d1f-4ce4-a483-15464dd0f8f8" providerId="AD"/>
      </p:ext>
    </p:extLst>
  </p:cmAuthor>
  <p:cmAuthor id="16" name="REBECCA Williams" initials="RW" lastIdx="16" clrIdx="2">
    <p:extLst>
      <p:ext uri="{19B8F6BF-5375-455C-9EA6-DF929625EA0E}">
        <p15:presenceInfo xmlns:p15="http://schemas.microsoft.com/office/powerpoint/2012/main" userId="REBECCA Williams" providerId="None"/>
      </p:ext>
    </p:extLst>
  </p:cmAuthor>
  <p:cmAuthor id="13" name="Kovacs, Attila Z CIV USARMY ACC (USA)" initials="K(" lastIdx="2" clrIdx="0">
    <p:extLst>
      <p:ext uri="{19B8F6BF-5375-455C-9EA6-DF929625EA0E}">
        <p15:presenceInfo xmlns:p15="http://schemas.microsoft.com/office/powerpoint/2012/main" userId="S::attila.z.kovacs.civ@cvr.mil::cda8e5c9-70c8-49b7-9aaa-14a21049017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00FF"/>
    <a:srgbClr val="6600CC"/>
    <a:srgbClr val="0066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57" autoAdjust="0"/>
    <p:restoredTop sz="96469" autoAdjust="0"/>
  </p:normalViewPr>
  <p:slideViewPr>
    <p:cSldViewPr>
      <p:cViewPr varScale="1">
        <p:scale>
          <a:sx n="107" d="100"/>
          <a:sy n="107" d="100"/>
        </p:scale>
        <p:origin x="1890" y="11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4.xml"/><Relationship Id="rId26" Type="http://schemas.openxmlformats.org/officeDocument/2006/relationships/slide" Target="slides/slide12.xml"/><Relationship Id="rId3" Type="http://schemas.openxmlformats.org/officeDocument/2006/relationships/customXml" Target="../customXml/item3.xml"/><Relationship Id="rId21" Type="http://schemas.openxmlformats.org/officeDocument/2006/relationships/slide" Target="slides/slide7.xml"/><Relationship Id="rId34"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2.xml"/><Relationship Id="rId20" Type="http://schemas.openxmlformats.org/officeDocument/2006/relationships/slide" Target="slides/slide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0.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slide" Target="slides/slide14.xml"/><Relationship Id="rId10" Type="http://schemas.openxmlformats.org/officeDocument/2006/relationships/slideMaster" Target="slideMasters/slideMaster7.xml"/><Relationship Id="rId19" Type="http://schemas.openxmlformats.org/officeDocument/2006/relationships/slide" Target="slides/slide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commentAuthors" Target="commentAuthors.xml"/><Relationship Id="rId8" Type="http://schemas.openxmlformats.org/officeDocument/2006/relationships/slideMaster" Target="slideMasters/slideMaster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003" tIns="45501" rIns="91003" bIns="45501" rtlCol="0"/>
          <a:lstStyle>
            <a:lvl1pPr algn="l">
              <a:defRPr sz="1200"/>
            </a:lvl1pPr>
          </a:lstStyle>
          <a:p>
            <a:endParaRPr lang="en-US" dirty="0"/>
          </a:p>
        </p:txBody>
      </p:sp>
      <p:sp>
        <p:nvSpPr>
          <p:cNvPr id="3" name="Date Placeholder 2"/>
          <p:cNvSpPr>
            <a:spLocks noGrp="1"/>
          </p:cNvSpPr>
          <p:nvPr>
            <p:ph type="dt" idx="1"/>
          </p:nvPr>
        </p:nvSpPr>
        <p:spPr>
          <a:xfrm>
            <a:off x="3884615" y="0"/>
            <a:ext cx="2971800" cy="457200"/>
          </a:xfrm>
          <a:prstGeom prst="rect">
            <a:avLst/>
          </a:prstGeom>
        </p:spPr>
        <p:txBody>
          <a:bodyPr vert="horz" lIns="91003" tIns="45501" rIns="91003" bIns="45501" rtlCol="0"/>
          <a:lstStyle>
            <a:lvl1pPr algn="r">
              <a:defRPr sz="1200"/>
            </a:lvl1pPr>
          </a:lstStyle>
          <a:p>
            <a:fld id="{47802B59-CA50-4283-8B53-B06FA28FE7F4}" type="datetimeFigureOut">
              <a:rPr lang="en-US" smtClean="0"/>
              <a:pPr/>
              <a:t>12/2/2024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003" tIns="45501" rIns="91003" bIns="45501" rtlCol="0" anchor="ctr"/>
          <a:lstStyle/>
          <a:p>
            <a:endParaRPr lang="en-US" dirty="0"/>
          </a:p>
        </p:txBody>
      </p:sp>
      <p:sp>
        <p:nvSpPr>
          <p:cNvPr id="5" name="Notes Placeholder 4"/>
          <p:cNvSpPr>
            <a:spLocks noGrp="1"/>
          </p:cNvSpPr>
          <p:nvPr>
            <p:ph type="body" sz="quarter" idx="3"/>
          </p:nvPr>
        </p:nvSpPr>
        <p:spPr>
          <a:xfrm>
            <a:off x="685800" y="4343401"/>
            <a:ext cx="5486400" cy="4114800"/>
          </a:xfrm>
          <a:prstGeom prst="rect">
            <a:avLst/>
          </a:prstGeom>
        </p:spPr>
        <p:txBody>
          <a:bodyPr vert="horz" lIns="91003" tIns="45501" rIns="91003" bIns="4550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5"/>
            <a:ext cx="2971800" cy="457200"/>
          </a:xfrm>
          <a:prstGeom prst="rect">
            <a:avLst/>
          </a:prstGeom>
        </p:spPr>
        <p:txBody>
          <a:bodyPr vert="horz" lIns="91003" tIns="45501" rIns="91003" bIns="45501"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5" y="8685215"/>
            <a:ext cx="2971800" cy="457200"/>
          </a:xfrm>
          <a:prstGeom prst="rect">
            <a:avLst/>
          </a:prstGeom>
        </p:spPr>
        <p:txBody>
          <a:bodyPr vert="horz" lIns="91003" tIns="45501" rIns="91003" bIns="45501" rtlCol="0" anchor="b"/>
          <a:lstStyle>
            <a:lvl1pPr algn="r">
              <a:defRPr sz="1200"/>
            </a:lvl1pPr>
          </a:lstStyle>
          <a:p>
            <a:fld id="{6C574044-705B-4BA9-9528-EF24541C28D0}" type="slidenum">
              <a:rPr lang="en-US" smtClean="0"/>
              <a:pPr/>
              <a:t>‹#›</a:t>
            </a:fld>
            <a:endParaRPr lang="en-US" dirty="0"/>
          </a:p>
        </p:txBody>
      </p:sp>
    </p:spTree>
    <p:extLst>
      <p:ext uri="{BB962C8B-B14F-4D97-AF65-F5344CB8AC3E}">
        <p14:creationId xmlns:p14="http://schemas.microsoft.com/office/powerpoint/2010/main" val="2725129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AFE1A4-0A45-453D-A823-FBDE329F22DD}" type="slidenum">
              <a:rPr lang="en-US" smtClean="0"/>
              <a:t>1</a:t>
            </a:fld>
            <a:endParaRPr lang="en-US" dirty="0"/>
          </a:p>
        </p:txBody>
      </p:sp>
    </p:spTree>
    <p:extLst>
      <p:ext uri="{BB962C8B-B14F-4D97-AF65-F5344CB8AC3E}">
        <p14:creationId xmlns:p14="http://schemas.microsoft.com/office/powerpoint/2010/main" val="14668081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5" Type="http://schemas.openxmlformats.org/officeDocument/2006/relationships/image" Target="../media/image9.gif"/><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2.xml"/><Relationship Id="rId5" Type="http://schemas.openxmlformats.org/officeDocument/2006/relationships/image" Target="../media/image13.png"/><Relationship Id="rId4" Type="http://schemas.openxmlformats.org/officeDocument/2006/relationships/image" Target="../media/image1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7.xml"/><Relationship Id="rId5" Type="http://schemas.openxmlformats.org/officeDocument/2006/relationships/image" Target="../media/image13.png"/><Relationship Id="rId4" Type="http://schemas.openxmlformats.org/officeDocument/2006/relationships/image" Target="../media/image1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Master" Target="../slideMasters/slideMaster8.xml"/><Relationship Id="rId4" Type="http://schemas.openxmlformats.org/officeDocument/2006/relationships/image" Target="../media/image2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9.xml"/><Relationship Id="rId4" Type="http://schemas.openxmlformats.org/officeDocument/2006/relationships/image" Target="../media/image3.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0.xml"/><Relationship Id="rId4"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0.xml"/><Relationship Id="rId5" Type="http://schemas.openxmlformats.org/officeDocument/2006/relationships/image" Target="../media/image9.gif"/><Relationship Id="rId4" Type="http://schemas.openxmlformats.org/officeDocument/2006/relationships/image" Target="../media/image8.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6.jpeg"/><Relationship Id="rId1" Type="http://schemas.openxmlformats.org/officeDocument/2006/relationships/slideMaster" Target="../slideMasters/slideMaster11.xml"/><Relationship Id="rId5" Type="http://schemas.openxmlformats.org/officeDocument/2006/relationships/image" Target="../media/image28.png"/><Relationship Id="rId4" Type="http://schemas.openxmlformats.org/officeDocument/2006/relationships/image" Target="../media/image27.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8494776" y="6462611"/>
            <a:ext cx="612648" cy="365125"/>
          </a:xfrm>
          <a:prstGeom prst="rect">
            <a:avLst/>
          </a:prstGeom>
        </p:spPr>
        <p:txBody>
          <a:bodyPr/>
          <a:lstStyle/>
          <a:p>
            <a:fld id="{89F2C004-2715-FE49-B628-06E74F704CD7}" type="slidenum">
              <a:rPr lang="en-US" smtClean="0">
                <a:solidFill>
                  <a:prstClr val="white"/>
                </a:solidFill>
              </a:rPr>
              <a:pPr/>
              <a:t>‹#›</a:t>
            </a:fld>
            <a:endParaRPr lang="en-US" dirty="0">
              <a:solidFill>
                <a:prstClr val="white"/>
              </a:solidFill>
            </a:endParaRPr>
          </a:p>
        </p:txBody>
      </p:sp>
      <p:grpSp>
        <p:nvGrpSpPr>
          <p:cNvPr id="3" name="Group 2"/>
          <p:cNvGrpSpPr/>
          <p:nvPr userDrawn="1"/>
        </p:nvGrpSpPr>
        <p:grpSpPr>
          <a:xfrm>
            <a:off x="144954" y="79430"/>
            <a:ext cx="8084889" cy="903338"/>
            <a:chOff x="144954" y="71442"/>
            <a:chExt cx="8084889" cy="903338"/>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46878" y="105766"/>
            <a:ext cx="784898" cy="78489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5" name="Picture 4" descr="PPTCoverBkgrd1b.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719984" y="2371726"/>
            <a:ext cx="7772400" cy="1470025"/>
          </a:xfrm>
          <a:prstGeom prst="rect">
            <a:avLst/>
          </a:prstGeom>
        </p:spPr>
        <p:txBody>
          <a:bodyPr/>
          <a:lstStyle>
            <a:lvl1pPr>
              <a:defRPr sz="3200">
                <a:solidFill>
                  <a:schemeClr val="tx1"/>
                </a:solidFill>
                <a:effectLst/>
                <a:latin typeface="Arial" pitchFamily="34" charset="0"/>
                <a:cs typeface="Arial"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8" name="Picture 7" descr="US ARMY Black and Gold.png"/>
          <p:cNvPicPr>
            <a:picLocks noChangeAspect="1"/>
          </p:cNvPicPr>
          <p:nvPr userDrawn="1"/>
        </p:nvPicPr>
        <p:blipFill>
          <a:blip r:embed="rId3" cstate="print"/>
          <a:stretch>
            <a:fillRect/>
          </a:stretch>
        </p:blipFill>
        <p:spPr>
          <a:xfrm>
            <a:off x="304800" y="717686"/>
            <a:ext cx="801518" cy="1000410"/>
          </a:xfrm>
          <a:prstGeom prst="rect">
            <a:avLst/>
          </a:prstGeom>
        </p:spPr>
      </p:pic>
      <p:pic>
        <p:nvPicPr>
          <p:cNvPr id="7" name="Picture 6" descr="AMC_Logo.png"/>
          <p:cNvPicPr>
            <a:picLocks noChangeAspect="1"/>
          </p:cNvPicPr>
          <p:nvPr userDrawn="1"/>
        </p:nvPicPr>
        <p:blipFill>
          <a:blip r:embed="rId4" cstate="print"/>
          <a:stretch>
            <a:fillRect/>
          </a:stretch>
        </p:blipFill>
        <p:spPr>
          <a:xfrm>
            <a:off x="7304395" y="732607"/>
            <a:ext cx="713442" cy="839838"/>
          </a:xfrm>
          <a:prstGeom prst="rect">
            <a:avLst/>
          </a:prstGeom>
          <a:effectLst>
            <a:outerShdw blurRad="50800" dist="38100" dir="2700000" algn="tl" rotWithShape="0">
              <a:prstClr val="black">
                <a:alpha val="40000"/>
              </a:prstClr>
            </a:outerShdw>
          </a:effectLst>
        </p:spPr>
      </p:pic>
      <p:sp>
        <p:nvSpPr>
          <p:cNvPr id="9" name="Footer Placeholder 16"/>
          <p:cNvSpPr txBox="1">
            <a:spLocks/>
          </p:cNvSpPr>
          <p:nvPr userDrawn="1"/>
        </p:nvSpPr>
        <p:spPr>
          <a:xfrm>
            <a:off x="-17930" y="-3890"/>
            <a:ext cx="9144000" cy="231776"/>
          </a:xfrm>
          <a:prstGeom prst="rect">
            <a:avLst/>
          </a:prstGeom>
        </p:spPr>
        <p:txBody>
          <a:bodyPr/>
          <a:lstStyle/>
          <a:p>
            <a:pPr algn="ctr">
              <a:defRPr/>
            </a:pPr>
            <a:r>
              <a:rPr lang="en-US" sz="1000" b="1" dirty="0">
                <a:solidFill>
                  <a:srgbClr val="000000"/>
                </a:solidFill>
                <a:latin typeface="Arial" pitchFamily="34" charset="0"/>
                <a:ea typeface="MS PGothic" pitchFamily="34" charset="-128"/>
                <a:cs typeface="Arial" pitchFamily="34" charset="0"/>
              </a:rPr>
              <a:t>UNCLASSIFIED//FOUO</a:t>
            </a:r>
          </a:p>
        </p:txBody>
      </p:sp>
      <p:sp>
        <p:nvSpPr>
          <p:cNvPr id="10" name="Footer Placeholder 16"/>
          <p:cNvSpPr txBox="1">
            <a:spLocks/>
          </p:cNvSpPr>
          <p:nvPr userDrawn="1"/>
        </p:nvSpPr>
        <p:spPr>
          <a:xfrm>
            <a:off x="0" y="6629400"/>
            <a:ext cx="1721687" cy="184151"/>
          </a:xfrm>
          <a:prstGeom prst="rect">
            <a:avLst/>
          </a:prstGeom>
        </p:spPr>
        <p:txBody>
          <a:bodyPr/>
          <a:lstStyle/>
          <a:p>
            <a:pPr algn="l">
              <a:defRPr/>
            </a:pPr>
            <a:r>
              <a:rPr lang="en-US" sz="1000" b="1" dirty="0">
                <a:solidFill>
                  <a:srgbClr val="000000"/>
                </a:solidFill>
                <a:latin typeface="Arial" pitchFamily="34" charset="0"/>
                <a:ea typeface="MS PGothic" pitchFamily="34" charset="-128"/>
                <a:cs typeface="Arial" pitchFamily="34" charset="0"/>
              </a:rPr>
              <a:t>UNCLASSIFIED//FOUO</a:t>
            </a:r>
          </a:p>
        </p:txBody>
      </p:sp>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109888" y="729150"/>
            <a:ext cx="793014" cy="794850"/>
          </a:xfrm>
          <a:prstGeom prst="rect">
            <a:avLst/>
          </a:prstGeom>
        </p:spPr>
      </p:pic>
    </p:spTree>
    <p:extLst>
      <p:ext uri="{BB962C8B-B14F-4D97-AF65-F5344CB8AC3E}">
        <p14:creationId xmlns:p14="http://schemas.microsoft.com/office/powerpoint/2010/main" val="1159183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8494776" y="6462611"/>
            <a:ext cx="612648" cy="365125"/>
          </a:xfrm>
          <a:prstGeom prst="rect">
            <a:avLst/>
          </a:prstGeom>
        </p:spPr>
        <p:txBody>
          <a:bodyPr/>
          <a:lstStyle/>
          <a:p>
            <a:fld id="{89F2C004-2715-FE49-B628-06E74F704CD7}"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716754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1_Title Slide">
    <p:bg>
      <p:bgPr>
        <a:gradFill>
          <a:gsLst>
            <a:gs pos="0">
              <a:srgbClr val="7F7F73">
                <a:lumMod val="5000"/>
                <a:lumOff val="95000"/>
              </a:srgbClr>
            </a:gs>
            <a:gs pos="74000">
              <a:srgbClr val="7F7F73"/>
            </a:gs>
            <a:gs pos="83000">
              <a:srgbClr val="7F7F73"/>
            </a:gs>
            <a:gs pos="100000">
              <a:srgbClr val="7F7F73">
                <a:lumMod val="50000"/>
                <a:lumOff val="50000"/>
              </a:srgbClr>
            </a:gs>
          </a:gsLst>
          <a:lin ang="3600000" scaled="0"/>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9144000" cy="4995949"/>
          </a:xfrm>
          <a:prstGeom prst="rect">
            <a:avLst/>
          </a:prstGeom>
        </p:spPr>
      </p:pic>
      <p:pic>
        <p:nvPicPr>
          <p:cNvPr id="6" name="LowerBa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695700"/>
            <a:ext cx="9144000" cy="3162300"/>
          </a:xfrm>
          <a:prstGeom prst="rect">
            <a:avLst/>
          </a:prstGeom>
        </p:spPr>
      </p:pic>
      <p:sp>
        <p:nvSpPr>
          <p:cNvPr id="3" name="Subtitle 2"/>
          <p:cNvSpPr>
            <a:spLocks noGrp="1"/>
          </p:cNvSpPr>
          <p:nvPr>
            <p:ph type="subTitle" idx="1"/>
          </p:nvPr>
        </p:nvSpPr>
        <p:spPr>
          <a:xfrm>
            <a:off x="511744" y="5863173"/>
            <a:ext cx="7155611" cy="332399"/>
          </a:xfrm>
          <a:prstGeom prst="rect">
            <a:avLst/>
          </a:prstGeom>
        </p:spPr>
        <p:txBody>
          <a:bodyPr wrap="square" lIns="0" tIns="0" rIns="0" bIns="0">
            <a:spAutoFit/>
          </a:bodyPr>
          <a:lstStyle>
            <a:lvl1pPr marL="0" indent="0" algn="l" defTabSz="914400" rtl="0" eaLnBrk="1" latinLnBrk="0" hangingPunct="1">
              <a:lnSpc>
                <a:spcPct val="90000"/>
              </a:lnSpc>
              <a:spcBef>
                <a:spcPct val="0"/>
              </a:spcBef>
              <a:buNone/>
              <a:defRPr lang="en-US" sz="2400" b="1" kern="1200" dirty="0">
                <a:solidFill>
                  <a:schemeClr val="tx1"/>
                </a:solidFill>
                <a:latin typeface="Arial" panose="020B0604020202020204" pitchFamily="34" charset="0"/>
                <a:ea typeface="+mj-ea"/>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 name="Title 1"/>
          <p:cNvSpPr>
            <a:spLocks noGrp="1"/>
          </p:cNvSpPr>
          <p:nvPr>
            <p:ph type="ctrTitle"/>
          </p:nvPr>
        </p:nvSpPr>
        <p:spPr>
          <a:xfrm>
            <a:off x="511744" y="5366881"/>
            <a:ext cx="7155611" cy="484748"/>
          </a:xfrm>
          <a:prstGeom prst="rect">
            <a:avLst/>
          </a:prstGeom>
        </p:spPr>
        <p:txBody>
          <a:bodyPr wrap="square" lIns="0" tIns="0" rIns="0" bIns="0" anchor="t" anchorCtr="0">
            <a:spAutoFit/>
          </a:bodyPr>
          <a:lstStyle>
            <a:lvl1pPr marL="0" algn="l" defTabSz="914400" rtl="0" eaLnBrk="1" latinLnBrk="0" hangingPunct="1">
              <a:lnSpc>
                <a:spcPct val="90000"/>
              </a:lnSpc>
              <a:spcBef>
                <a:spcPct val="0"/>
              </a:spcBef>
              <a:buNone/>
              <a:defRPr lang="en-US" sz="3500" b="1" kern="1200" dirty="0">
                <a:solidFill>
                  <a:schemeClr val="bg1"/>
                </a:solidFill>
                <a:effectLst>
                  <a:outerShdw blurRad="76200" dist="38100" dir="3600000" algn="t" rotWithShape="0">
                    <a:schemeClr val="tx1">
                      <a:alpha val="70000"/>
                    </a:schemeClr>
                  </a:outerShdw>
                </a:effectLst>
                <a:latin typeface="Arial" panose="020B0604020202020204" pitchFamily="34" charset="0"/>
                <a:ea typeface="+mj-ea"/>
                <a:cs typeface="Arial" panose="020B0604020202020204" pitchFamily="34" charset="0"/>
              </a:defRPr>
            </a:lvl1pPr>
          </a:lstStyle>
          <a:p>
            <a:pPr marL="0" lvl="0" algn="l" defTabSz="914400" rtl="0" eaLnBrk="1" latinLnBrk="0" hangingPunct="1">
              <a:lnSpc>
                <a:spcPct val="90000"/>
              </a:lnSpc>
              <a:spcBef>
                <a:spcPct val="0"/>
              </a:spcBef>
              <a:buNone/>
            </a:pPr>
            <a:r>
              <a:rPr lang="en-US" dirty="0"/>
              <a:t>Click to edit Master title style</a:t>
            </a:r>
          </a:p>
        </p:txBody>
      </p:sp>
      <p:pic>
        <p:nvPicPr>
          <p:cNvPr id="7" name="ArmyLogo"/>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11744" y="0"/>
            <a:ext cx="1495425" cy="1857375"/>
          </a:xfrm>
          <a:prstGeom prst="rect">
            <a:avLst/>
          </a:prstGeom>
        </p:spPr>
      </p:pic>
      <p:sp>
        <p:nvSpPr>
          <p:cNvPr id="11" name="Classification Lower"/>
          <p:cNvSpPr txBox="1">
            <a:spLocks/>
          </p:cNvSpPr>
          <p:nvPr userDrawn="1"/>
        </p:nvSpPr>
        <p:spPr>
          <a:xfrm>
            <a:off x="0" y="6724790"/>
            <a:ext cx="8515350" cy="138499"/>
          </a:xfrm>
          <a:prstGeom prst="rect">
            <a:avLst/>
          </a:prstGeom>
        </p:spPr>
        <p:txBody>
          <a:bodyPr vert="horz" wrap="square" lIns="91440" tIns="0" rIns="0" bIns="0" rtlCol="0" anchor="t" anchorCtr="0">
            <a:spAutoFit/>
          </a:bodyPr>
          <a:lstStyle>
            <a:defPPr>
              <a:defRPr lang="en-US"/>
            </a:defPPr>
            <a:lvl1pPr marL="0" algn="ct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b="1" dirty="0"/>
              <a:t>UNCLASSIFIED</a:t>
            </a:r>
          </a:p>
        </p:txBody>
      </p:sp>
      <p:sp>
        <p:nvSpPr>
          <p:cNvPr id="12" name="Classification Top"/>
          <p:cNvSpPr txBox="1">
            <a:spLocks/>
          </p:cNvSpPr>
          <p:nvPr userDrawn="1"/>
        </p:nvSpPr>
        <p:spPr>
          <a:xfrm>
            <a:off x="781050" y="0"/>
            <a:ext cx="7886700" cy="138499"/>
          </a:xfrm>
          <a:prstGeom prst="rect">
            <a:avLst/>
          </a:prstGeom>
        </p:spPr>
        <p:txBody>
          <a:bodyPr vert="horz" lIns="0" tIns="0" rIns="0" bIns="0" rtlCol="0" anchor="t" anchorCtr="0">
            <a:spAutoFit/>
          </a:bodyPr>
          <a:lstStyle>
            <a:defPPr>
              <a:defRPr lang="en-US"/>
            </a:defPPr>
            <a:lvl1pPr marL="0" algn="ct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1" dirty="0">
                <a:solidFill>
                  <a:schemeClr val="tx1"/>
                </a:solidFill>
              </a:rPr>
              <a:t>UNCLASSIFIED</a:t>
            </a:r>
          </a:p>
        </p:txBody>
      </p:sp>
      <p:pic>
        <p:nvPicPr>
          <p:cNvPr id="13" name="Picture 1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762305" y="4040554"/>
            <a:ext cx="856140" cy="856140"/>
          </a:xfrm>
          <a:prstGeom prst="rect">
            <a:avLst/>
          </a:prstGeom>
        </p:spPr>
      </p:pic>
    </p:spTree>
    <p:extLst>
      <p:ext uri="{BB962C8B-B14F-4D97-AF65-F5344CB8AC3E}">
        <p14:creationId xmlns:p14="http://schemas.microsoft.com/office/powerpoint/2010/main" val="3704035235"/>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602" y="2130028"/>
            <a:ext cx="7772797" cy="1470422"/>
          </a:xfrm>
          <a:prstGeom prst="rect">
            <a:avLst/>
          </a:prstGeom>
        </p:spPr>
        <p:txBody>
          <a:bodyPr lIns="75420" tIns="37710" rIns="75420" bIns="37710"/>
          <a:lstStyle/>
          <a:p>
            <a:r>
              <a:rPr lang="en-US"/>
              <a:t>Click to edit Master title style</a:t>
            </a:r>
          </a:p>
        </p:txBody>
      </p:sp>
      <p:sp>
        <p:nvSpPr>
          <p:cNvPr id="3" name="Subtitle 2"/>
          <p:cNvSpPr>
            <a:spLocks noGrp="1"/>
          </p:cNvSpPr>
          <p:nvPr>
            <p:ph type="subTitle" idx="1"/>
          </p:nvPr>
        </p:nvSpPr>
        <p:spPr>
          <a:xfrm>
            <a:off x="1371208" y="3886200"/>
            <a:ext cx="6401594" cy="1752600"/>
          </a:xfrm>
          <a:prstGeom prst="rect">
            <a:avLst/>
          </a:prstGeom>
        </p:spPr>
        <p:txBody>
          <a:bodyPr lIns="75420" tIns="37710" rIns="75420" bIns="37710"/>
          <a:lstStyle>
            <a:lvl1pPr marL="0" indent="0" algn="ctr">
              <a:buNone/>
              <a:defRPr/>
            </a:lvl1pPr>
            <a:lvl2pPr marL="283127" indent="0" algn="ctr">
              <a:buNone/>
              <a:defRPr/>
            </a:lvl2pPr>
            <a:lvl3pPr marL="566252" indent="0" algn="ctr">
              <a:buNone/>
              <a:defRPr/>
            </a:lvl3pPr>
            <a:lvl4pPr marL="849379" indent="0" algn="ctr">
              <a:buNone/>
              <a:defRPr/>
            </a:lvl4pPr>
            <a:lvl5pPr marL="1132505" indent="0" algn="ctr">
              <a:buNone/>
              <a:defRPr/>
            </a:lvl5pPr>
            <a:lvl6pPr marL="1415633" indent="0" algn="ctr">
              <a:buNone/>
              <a:defRPr/>
            </a:lvl6pPr>
            <a:lvl7pPr marL="1698759" indent="0" algn="ctr">
              <a:buNone/>
              <a:defRPr/>
            </a:lvl7pPr>
            <a:lvl8pPr marL="1981885" indent="0" algn="ctr">
              <a:buNone/>
              <a:defRPr/>
            </a:lvl8pPr>
            <a:lvl9pPr marL="2265011" indent="0" algn="ctr">
              <a:buNone/>
              <a:defRPr/>
            </a:lvl9pPr>
          </a:lstStyle>
          <a:p>
            <a:r>
              <a:rPr lang="en-US"/>
              <a:t>Click to edit Master subtitle style</a:t>
            </a:r>
          </a:p>
        </p:txBody>
      </p:sp>
    </p:spTree>
    <p:extLst>
      <p:ext uri="{BB962C8B-B14F-4D97-AF65-F5344CB8AC3E}">
        <p14:creationId xmlns:p14="http://schemas.microsoft.com/office/powerpoint/2010/main" val="3611210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57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8398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507"/>
            <a:ext cx="7772797" cy="1362075"/>
          </a:xfrm>
          <a:prstGeom prst="rect">
            <a:avLst/>
          </a:prstGeom>
        </p:spPr>
        <p:txBody>
          <a:bodyPr lIns="75420" tIns="37710" rIns="75420" bIns="37710" anchor="t"/>
          <a:lstStyle>
            <a:lvl1pPr algn="l">
              <a:defRPr sz="2403" b="1" cap="all"/>
            </a:lvl1pPr>
          </a:lstStyle>
          <a:p>
            <a:r>
              <a:rPr lang="en-US"/>
              <a:t>Click to edit Master title style</a:t>
            </a:r>
          </a:p>
        </p:txBody>
      </p:sp>
      <p:sp>
        <p:nvSpPr>
          <p:cNvPr id="3" name="Text Placeholder 2"/>
          <p:cNvSpPr>
            <a:spLocks noGrp="1"/>
          </p:cNvSpPr>
          <p:nvPr>
            <p:ph type="body" idx="1"/>
          </p:nvPr>
        </p:nvSpPr>
        <p:spPr>
          <a:xfrm>
            <a:off x="722313" y="2906317"/>
            <a:ext cx="7772797" cy="1500188"/>
          </a:xfrm>
          <a:prstGeom prst="rect">
            <a:avLst/>
          </a:prstGeom>
        </p:spPr>
        <p:txBody>
          <a:bodyPr lIns="75420" tIns="37710" rIns="75420" bIns="37710" anchor="b"/>
          <a:lstStyle>
            <a:lvl1pPr marL="0" indent="0">
              <a:buNone/>
              <a:defRPr sz="1201"/>
            </a:lvl1pPr>
            <a:lvl2pPr marL="283127" indent="0">
              <a:buNone/>
              <a:defRPr sz="1126"/>
            </a:lvl2pPr>
            <a:lvl3pPr marL="566252" indent="0">
              <a:buNone/>
              <a:defRPr sz="976"/>
            </a:lvl3pPr>
            <a:lvl4pPr marL="849379" indent="0">
              <a:buNone/>
              <a:defRPr sz="751"/>
            </a:lvl4pPr>
            <a:lvl5pPr marL="1132505" indent="0">
              <a:buNone/>
              <a:defRPr sz="751"/>
            </a:lvl5pPr>
            <a:lvl6pPr marL="1415633" indent="0">
              <a:buNone/>
              <a:defRPr sz="751"/>
            </a:lvl6pPr>
            <a:lvl7pPr marL="1698759" indent="0">
              <a:buNone/>
              <a:defRPr sz="751"/>
            </a:lvl7pPr>
            <a:lvl8pPr marL="1981885" indent="0">
              <a:buNone/>
              <a:defRPr sz="751"/>
            </a:lvl8pPr>
            <a:lvl9pPr marL="2265011" indent="0">
              <a:buNone/>
              <a:defRPr sz="751"/>
            </a:lvl9pPr>
          </a:lstStyle>
          <a:p>
            <a:pPr lvl="0"/>
            <a:r>
              <a:rPr lang="en-US"/>
              <a:t>Click to edit Master text styles</a:t>
            </a:r>
          </a:p>
        </p:txBody>
      </p:sp>
    </p:spTree>
    <p:extLst>
      <p:ext uri="{BB962C8B-B14F-4D97-AF65-F5344CB8AC3E}">
        <p14:creationId xmlns:p14="http://schemas.microsoft.com/office/powerpoint/2010/main" val="14193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401" y="275036"/>
            <a:ext cx="8229203" cy="1143000"/>
          </a:xfrm>
          <a:prstGeom prst="rect">
            <a:avLst/>
          </a:prstGeom>
        </p:spPr>
        <p:txBody>
          <a:bodyPr lIns="75420" tIns="37710" rIns="75420" bIns="37710"/>
          <a:lstStyle/>
          <a:p>
            <a:r>
              <a:rPr lang="en-US"/>
              <a:t>Click to edit Master title style</a:t>
            </a:r>
          </a:p>
        </p:txBody>
      </p:sp>
      <p:sp>
        <p:nvSpPr>
          <p:cNvPr id="3" name="Content Placeholder 2"/>
          <p:cNvSpPr>
            <a:spLocks noGrp="1"/>
          </p:cNvSpPr>
          <p:nvPr>
            <p:ph sz="half" idx="1"/>
          </p:nvPr>
        </p:nvSpPr>
        <p:spPr>
          <a:xfrm>
            <a:off x="457401" y="1600204"/>
            <a:ext cx="4066977" cy="4525569"/>
          </a:xfrm>
          <a:prstGeom prst="rect">
            <a:avLst/>
          </a:prstGeom>
        </p:spPr>
        <p:txBody>
          <a:bodyPr lIns="75420" tIns="37710" rIns="75420" bIns="37710"/>
          <a:lstStyle>
            <a:lvl1pPr>
              <a:defRPr sz="1727"/>
            </a:lvl1pPr>
            <a:lvl2pPr>
              <a:defRPr sz="1502"/>
            </a:lvl2pPr>
            <a:lvl3pPr>
              <a:defRPr sz="1201"/>
            </a:lvl3pPr>
            <a:lvl4pPr>
              <a:defRPr sz="1126"/>
            </a:lvl4pPr>
            <a:lvl5pPr>
              <a:defRPr sz="1126"/>
            </a:lvl5pPr>
            <a:lvl6pPr>
              <a:defRPr sz="1126"/>
            </a:lvl6pPr>
            <a:lvl7pPr>
              <a:defRPr sz="1126"/>
            </a:lvl7pPr>
            <a:lvl8pPr>
              <a:defRPr sz="1126"/>
            </a:lvl8pPr>
            <a:lvl9pPr>
              <a:defRPr sz="112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9628" y="1600204"/>
            <a:ext cx="4066977" cy="4525569"/>
          </a:xfrm>
          <a:prstGeom prst="rect">
            <a:avLst/>
          </a:prstGeom>
        </p:spPr>
        <p:txBody>
          <a:bodyPr lIns="75420" tIns="37710" rIns="75420" bIns="37710"/>
          <a:lstStyle>
            <a:lvl1pPr>
              <a:defRPr sz="1727"/>
            </a:lvl1pPr>
            <a:lvl2pPr>
              <a:defRPr sz="1502"/>
            </a:lvl2pPr>
            <a:lvl3pPr>
              <a:defRPr sz="1201"/>
            </a:lvl3pPr>
            <a:lvl4pPr>
              <a:defRPr sz="1126"/>
            </a:lvl4pPr>
            <a:lvl5pPr>
              <a:defRPr sz="1126"/>
            </a:lvl5pPr>
            <a:lvl6pPr>
              <a:defRPr sz="1126"/>
            </a:lvl6pPr>
            <a:lvl7pPr>
              <a:defRPr sz="1126"/>
            </a:lvl7pPr>
            <a:lvl8pPr>
              <a:defRPr sz="1126"/>
            </a:lvl8pPr>
            <a:lvl9pPr>
              <a:defRPr sz="112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769293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401" y="275036"/>
            <a:ext cx="8229203" cy="1143000"/>
          </a:xfrm>
          <a:prstGeom prst="rect">
            <a:avLst/>
          </a:prstGeom>
        </p:spPr>
        <p:txBody>
          <a:bodyPr lIns="75420" tIns="37710" rIns="75420" bIns="37710"/>
          <a:lstStyle>
            <a:lvl1pPr>
              <a:defRPr/>
            </a:lvl1pPr>
          </a:lstStyle>
          <a:p>
            <a:r>
              <a:rPr lang="en-US"/>
              <a:t>Click to edit Master title style</a:t>
            </a:r>
          </a:p>
        </p:txBody>
      </p:sp>
      <p:sp>
        <p:nvSpPr>
          <p:cNvPr id="3" name="Text Placeholder 2"/>
          <p:cNvSpPr>
            <a:spLocks noGrp="1"/>
          </p:cNvSpPr>
          <p:nvPr>
            <p:ph type="body" idx="1"/>
          </p:nvPr>
        </p:nvSpPr>
        <p:spPr>
          <a:xfrm>
            <a:off x="457401" y="1534722"/>
            <a:ext cx="4040187" cy="640554"/>
          </a:xfrm>
          <a:prstGeom prst="rect">
            <a:avLst/>
          </a:prstGeom>
        </p:spPr>
        <p:txBody>
          <a:bodyPr lIns="75420" tIns="37710" rIns="75420" bIns="37710" anchor="b"/>
          <a:lstStyle>
            <a:lvl1pPr marL="0" indent="0">
              <a:buNone/>
              <a:defRPr sz="1502" b="1"/>
            </a:lvl1pPr>
            <a:lvl2pPr marL="283127" indent="0">
              <a:buNone/>
              <a:defRPr sz="1201" b="1"/>
            </a:lvl2pPr>
            <a:lvl3pPr marL="566252" indent="0">
              <a:buNone/>
              <a:defRPr sz="1126" b="1"/>
            </a:lvl3pPr>
            <a:lvl4pPr marL="849379" indent="0">
              <a:buNone/>
              <a:defRPr sz="976" b="1"/>
            </a:lvl4pPr>
            <a:lvl5pPr marL="1132505" indent="0">
              <a:buNone/>
              <a:defRPr sz="976" b="1"/>
            </a:lvl5pPr>
            <a:lvl6pPr marL="1415633" indent="0">
              <a:buNone/>
              <a:defRPr sz="976" b="1"/>
            </a:lvl6pPr>
            <a:lvl7pPr marL="1698759" indent="0">
              <a:buNone/>
              <a:defRPr sz="976" b="1"/>
            </a:lvl7pPr>
            <a:lvl8pPr marL="1981885" indent="0">
              <a:buNone/>
              <a:defRPr sz="976" b="1"/>
            </a:lvl8pPr>
            <a:lvl9pPr marL="2265011" indent="0">
              <a:buNone/>
              <a:defRPr sz="976" b="1"/>
            </a:lvl9pPr>
          </a:lstStyle>
          <a:p>
            <a:pPr lvl="0"/>
            <a:r>
              <a:rPr lang="en-US"/>
              <a:t>Click to edit Master text styles</a:t>
            </a:r>
          </a:p>
        </p:txBody>
      </p:sp>
      <p:sp>
        <p:nvSpPr>
          <p:cNvPr id="4" name="Content Placeholder 3"/>
          <p:cNvSpPr>
            <a:spLocks noGrp="1"/>
          </p:cNvSpPr>
          <p:nvPr>
            <p:ph sz="half" idx="2"/>
          </p:nvPr>
        </p:nvSpPr>
        <p:spPr>
          <a:xfrm>
            <a:off x="457401" y="2175277"/>
            <a:ext cx="4040187" cy="3950494"/>
          </a:xfrm>
          <a:prstGeom prst="rect">
            <a:avLst/>
          </a:prstGeom>
        </p:spPr>
        <p:txBody>
          <a:bodyPr lIns="75420" tIns="37710" rIns="75420" bIns="37710"/>
          <a:lstStyle>
            <a:lvl1pPr>
              <a:defRPr sz="1502"/>
            </a:lvl1pPr>
            <a:lvl2pPr>
              <a:defRPr sz="1201"/>
            </a:lvl2pPr>
            <a:lvl3pPr>
              <a:defRPr sz="1126"/>
            </a:lvl3pPr>
            <a:lvl4pPr>
              <a:defRPr sz="976"/>
            </a:lvl4pPr>
            <a:lvl5pPr>
              <a:defRPr sz="976"/>
            </a:lvl5pPr>
            <a:lvl6pPr>
              <a:defRPr sz="976"/>
            </a:lvl6pPr>
            <a:lvl7pPr>
              <a:defRPr sz="976"/>
            </a:lvl7pPr>
            <a:lvl8pPr>
              <a:defRPr sz="976"/>
            </a:lvl8pPr>
            <a:lvl9pPr>
              <a:defRPr sz="97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424" y="1534722"/>
            <a:ext cx="4041180" cy="640554"/>
          </a:xfrm>
          <a:prstGeom prst="rect">
            <a:avLst/>
          </a:prstGeom>
        </p:spPr>
        <p:txBody>
          <a:bodyPr lIns="75420" tIns="37710" rIns="75420" bIns="37710" anchor="b"/>
          <a:lstStyle>
            <a:lvl1pPr marL="0" indent="0">
              <a:buNone/>
              <a:defRPr sz="1502" b="1"/>
            </a:lvl1pPr>
            <a:lvl2pPr marL="283127" indent="0">
              <a:buNone/>
              <a:defRPr sz="1201" b="1"/>
            </a:lvl2pPr>
            <a:lvl3pPr marL="566252" indent="0">
              <a:buNone/>
              <a:defRPr sz="1126" b="1"/>
            </a:lvl3pPr>
            <a:lvl4pPr marL="849379" indent="0">
              <a:buNone/>
              <a:defRPr sz="976" b="1"/>
            </a:lvl4pPr>
            <a:lvl5pPr marL="1132505" indent="0">
              <a:buNone/>
              <a:defRPr sz="976" b="1"/>
            </a:lvl5pPr>
            <a:lvl6pPr marL="1415633" indent="0">
              <a:buNone/>
              <a:defRPr sz="976" b="1"/>
            </a:lvl6pPr>
            <a:lvl7pPr marL="1698759" indent="0">
              <a:buNone/>
              <a:defRPr sz="976" b="1"/>
            </a:lvl7pPr>
            <a:lvl8pPr marL="1981885" indent="0">
              <a:buNone/>
              <a:defRPr sz="976" b="1"/>
            </a:lvl8pPr>
            <a:lvl9pPr marL="2265011" indent="0">
              <a:buNone/>
              <a:defRPr sz="976" b="1"/>
            </a:lvl9pPr>
          </a:lstStyle>
          <a:p>
            <a:pPr lvl="0"/>
            <a:r>
              <a:rPr lang="en-US"/>
              <a:t>Click to edit Master text styles</a:t>
            </a:r>
          </a:p>
        </p:txBody>
      </p:sp>
      <p:sp>
        <p:nvSpPr>
          <p:cNvPr id="6" name="Content Placeholder 5"/>
          <p:cNvSpPr>
            <a:spLocks noGrp="1"/>
          </p:cNvSpPr>
          <p:nvPr>
            <p:ph sz="quarter" idx="4"/>
          </p:nvPr>
        </p:nvSpPr>
        <p:spPr>
          <a:xfrm>
            <a:off x="4645424" y="2175277"/>
            <a:ext cx="4041180" cy="3950494"/>
          </a:xfrm>
          <a:prstGeom prst="rect">
            <a:avLst/>
          </a:prstGeom>
        </p:spPr>
        <p:txBody>
          <a:bodyPr lIns="75420" tIns="37710" rIns="75420" bIns="37710"/>
          <a:lstStyle>
            <a:lvl1pPr>
              <a:defRPr sz="1502"/>
            </a:lvl1pPr>
            <a:lvl2pPr>
              <a:defRPr sz="1201"/>
            </a:lvl2pPr>
            <a:lvl3pPr>
              <a:defRPr sz="1126"/>
            </a:lvl3pPr>
            <a:lvl4pPr>
              <a:defRPr sz="976"/>
            </a:lvl4pPr>
            <a:lvl5pPr>
              <a:defRPr sz="976"/>
            </a:lvl5pPr>
            <a:lvl6pPr>
              <a:defRPr sz="976"/>
            </a:lvl6pPr>
            <a:lvl7pPr>
              <a:defRPr sz="976"/>
            </a:lvl7pPr>
            <a:lvl8pPr>
              <a:defRPr sz="976"/>
            </a:lvl8pPr>
            <a:lvl9pPr>
              <a:defRPr sz="97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00612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401" y="275036"/>
            <a:ext cx="8229203" cy="1143000"/>
          </a:xfrm>
          <a:prstGeom prst="rect">
            <a:avLst/>
          </a:prstGeom>
        </p:spPr>
        <p:txBody>
          <a:bodyPr lIns="75420" tIns="37710" rIns="75420" bIns="37710"/>
          <a:lstStyle/>
          <a:p>
            <a:r>
              <a:rPr lang="en-US"/>
              <a:t>Click to edit Master title style</a:t>
            </a:r>
          </a:p>
        </p:txBody>
      </p:sp>
    </p:spTree>
    <p:extLst>
      <p:ext uri="{BB962C8B-B14F-4D97-AF65-F5344CB8AC3E}">
        <p14:creationId xmlns:p14="http://schemas.microsoft.com/office/powerpoint/2010/main" val="8859620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18827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399" y="272653"/>
            <a:ext cx="3008313" cy="1162050"/>
          </a:xfrm>
          <a:prstGeom prst="rect">
            <a:avLst/>
          </a:prstGeom>
        </p:spPr>
        <p:txBody>
          <a:bodyPr lIns="75420" tIns="37710" rIns="75420" bIns="37710" anchor="b"/>
          <a:lstStyle>
            <a:lvl1pPr algn="l">
              <a:defRPr sz="1201" b="1"/>
            </a:lvl1pPr>
          </a:lstStyle>
          <a:p>
            <a:r>
              <a:rPr lang="en-US"/>
              <a:t>Click to edit Master title style</a:t>
            </a:r>
          </a:p>
        </p:txBody>
      </p:sp>
      <p:sp>
        <p:nvSpPr>
          <p:cNvPr id="3" name="Content Placeholder 2"/>
          <p:cNvSpPr>
            <a:spLocks noGrp="1"/>
          </p:cNvSpPr>
          <p:nvPr>
            <p:ph idx="1"/>
          </p:nvPr>
        </p:nvSpPr>
        <p:spPr>
          <a:xfrm>
            <a:off x="3574856" y="272659"/>
            <a:ext cx="5111751" cy="5853112"/>
          </a:xfrm>
          <a:prstGeom prst="rect">
            <a:avLst/>
          </a:prstGeom>
        </p:spPr>
        <p:txBody>
          <a:bodyPr lIns="75420" tIns="37710" rIns="75420" bIns="37710"/>
          <a:lstStyle>
            <a:lvl1pPr>
              <a:defRPr sz="2027"/>
            </a:lvl1pPr>
            <a:lvl2pPr>
              <a:defRPr sz="1727"/>
            </a:lvl2pPr>
            <a:lvl3pPr>
              <a:defRPr sz="1502"/>
            </a:lvl3pPr>
            <a:lvl4pPr>
              <a:defRPr sz="1201"/>
            </a:lvl4pPr>
            <a:lvl5pPr>
              <a:defRPr sz="1201"/>
            </a:lvl5pPr>
            <a:lvl6pPr>
              <a:defRPr sz="1201"/>
            </a:lvl6pPr>
            <a:lvl7pPr>
              <a:defRPr sz="1201"/>
            </a:lvl7pPr>
            <a:lvl8pPr>
              <a:defRPr sz="1201"/>
            </a:lvl8pPr>
            <a:lvl9pPr>
              <a:defRPr sz="120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399" y="1434709"/>
            <a:ext cx="3008313" cy="4691063"/>
          </a:xfrm>
          <a:prstGeom prst="rect">
            <a:avLst/>
          </a:prstGeom>
        </p:spPr>
        <p:txBody>
          <a:bodyPr lIns="75420" tIns="37710" rIns="75420" bIns="37710"/>
          <a:lstStyle>
            <a:lvl1pPr marL="0" indent="0">
              <a:buNone/>
              <a:defRPr sz="751"/>
            </a:lvl1pPr>
            <a:lvl2pPr marL="283127" indent="0">
              <a:buNone/>
              <a:defRPr sz="751"/>
            </a:lvl2pPr>
            <a:lvl3pPr marL="566252" indent="0">
              <a:buNone/>
              <a:defRPr sz="676"/>
            </a:lvl3pPr>
            <a:lvl4pPr marL="849379" indent="0">
              <a:buNone/>
              <a:defRPr sz="601"/>
            </a:lvl4pPr>
            <a:lvl5pPr marL="1132505" indent="0">
              <a:buNone/>
              <a:defRPr sz="601"/>
            </a:lvl5pPr>
            <a:lvl6pPr marL="1415633" indent="0">
              <a:buNone/>
              <a:defRPr sz="601"/>
            </a:lvl6pPr>
            <a:lvl7pPr marL="1698759" indent="0">
              <a:buNone/>
              <a:defRPr sz="601"/>
            </a:lvl7pPr>
            <a:lvl8pPr marL="1981885" indent="0">
              <a:buNone/>
              <a:defRPr sz="601"/>
            </a:lvl8pPr>
            <a:lvl9pPr marL="2265011" indent="0">
              <a:buNone/>
              <a:defRPr sz="601"/>
            </a:lvl9pPr>
          </a:lstStyle>
          <a:p>
            <a:pPr lvl="0"/>
            <a:r>
              <a:rPr lang="en-US"/>
              <a:t>Click to edit Master text styles</a:t>
            </a:r>
          </a:p>
        </p:txBody>
      </p:sp>
    </p:spTree>
    <p:extLst>
      <p:ext uri="{BB962C8B-B14F-4D97-AF65-F5344CB8AC3E}">
        <p14:creationId xmlns:p14="http://schemas.microsoft.com/office/powerpoint/2010/main" val="30355025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1895" y="4800603"/>
            <a:ext cx="5486797" cy="566738"/>
          </a:xfrm>
          <a:prstGeom prst="rect">
            <a:avLst/>
          </a:prstGeom>
        </p:spPr>
        <p:txBody>
          <a:bodyPr lIns="75420" tIns="37710" rIns="75420" bIns="37710" anchor="b"/>
          <a:lstStyle>
            <a:lvl1pPr algn="l">
              <a:defRPr sz="1201" b="1"/>
            </a:lvl1pPr>
          </a:lstStyle>
          <a:p>
            <a:r>
              <a:rPr lang="en-US"/>
              <a:t>Click to edit Master title style</a:t>
            </a:r>
          </a:p>
        </p:txBody>
      </p:sp>
      <p:sp>
        <p:nvSpPr>
          <p:cNvPr id="3" name="Picture Placeholder 2"/>
          <p:cNvSpPr>
            <a:spLocks noGrp="1"/>
          </p:cNvSpPr>
          <p:nvPr>
            <p:ph type="pic" idx="1"/>
          </p:nvPr>
        </p:nvSpPr>
        <p:spPr>
          <a:xfrm>
            <a:off x="1791895" y="613173"/>
            <a:ext cx="5486797" cy="4114800"/>
          </a:xfrm>
          <a:prstGeom prst="rect">
            <a:avLst/>
          </a:prstGeom>
        </p:spPr>
        <p:txBody>
          <a:bodyPr lIns="75420" tIns="37710" rIns="75420" bIns="37710"/>
          <a:lstStyle>
            <a:lvl1pPr marL="0" indent="0">
              <a:buNone/>
              <a:defRPr sz="2027"/>
            </a:lvl1pPr>
            <a:lvl2pPr marL="283127" indent="0">
              <a:buNone/>
              <a:defRPr sz="1727"/>
            </a:lvl2pPr>
            <a:lvl3pPr marL="566252" indent="0">
              <a:buNone/>
              <a:defRPr sz="1502"/>
            </a:lvl3pPr>
            <a:lvl4pPr marL="849379" indent="0">
              <a:buNone/>
              <a:defRPr sz="1201"/>
            </a:lvl4pPr>
            <a:lvl5pPr marL="1132505" indent="0">
              <a:buNone/>
              <a:defRPr sz="1201"/>
            </a:lvl5pPr>
            <a:lvl6pPr marL="1415633" indent="0">
              <a:buNone/>
              <a:defRPr sz="1201"/>
            </a:lvl6pPr>
            <a:lvl7pPr marL="1698759" indent="0">
              <a:buNone/>
              <a:defRPr sz="1201"/>
            </a:lvl7pPr>
            <a:lvl8pPr marL="1981885" indent="0">
              <a:buNone/>
              <a:defRPr sz="1201"/>
            </a:lvl8pPr>
            <a:lvl9pPr marL="2265011" indent="0">
              <a:buNone/>
              <a:defRPr sz="1201"/>
            </a:lvl9pPr>
          </a:lstStyle>
          <a:p>
            <a:pPr lvl="0"/>
            <a:endParaRPr lang="en-US" noProof="0" dirty="0"/>
          </a:p>
        </p:txBody>
      </p:sp>
      <p:sp>
        <p:nvSpPr>
          <p:cNvPr id="4" name="Text Placeholder 3"/>
          <p:cNvSpPr>
            <a:spLocks noGrp="1"/>
          </p:cNvSpPr>
          <p:nvPr>
            <p:ph type="body" sz="half" idx="2"/>
          </p:nvPr>
        </p:nvSpPr>
        <p:spPr>
          <a:xfrm>
            <a:off x="1791895" y="5367342"/>
            <a:ext cx="5486797" cy="804864"/>
          </a:xfrm>
          <a:prstGeom prst="rect">
            <a:avLst/>
          </a:prstGeom>
        </p:spPr>
        <p:txBody>
          <a:bodyPr lIns="75420" tIns="37710" rIns="75420" bIns="37710"/>
          <a:lstStyle>
            <a:lvl1pPr marL="0" indent="0">
              <a:buNone/>
              <a:defRPr sz="751"/>
            </a:lvl1pPr>
            <a:lvl2pPr marL="283127" indent="0">
              <a:buNone/>
              <a:defRPr sz="751"/>
            </a:lvl2pPr>
            <a:lvl3pPr marL="566252" indent="0">
              <a:buNone/>
              <a:defRPr sz="676"/>
            </a:lvl3pPr>
            <a:lvl4pPr marL="849379" indent="0">
              <a:buNone/>
              <a:defRPr sz="601"/>
            </a:lvl4pPr>
            <a:lvl5pPr marL="1132505" indent="0">
              <a:buNone/>
              <a:defRPr sz="601"/>
            </a:lvl5pPr>
            <a:lvl6pPr marL="1415633" indent="0">
              <a:buNone/>
              <a:defRPr sz="601"/>
            </a:lvl6pPr>
            <a:lvl7pPr marL="1698759" indent="0">
              <a:buNone/>
              <a:defRPr sz="601"/>
            </a:lvl7pPr>
            <a:lvl8pPr marL="1981885" indent="0">
              <a:buNone/>
              <a:defRPr sz="601"/>
            </a:lvl8pPr>
            <a:lvl9pPr marL="2265011" indent="0">
              <a:buNone/>
              <a:defRPr sz="601"/>
            </a:lvl9pPr>
          </a:lstStyle>
          <a:p>
            <a:pPr lvl="0"/>
            <a:r>
              <a:rPr lang="en-US"/>
              <a:t>Click to edit Master text styles</a:t>
            </a:r>
          </a:p>
        </p:txBody>
      </p:sp>
    </p:spTree>
    <p:extLst>
      <p:ext uri="{BB962C8B-B14F-4D97-AF65-F5344CB8AC3E}">
        <p14:creationId xmlns:p14="http://schemas.microsoft.com/office/powerpoint/2010/main" val="19724044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401" y="275036"/>
            <a:ext cx="8229203" cy="1143000"/>
          </a:xfrm>
          <a:prstGeom prst="rect">
            <a:avLst/>
          </a:prstGeom>
        </p:spPr>
        <p:txBody>
          <a:bodyPr lIns="75420" tIns="37710" rIns="75420" bIns="37710"/>
          <a:lstStyle/>
          <a:p>
            <a:r>
              <a:rPr lang="en-US"/>
              <a:t>Click to edit Master title style</a:t>
            </a:r>
          </a:p>
        </p:txBody>
      </p:sp>
      <p:sp>
        <p:nvSpPr>
          <p:cNvPr id="3" name="Vertical Text Placeholder 2"/>
          <p:cNvSpPr>
            <a:spLocks noGrp="1"/>
          </p:cNvSpPr>
          <p:nvPr>
            <p:ph type="body" orient="vert" idx="1"/>
          </p:nvPr>
        </p:nvSpPr>
        <p:spPr>
          <a:xfrm>
            <a:off x="457401" y="1600204"/>
            <a:ext cx="8229203" cy="4525569"/>
          </a:xfrm>
          <a:prstGeom prst="rect">
            <a:avLst/>
          </a:prstGeom>
        </p:spPr>
        <p:txBody>
          <a:bodyPr vert="eaVert" lIns="75420" tIns="37710" rIns="75420" bIns="3771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544911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803" y="275041"/>
            <a:ext cx="2056805" cy="5850730"/>
          </a:xfrm>
          <a:prstGeom prst="rect">
            <a:avLst/>
          </a:prstGeom>
        </p:spPr>
        <p:txBody>
          <a:bodyPr vert="eaVert" lIns="75420" tIns="37710" rIns="75420" bIns="37710"/>
          <a:lstStyle/>
          <a:p>
            <a:r>
              <a:rPr lang="en-US"/>
              <a:t>Click to edit Master title style</a:t>
            </a:r>
          </a:p>
        </p:txBody>
      </p:sp>
      <p:sp>
        <p:nvSpPr>
          <p:cNvPr id="3" name="Vertical Text Placeholder 2"/>
          <p:cNvSpPr>
            <a:spLocks noGrp="1"/>
          </p:cNvSpPr>
          <p:nvPr>
            <p:ph type="body" orient="vert" idx="1"/>
          </p:nvPr>
        </p:nvSpPr>
        <p:spPr>
          <a:xfrm>
            <a:off x="457401" y="275041"/>
            <a:ext cx="6077147" cy="5850730"/>
          </a:xfrm>
          <a:prstGeom prst="rect">
            <a:avLst/>
          </a:prstGeom>
        </p:spPr>
        <p:txBody>
          <a:bodyPr vert="eaVert" lIns="75420" tIns="37710" rIns="75420" bIns="3771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688179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gradFill>
          <a:gsLst>
            <a:gs pos="0">
              <a:srgbClr val="7F7F73">
                <a:lumMod val="5000"/>
                <a:lumOff val="95000"/>
              </a:srgbClr>
            </a:gs>
            <a:gs pos="74000">
              <a:srgbClr val="7F7F73"/>
            </a:gs>
            <a:gs pos="83000">
              <a:srgbClr val="7F7F73"/>
            </a:gs>
            <a:gs pos="100000">
              <a:srgbClr val="7F7F73">
                <a:lumMod val="50000"/>
                <a:lumOff val="50000"/>
              </a:srgbClr>
            </a:gs>
          </a:gsLst>
          <a:lin ang="3600000" scaled="0"/>
        </a:gra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11747" y="5863179"/>
            <a:ext cx="7155611" cy="249299"/>
          </a:xfrm>
          <a:prstGeom prst="rect">
            <a:avLst/>
          </a:prstGeom>
        </p:spPr>
        <p:txBody>
          <a:bodyPr wrap="square" lIns="0" tIns="0" rIns="0" bIns="0">
            <a:spAutoFit/>
          </a:bodyPr>
          <a:lstStyle>
            <a:lvl1pPr marL="0" indent="0" algn="l" defTabSz="685800" rtl="0" eaLnBrk="1" latinLnBrk="0" hangingPunct="1">
              <a:lnSpc>
                <a:spcPct val="90000"/>
              </a:lnSpc>
              <a:spcBef>
                <a:spcPct val="0"/>
              </a:spcBef>
              <a:buNone/>
              <a:defRPr lang="en-US" sz="1800" b="1" kern="1200" dirty="0">
                <a:solidFill>
                  <a:schemeClr val="tx1"/>
                </a:solidFill>
                <a:latin typeface="Arial" panose="020B0604020202020204" pitchFamily="34" charset="0"/>
                <a:ea typeface="+mj-ea"/>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2" name="Title 1"/>
          <p:cNvSpPr>
            <a:spLocks noGrp="1"/>
          </p:cNvSpPr>
          <p:nvPr>
            <p:ph type="ctrTitle"/>
          </p:nvPr>
        </p:nvSpPr>
        <p:spPr>
          <a:xfrm>
            <a:off x="511747" y="5366882"/>
            <a:ext cx="7155611" cy="363561"/>
          </a:xfrm>
          <a:prstGeom prst="rect">
            <a:avLst/>
          </a:prstGeom>
        </p:spPr>
        <p:txBody>
          <a:bodyPr wrap="square" lIns="0" tIns="0" rIns="0" bIns="0" anchor="t" anchorCtr="0">
            <a:spAutoFit/>
          </a:bodyPr>
          <a:lstStyle>
            <a:lvl1pPr marL="0" algn="l" defTabSz="685800" rtl="0" eaLnBrk="1" latinLnBrk="0" hangingPunct="1">
              <a:lnSpc>
                <a:spcPct val="90000"/>
              </a:lnSpc>
              <a:spcBef>
                <a:spcPct val="0"/>
              </a:spcBef>
              <a:buNone/>
              <a:defRPr lang="en-US" sz="2625" b="1" kern="1200" dirty="0">
                <a:solidFill>
                  <a:schemeClr val="bg1"/>
                </a:solidFill>
                <a:effectLst>
                  <a:outerShdw blurRad="76200" dist="38100" dir="3600000" algn="t" rotWithShape="0">
                    <a:schemeClr val="tx1">
                      <a:alpha val="70000"/>
                    </a:schemeClr>
                  </a:outerShdw>
                </a:effectLst>
                <a:latin typeface="Arial" panose="020B0604020202020204" pitchFamily="34" charset="0"/>
                <a:ea typeface="+mj-ea"/>
                <a:cs typeface="Arial" panose="020B0604020202020204" pitchFamily="34" charset="0"/>
              </a:defRPr>
            </a:lvl1pPr>
          </a:lstStyle>
          <a:p>
            <a:pPr marL="0" lvl="0" algn="l" defTabSz="685800" rtl="0" eaLnBrk="1" latinLnBrk="0" hangingPunct="1">
              <a:lnSpc>
                <a:spcPct val="90000"/>
              </a:lnSpc>
              <a:spcBef>
                <a:spcPct val="0"/>
              </a:spcBef>
              <a:buNone/>
            </a:pPr>
            <a:r>
              <a:rPr lang="en-US" dirty="0"/>
              <a:t>Click to edit Master title style</a:t>
            </a:r>
          </a:p>
        </p:txBody>
      </p:sp>
      <p:sp>
        <p:nvSpPr>
          <p:cNvPr id="14" name="Classification Lower"/>
          <p:cNvSpPr txBox="1">
            <a:spLocks/>
          </p:cNvSpPr>
          <p:nvPr userDrawn="1"/>
        </p:nvSpPr>
        <p:spPr>
          <a:xfrm>
            <a:off x="0" y="6724796"/>
            <a:ext cx="8515350" cy="103875"/>
          </a:xfrm>
          <a:prstGeom prst="rect">
            <a:avLst/>
          </a:prstGeom>
        </p:spPr>
        <p:txBody>
          <a:bodyPr vert="horz" wrap="square" lIns="68580" tIns="0" rIns="0" bIns="0" rtlCol="0" anchor="t" anchorCtr="0">
            <a:spAutoFit/>
          </a:bodyPr>
          <a:lstStyle>
            <a:defPPr>
              <a:defRPr lang="en-US"/>
            </a:defPPr>
            <a:lvl1pPr marL="0" algn="ct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675" b="1" dirty="0">
                <a:solidFill>
                  <a:prstClr val="black"/>
                </a:solidFill>
              </a:rPr>
              <a:t>UNCLASSIFIED</a:t>
            </a:r>
          </a:p>
        </p:txBody>
      </p:sp>
      <p:sp>
        <p:nvSpPr>
          <p:cNvPr id="15" name="Slide Number Placeholder 5"/>
          <p:cNvSpPr>
            <a:spLocks noGrp="1"/>
          </p:cNvSpPr>
          <p:nvPr>
            <p:ph type="sldNum" sz="quarter" idx="4"/>
          </p:nvPr>
        </p:nvSpPr>
        <p:spPr>
          <a:xfrm>
            <a:off x="4373070" y="6519496"/>
            <a:ext cx="349891" cy="338505"/>
          </a:xfrm>
          <a:prstGeom prst="rect">
            <a:avLst/>
          </a:prstGeom>
        </p:spPr>
        <p:txBody>
          <a:bodyPr/>
          <a:lstStyle/>
          <a:p>
            <a:fld id="{1A3C3F5D-9F0A-4D26-898B-10DC4C85EEE6}" type="slidenum">
              <a:rPr lang="en-US" smtClean="0">
                <a:solidFill>
                  <a:prstClr val="black"/>
                </a:solidFill>
              </a:rPr>
              <a:pPr/>
              <a:t>‹#›</a:t>
            </a:fld>
            <a:endParaRPr lang="en-US" dirty="0">
              <a:solidFill>
                <a:prstClr val="black"/>
              </a:solidFill>
            </a:endParaRPr>
          </a:p>
        </p:txBody>
      </p:sp>
      <p:grpSp>
        <p:nvGrpSpPr>
          <p:cNvPr id="6" name="Group 5"/>
          <p:cNvGrpSpPr/>
          <p:nvPr userDrawn="1"/>
        </p:nvGrpSpPr>
        <p:grpSpPr>
          <a:xfrm>
            <a:off x="0" y="-793"/>
            <a:ext cx="9144000" cy="1028700"/>
            <a:chOff x="0" y="-793"/>
            <a:chExt cx="12345388" cy="1028700"/>
          </a:xfrm>
        </p:grpSpPr>
        <p:pic>
          <p:nvPicPr>
            <p:cNvPr id="7" name="TopBa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93"/>
              <a:ext cx="9144000" cy="1028700"/>
            </a:xfrm>
            <a:prstGeom prst="rect">
              <a:avLst/>
            </a:prstGeom>
          </p:spPr>
        </p:pic>
        <p:pic>
          <p:nvPicPr>
            <p:cNvPr id="8" name="TopBar"/>
            <p:cNvPicPr>
              <a:picLocks noChangeAspect="1"/>
            </p:cNvPicPr>
            <p:nvPr userDrawn="1"/>
          </p:nvPicPr>
          <p:blipFill rotWithShape="1">
            <a:blip r:embed="rId2">
              <a:extLst>
                <a:ext uri="{28A0092B-C50C-407E-A947-70E740481C1C}">
                  <a14:useLocalDpi xmlns:a14="http://schemas.microsoft.com/office/drawing/2010/main" val="0"/>
                </a:ext>
              </a:extLst>
            </a:blip>
            <a:srcRect l="33704"/>
            <a:stretch/>
          </p:blipFill>
          <p:spPr>
            <a:xfrm>
              <a:off x="6283234" y="-793"/>
              <a:ext cx="6062154" cy="1028700"/>
            </a:xfrm>
            <a:prstGeom prst="rect">
              <a:avLst/>
            </a:prstGeom>
          </p:spPr>
        </p:pic>
      </p:grpSp>
    </p:spTree>
    <p:extLst>
      <p:ext uri="{BB962C8B-B14F-4D97-AF65-F5344CB8AC3E}">
        <p14:creationId xmlns:p14="http://schemas.microsoft.com/office/powerpoint/2010/main" val="23193758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6761" y="104041"/>
            <a:ext cx="7955280" cy="383182"/>
          </a:xfrm>
          <a:prstGeom prst="rect">
            <a:avLst/>
          </a:prstGeom>
        </p:spPr>
        <p:txBody>
          <a:bodyPr vert="horz" lIns="182880" tIns="45720" rIns="91440" bIns="45720" rtlCol="0" anchor="t" anchorCtr="0">
            <a:spAutoFit/>
          </a:bodyPr>
          <a:lstStyle>
            <a:lvl1pPr>
              <a:defRPr lang="en-US" dirty="0"/>
            </a:lvl1pPr>
          </a:lstStyle>
          <a:p>
            <a:pPr lvl="0"/>
            <a:r>
              <a:rPr lang="en-US" dirty="0"/>
              <a:t>Click to edit Master title style</a:t>
            </a:r>
          </a:p>
        </p:txBody>
      </p:sp>
      <p:sp>
        <p:nvSpPr>
          <p:cNvPr id="3" name="Content Placeholder 2"/>
          <p:cNvSpPr>
            <a:spLocks noGrp="1"/>
          </p:cNvSpPr>
          <p:nvPr>
            <p:ph idx="1"/>
          </p:nvPr>
        </p:nvSpPr>
        <p:spPr>
          <a:xfrm>
            <a:off x="836761" y="711257"/>
            <a:ext cx="77724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4373070" y="6519496"/>
            <a:ext cx="349891" cy="338505"/>
          </a:xfrm>
          <a:prstGeom prst="rect">
            <a:avLst/>
          </a:prstGeom>
        </p:spPr>
        <p:txBody>
          <a:bodyPr/>
          <a:lstStyle/>
          <a:p>
            <a:fld id="{1A3C3F5D-9F0A-4D26-898B-10DC4C85EEE6}" type="slidenum">
              <a:rPr lang="en-US" smtClean="0">
                <a:solidFill>
                  <a:prstClr val="black"/>
                </a:solidFill>
              </a:rPr>
              <a:pPr/>
              <a:t>‹#›</a:t>
            </a:fld>
            <a:endParaRPr lang="en-US" dirty="0">
              <a:solidFill>
                <a:prstClr val="black"/>
              </a:solidFill>
            </a:endParaRPr>
          </a:p>
        </p:txBody>
      </p:sp>
      <p:grpSp>
        <p:nvGrpSpPr>
          <p:cNvPr id="5" name="Group 4"/>
          <p:cNvGrpSpPr/>
          <p:nvPr userDrawn="1"/>
        </p:nvGrpSpPr>
        <p:grpSpPr>
          <a:xfrm>
            <a:off x="0" y="-793"/>
            <a:ext cx="9144000" cy="1028700"/>
            <a:chOff x="0" y="-793"/>
            <a:chExt cx="12345388" cy="1028700"/>
          </a:xfrm>
        </p:grpSpPr>
        <p:pic>
          <p:nvPicPr>
            <p:cNvPr id="7" name="TopBa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93"/>
              <a:ext cx="9144000" cy="1028700"/>
            </a:xfrm>
            <a:prstGeom prst="rect">
              <a:avLst/>
            </a:prstGeom>
          </p:spPr>
        </p:pic>
        <p:pic>
          <p:nvPicPr>
            <p:cNvPr id="8" name="TopBar"/>
            <p:cNvPicPr>
              <a:picLocks noChangeAspect="1"/>
            </p:cNvPicPr>
            <p:nvPr userDrawn="1"/>
          </p:nvPicPr>
          <p:blipFill rotWithShape="1">
            <a:blip r:embed="rId2">
              <a:extLst>
                <a:ext uri="{28A0092B-C50C-407E-A947-70E740481C1C}">
                  <a14:useLocalDpi xmlns:a14="http://schemas.microsoft.com/office/drawing/2010/main" val="0"/>
                </a:ext>
              </a:extLst>
            </a:blip>
            <a:srcRect l="33704"/>
            <a:stretch/>
          </p:blipFill>
          <p:spPr>
            <a:xfrm>
              <a:off x="6283234" y="-793"/>
              <a:ext cx="6062154" cy="1028700"/>
            </a:xfrm>
            <a:prstGeom prst="rect">
              <a:avLst/>
            </a:prstGeom>
          </p:spPr>
        </p:pic>
      </p:grpSp>
    </p:spTree>
    <p:extLst>
      <p:ext uri="{BB962C8B-B14F-4D97-AF65-F5344CB8AC3E}">
        <p14:creationId xmlns:p14="http://schemas.microsoft.com/office/powerpoint/2010/main" val="1732586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and Bumper">
    <p:spTree>
      <p:nvGrpSpPr>
        <p:cNvPr id="1" name=""/>
        <p:cNvGrpSpPr/>
        <p:nvPr/>
      </p:nvGrpSpPr>
      <p:grpSpPr>
        <a:xfrm>
          <a:off x="0" y="0"/>
          <a:ext cx="0" cy="0"/>
          <a:chOff x="0" y="0"/>
          <a:chExt cx="0" cy="0"/>
        </a:xfrm>
      </p:grpSpPr>
      <p:sp>
        <p:nvSpPr>
          <p:cNvPr id="2" name="Title 1"/>
          <p:cNvSpPr>
            <a:spLocks noGrp="1"/>
          </p:cNvSpPr>
          <p:nvPr>
            <p:ph type="title"/>
          </p:nvPr>
        </p:nvSpPr>
        <p:spPr>
          <a:xfrm>
            <a:off x="836761" y="100590"/>
            <a:ext cx="7955280" cy="383182"/>
          </a:xfrm>
          <a:prstGeom prst="rect">
            <a:avLst/>
          </a:prstGeom>
        </p:spPr>
        <p:txBody>
          <a:bodyPr vert="horz" lIns="182880" tIns="45720" rIns="91440" bIns="45720" rtlCol="0" anchor="t" anchorCtr="0">
            <a:spAutoFit/>
          </a:bodyPr>
          <a:lstStyle>
            <a:lvl1pPr>
              <a:defRPr lang="en-US" dirty="0"/>
            </a:lvl1pPr>
          </a:lstStyle>
          <a:p>
            <a:pPr lvl="0"/>
            <a:r>
              <a:rPr lang="en-US" dirty="0"/>
              <a:t>Click to edit Master title style</a:t>
            </a:r>
          </a:p>
        </p:txBody>
      </p:sp>
      <p:sp>
        <p:nvSpPr>
          <p:cNvPr id="3" name="Content Placeholder 2"/>
          <p:cNvSpPr>
            <a:spLocks noGrp="1"/>
          </p:cNvSpPr>
          <p:nvPr>
            <p:ph idx="1"/>
          </p:nvPr>
        </p:nvSpPr>
        <p:spPr>
          <a:xfrm>
            <a:off x="836761" y="711257"/>
            <a:ext cx="77724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p:cNvSpPr>
            <a:spLocks noGrp="1"/>
          </p:cNvSpPr>
          <p:nvPr>
            <p:ph type="body" sz="quarter" idx="13" hasCustomPrompt="1"/>
          </p:nvPr>
        </p:nvSpPr>
        <p:spPr>
          <a:xfrm>
            <a:off x="17253" y="6190488"/>
            <a:ext cx="8307388" cy="300082"/>
          </a:xfrm>
          <a:prstGeom prst="rect">
            <a:avLst/>
          </a:prstGeom>
        </p:spPr>
        <p:txBody>
          <a:bodyPr vert="horz" wrap="square" lIns="182880" tIns="45720" rIns="91440" bIns="45720" rtlCol="0" anchor="t" anchorCtr="0">
            <a:spAutoFit/>
          </a:bodyPr>
          <a:lstStyle>
            <a:lvl1pPr marL="0" indent="0">
              <a:buFont typeface="Arial" panose="020B0604020202020204" pitchFamily="34" charset="0"/>
              <a:buNone/>
              <a:defRPr lang="en-US" sz="1500" b="1" i="1" smtClean="0">
                <a:solidFill>
                  <a:schemeClr val="tx1"/>
                </a:solidFill>
                <a:ea typeface="+mj-ea"/>
              </a:defRPr>
            </a:lvl1pPr>
            <a:lvl2pPr>
              <a:defRPr lang="en-US" smtClean="0"/>
            </a:lvl2pPr>
            <a:lvl3pPr>
              <a:defRPr lang="en-US" smtClean="0"/>
            </a:lvl3pPr>
            <a:lvl4pPr>
              <a:defRPr lang="en-US" smtClean="0"/>
            </a:lvl4pPr>
            <a:lvl5pPr>
              <a:defRPr lang="en-US"/>
            </a:lvl5pPr>
          </a:lstStyle>
          <a:p>
            <a:pPr marL="0" lvl="0">
              <a:spcBef>
                <a:spcPct val="0"/>
              </a:spcBef>
            </a:pPr>
            <a:r>
              <a:rPr lang="en-US" dirty="0"/>
              <a:t>Click to add bumper</a:t>
            </a:r>
          </a:p>
        </p:txBody>
      </p:sp>
      <p:sp>
        <p:nvSpPr>
          <p:cNvPr id="9" name="Slide Number Placeholder 5"/>
          <p:cNvSpPr>
            <a:spLocks noGrp="1"/>
          </p:cNvSpPr>
          <p:nvPr>
            <p:ph type="sldNum" sz="quarter" idx="4"/>
          </p:nvPr>
        </p:nvSpPr>
        <p:spPr>
          <a:xfrm>
            <a:off x="4373070" y="6519496"/>
            <a:ext cx="349891" cy="338505"/>
          </a:xfrm>
          <a:prstGeom prst="rect">
            <a:avLst/>
          </a:prstGeom>
        </p:spPr>
        <p:txBody>
          <a:bodyPr/>
          <a:lstStyle/>
          <a:p>
            <a:fld id="{1A3C3F5D-9F0A-4D26-898B-10DC4C85EEE6}" type="slidenum">
              <a:rPr lang="en-US" smtClean="0">
                <a:solidFill>
                  <a:prstClr val="black"/>
                </a:solidFill>
              </a:rPr>
              <a:pPr/>
              <a:t>‹#›</a:t>
            </a:fld>
            <a:endParaRPr lang="en-US" dirty="0">
              <a:solidFill>
                <a:prstClr val="black"/>
              </a:solidFill>
            </a:endParaRPr>
          </a:p>
        </p:txBody>
      </p:sp>
      <p:grpSp>
        <p:nvGrpSpPr>
          <p:cNvPr id="10" name="Group 9"/>
          <p:cNvGrpSpPr/>
          <p:nvPr userDrawn="1"/>
        </p:nvGrpSpPr>
        <p:grpSpPr>
          <a:xfrm>
            <a:off x="0" y="-793"/>
            <a:ext cx="9144000" cy="1028700"/>
            <a:chOff x="0" y="-793"/>
            <a:chExt cx="12345388" cy="1028700"/>
          </a:xfrm>
        </p:grpSpPr>
        <p:pic>
          <p:nvPicPr>
            <p:cNvPr id="11" name="TopBa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93"/>
              <a:ext cx="9144000" cy="1028700"/>
            </a:xfrm>
            <a:prstGeom prst="rect">
              <a:avLst/>
            </a:prstGeom>
          </p:spPr>
        </p:pic>
        <p:pic>
          <p:nvPicPr>
            <p:cNvPr id="12" name="TopBar"/>
            <p:cNvPicPr>
              <a:picLocks noChangeAspect="1"/>
            </p:cNvPicPr>
            <p:nvPr userDrawn="1"/>
          </p:nvPicPr>
          <p:blipFill rotWithShape="1">
            <a:blip r:embed="rId2">
              <a:extLst>
                <a:ext uri="{28A0092B-C50C-407E-A947-70E740481C1C}">
                  <a14:useLocalDpi xmlns:a14="http://schemas.microsoft.com/office/drawing/2010/main" val="0"/>
                </a:ext>
              </a:extLst>
            </a:blip>
            <a:srcRect l="33704"/>
            <a:stretch/>
          </p:blipFill>
          <p:spPr>
            <a:xfrm>
              <a:off x="6283234" y="-793"/>
              <a:ext cx="6062154" cy="1028700"/>
            </a:xfrm>
            <a:prstGeom prst="rect">
              <a:avLst/>
            </a:prstGeom>
          </p:spPr>
        </p:pic>
      </p:grpSp>
    </p:spTree>
    <p:extLst>
      <p:ext uri="{BB962C8B-B14F-4D97-AF65-F5344CB8AC3E}">
        <p14:creationId xmlns:p14="http://schemas.microsoft.com/office/powerpoint/2010/main" val="11735863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6761" y="100590"/>
            <a:ext cx="7955280" cy="383182"/>
          </a:xfrm>
          <a:prstGeom prst="rect">
            <a:avLst/>
          </a:prstGeom>
        </p:spPr>
        <p:txBody>
          <a:bodyPr vert="horz" lIns="182880" tIns="45720" rIns="91440" bIns="45720" rtlCol="0" anchor="t" anchorCtr="0">
            <a:spAutoFit/>
          </a:bodyPr>
          <a:lstStyle>
            <a:lvl1pPr>
              <a:defRPr lang="en-US" dirty="0"/>
            </a:lvl1pPr>
          </a:lstStyle>
          <a:p>
            <a:pPr lvl="0"/>
            <a:r>
              <a:rPr lang="en-US"/>
              <a:t>Click to edit Master title style</a:t>
            </a:r>
            <a:endParaRPr lang="en-US" dirty="0"/>
          </a:p>
        </p:txBody>
      </p:sp>
      <p:sp>
        <p:nvSpPr>
          <p:cNvPr id="6" name="Slide Number Placeholder 5"/>
          <p:cNvSpPr>
            <a:spLocks noGrp="1"/>
          </p:cNvSpPr>
          <p:nvPr>
            <p:ph type="sldNum" sz="quarter" idx="4"/>
          </p:nvPr>
        </p:nvSpPr>
        <p:spPr>
          <a:xfrm>
            <a:off x="4373070" y="6519496"/>
            <a:ext cx="349891" cy="338505"/>
          </a:xfrm>
          <a:prstGeom prst="rect">
            <a:avLst/>
          </a:prstGeom>
        </p:spPr>
        <p:txBody>
          <a:bodyPr/>
          <a:lstStyle/>
          <a:p>
            <a:fld id="{1A3C3F5D-9F0A-4D26-898B-10DC4C85EEE6}" type="slidenum">
              <a:rPr lang="en-US" smtClean="0">
                <a:solidFill>
                  <a:prstClr val="black"/>
                </a:solidFill>
              </a:rPr>
              <a:pPr/>
              <a:t>‹#›</a:t>
            </a:fld>
            <a:endParaRPr lang="en-US" dirty="0">
              <a:solidFill>
                <a:prstClr val="black"/>
              </a:solidFill>
            </a:endParaRPr>
          </a:p>
        </p:txBody>
      </p:sp>
      <p:grpSp>
        <p:nvGrpSpPr>
          <p:cNvPr id="5" name="Group 4"/>
          <p:cNvGrpSpPr/>
          <p:nvPr userDrawn="1"/>
        </p:nvGrpSpPr>
        <p:grpSpPr>
          <a:xfrm>
            <a:off x="0" y="-793"/>
            <a:ext cx="9144000" cy="1028700"/>
            <a:chOff x="0" y="-793"/>
            <a:chExt cx="12345388" cy="1028700"/>
          </a:xfrm>
        </p:grpSpPr>
        <p:pic>
          <p:nvPicPr>
            <p:cNvPr id="7" name="TopBa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93"/>
              <a:ext cx="9144000" cy="1028700"/>
            </a:xfrm>
            <a:prstGeom prst="rect">
              <a:avLst/>
            </a:prstGeom>
          </p:spPr>
        </p:pic>
        <p:pic>
          <p:nvPicPr>
            <p:cNvPr id="8" name="TopBar"/>
            <p:cNvPicPr>
              <a:picLocks noChangeAspect="1"/>
            </p:cNvPicPr>
            <p:nvPr userDrawn="1"/>
          </p:nvPicPr>
          <p:blipFill rotWithShape="1">
            <a:blip r:embed="rId2">
              <a:extLst>
                <a:ext uri="{28A0092B-C50C-407E-A947-70E740481C1C}">
                  <a14:useLocalDpi xmlns:a14="http://schemas.microsoft.com/office/drawing/2010/main" val="0"/>
                </a:ext>
              </a:extLst>
            </a:blip>
            <a:srcRect l="33704"/>
            <a:stretch/>
          </p:blipFill>
          <p:spPr>
            <a:xfrm>
              <a:off x="6283234" y="-793"/>
              <a:ext cx="6062154" cy="1028700"/>
            </a:xfrm>
            <a:prstGeom prst="rect">
              <a:avLst/>
            </a:prstGeom>
          </p:spPr>
        </p:pic>
      </p:grpSp>
    </p:spTree>
    <p:extLst>
      <p:ext uri="{BB962C8B-B14F-4D97-AF65-F5344CB8AC3E}">
        <p14:creationId xmlns:p14="http://schemas.microsoft.com/office/powerpoint/2010/main" val="13134787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p:cNvSpPr>
            <a:spLocks noGrp="1"/>
          </p:cNvSpPr>
          <p:nvPr>
            <p:ph type="sldNum" sz="quarter" idx="4"/>
          </p:nvPr>
        </p:nvSpPr>
        <p:spPr>
          <a:xfrm>
            <a:off x="4373070" y="6519496"/>
            <a:ext cx="349891" cy="338505"/>
          </a:xfrm>
          <a:prstGeom prst="rect">
            <a:avLst/>
          </a:prstGeom>
        </p:spPr>
        <p:txBody>
          <a:bodyPr/>
          <a:lstStyle/>
          <a:p>
            <a:fld id="{1A3C3F5D-9F0A-4D26-898B-10DC4C85EEE6}"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3279718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38754" y="3136479"/>
            <a:ext cx="7886700" cy="757130"/>
          </a:xfrm>
          <a:prstGeom prst="rect">
            <a:avLst/>
          </a:prstGeom>
        </p:spPr>
        <p:txBody>
          <a:bodyPr anchor="b"/>
          <a:lstStyle>
            <a:lvl1pPr>
              <a:defRPr sz="360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4" name="Slide Number Placeholder 5"/>
          <p:cNvSpPr>
            <a:spLocks noGrp="1"/>
          </p:cNvSpPr>
          <p:nvPr>
            <p:ph type="sldNum" sz="quarter" idx="4"/>
          </p:nvPr>
        </p:nvSpPr>
        <p:spPr>
          <a:xfrm>
            <a:off x="4373070" y="6519496"/>
            <a:ext cx="349891" cy="338505"/>
          </a:xfrm>
          <a:prstGeom prst="rect">
            <a:avLst/>
          </a:prstGeom>
        </p:spPr>
        <p:txBody>
          <a:bodyPr/>
          <a:lstStyle/>
          <a:p>
            <a:fld id="{1A3C3F5D-9F0A-4D26-898B-10DC4C85EEE6}"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65516518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6761" y="100590"/>
            <a:ext cx="7955280" cy="383182"/>
          </a:xfrm>
          <a:prstGeom prst="rect">
            <a:avLst/>
          </a:prstGeom>
        </p:spPr>
        <p:txBody>
          <a:bodyPr vert="horz" lIns="182880" tIns="45720" rIns="91440" bIns="45720" rtlCol="0" anchor="t" anchorCtr="0">
            <a:spAutoFit/>
          </a:bodyPr>
          <a:lstStyle>
            <a:lvl1pPr>
              <a:defRPr lang="en-US" dirty="0"/>
            </a:lvl1pPr>
          </a:lstStyle>
          <a:p>
            <a:pPr lvl="0"/>
            <a:r>
              <a:rPr lang="en-US" dirty="0"/>
              <a:t>Click to edit Master title style</a:t>
            </a:r>
          </a:p>
        </p:txBody>
      </p:sp>
      <p:sp>
        <p:nvSpPr>
          <p:cNvPr id="3" name="Content Placeholder 2"/>
          <p:cNvSpPr>
            <a:spLocks noGrp="1"/>
          </p:cNvSpPr>
          <p:nvPr>
            <p:ph sz="half" idx="1"/>
          </p:nvPr>
        </p:nvSpPr>
        <p:spPr>
          <a:xfrm>
            <a:off x="628650" y="1825625"/>
            <a:ext cx="3886200" cy="4351338"/>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7"/>
            <a:ext cx="2057400" cy="365125"/>
          </a:xfrm>
          <a:prstGeom prst="rect">
            <a:avLst/>
          </a:prstGeom>
        </p:spPr>
        <p:txBody>
          <a:bodyPr/>
          <a:lstStyle>
            <a:lvl1pPr>
              <a:defRPr>
                <a:latin typeface="Arial" panose="020B0604020202020204" pitchFamily="34" charset="0"/>
                <a:cs typeface="Arial" panose="020B0604020202020204" pitchFamily="34" charset="0"/>
              </a:defRPr>
            </a:lvl1pPr>
          </a:lstStyle>
          <a:p>
            <a:endParaRPr lang="en-US" dirty="0">
              <a:solidFill>
                <a:prstClr val="black"/>
              </a:solidFill>
            </a:endParaRPr>
          </a:p>
        </p:txBody>
      </p:sp>
      <p:sp>
        <p:nvSpPr>
          <p:cNvPr id="6" name="Footer Placeholder 5"/>
          <p:cNvSpPr>
            <a:spLocks noGrp="1"/>
          </p:cNvSpPr>
          <p:nvPr>
            <p:ph type="ftr" sz="quarter" idx="11"/>
          </p:nvPr>
        </p:nvSpPr>
        <p:spPr>
          <a:xfrm>
            <a:off x="3028950" y="6356357"/>
            <a:ext cx="3086100" cy="365125"/>
          </a:xfrm>
          <a:prstGeom prst="rect">
            <a:avLst/>
          </a:prstGeom>
        </p:spPr>
        <p:txBody>
          <a:bodyPr/>
          <a:lstStyle>
            <a:lvl1pPr>
              <a:defRPr>
                <a:latin typeface="Arial" panose="020B0604020202020204" pitchFamily="34" charset="0"/>
                <a:cs typeface="Arial" panose="020B0604020202020204" pitchFamily="34" charset="0"/>
              </a:defRPr>
            </a:lvl1pPr>
          </a:lstStyle>
          <a:p>
            <a:endParaRPr lang="en-US" dirty="0">
              <a:solidFill>
                <a:prstClr val="black"/>
              </a:solidFill>
            </a:endParaRPr>
          </a:p>
        </p:txBody>
      </p:sp>
      <p:sp>
        <p:nvSpPr>
          <p:cNvPr id="8" name="Slide Number Placeholder 5"/>
          <p:cNvSpPr>
            <a:spLocks noGrp="1"/>
          </p:cNvSpPr>
          <p:nvPr>
            <p:ph type="sldNum" sz="quarter" idx="4"/>
          </p:nvPr>
        </p:nvSpPr>
        <p:spPr>
          <a:xfrm>
            <a:off x="4373070" y="6519496"/>
            <a:ext cx="349891" cy="338505"/>
          </a:xfrm>
          <a:prstGeom prst="rect">
            <a:avLst/>
          </a:prstGeom>
        </p:spPr>
        <p:txBody>
          <a:bodyPr/>
          <a:lstStyle/>
          <a:p>
            <a:fld id="{1A3C3F5D-9F0A-4D26-898B-10DC4C85EEE6}" type="slidenum">
              <a:rPr lang="en-US" smtClean="0">
                <a:solidFill>
                  <a:prstClr val="black"/>
                </a:solidFill>
              </a:rPr>
              <a:pPr/>
              <a:t>‹#›</a:t>
            </a:fld>
            <a:endParaRPr lang="en-US" dirty="0">
              <a:solidFill>
                <a:prstClr val="black"/>
              </a:solidFill>
            </a:endParaRPr>
          </a:p>
        </p:txBody>
      </p:sp>
      <p:grpSp>
        <p:nvGrpSpPr>
          <p:cNvPr id="9" name="Group 8"/>
          <p:cNvGrpSpPr/>
          <p:nvPr userDrawn="1"/>
        </p:nvGrpSpPr>
        <p:grpSpPr>
          <a:xfrm>
            <a:off x="0" y="-793"/>
            <a:ext cx="9144000" cy="1028700"/>
            <a:chOff x="0" y="-793"/>
            <a:chExt cx="12345388" cy="1028700"/>
          </a:xfrm>
        </p:grpSpPr>
        <p:pic>
          <p:nvPicPr>
            <p:cNvPr id="10" name="TopBa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93"/>
              <a:ext cx="9144000" cy="1028700"/>
            </a:xfrm>
            <a:prstGeom prst="rect">
              <a:avLst/>
            </a:prstGeom>
          </p:spPr>
        </p:pic>
        <p:pic>
          <p:nvPicPr>
            <p:cNvPr id="11" name="TopBar"/>
            <p:cNvPicPr>
              <a:picLocks noChangeAspect="1"/>
            </p:cNvPicPr>
            <p:nvPr userDrawn="1"/>
          </p:nvPicPr>
          <p:blipFill rotWithShape="1">
            <a:blip r:embed="rId2">
              <a:extLst>
                <a:ext uri="{28A0092B-C50C-407E-A947-70E740481C1C}">
                  <a14:useLocalDpi xmlns:a14="http://schemas.microsoft.com/office/drawing/2010/main" val="0"/>
                </a:ext>
              </a:extLst>
            </a:blip>
            <a:srcRect l="33704"/>
            <a:stretch/>
          </p:blipFill>
          <p:spPr>
            <a:xfrm>
              <a:off x="6283234" y="-793"/>
              <a:ext cx="6062154" cy="1028700"/>
            </a:xfrm>
            <a:prstGeom prst="rect">
              <a:avLst/>
            </a:prstGeom>
          </p:spPr>
        </p:pic>
      </p:grpSp>
    </p:spTree>
    <p:extLst>
      <p:ext uri="{BB962C8B-B14F-4D97-AF65-F5344CB8AC3E}">
        <p14:creationId xmlns:p14="http://schemas.microsoft.com/office/powerpoint/2010/main" val="35150698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1248" y="100590"/>
            <a:ext cx="7955280" cy="383182"/>
          </a:xfrm>
          <a:prstGeom prst="rect">
            <a:avLst/>
          </a:prstGeom>
        </p:spPr>
        <p:txBody>
          <a:bodyPr vert="horz" lIns="182880" tIns="45720" rIns="91440" bIns="45720" rtlCol="0" anchor="t" anchorCtr="0">
            <a:spAutoFit/>
          </a:bodyPr>
          <a:lstStyle>
            <a:lvl1pPr>
              <a:defRPr lang="en-US" dirty="0"/>
            </a:lvl1pPr>
          </a:lstStyle>
          <a:p>
            <a:pPr lvl="0"/>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1800" b="1">
                <a:latin typeface="Arial" panose="020B0604020202020204" pitchFamily="34" charset="0"/>
                <a:cs typeface="Arial" panose="020B0604020202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2" y="1681163"/>
            <a:ext cx="3887391" cy="823912"/>
          </a:xfrm>
          <a:prstGeom prst="rect">
            <a:avLst/>
          </a:prstGeom>
        </p:spPr>
        <p:txBody>
          <a:bodyPr anchor="b"/>
          <a:lstStyle>
            <a:lvl1pPr marL="0" indent="0">
              <a:buNone/>
              <a:defRPr sz="1800" b="1">
                <a:latin typeface="Arial" panose="020B0604020202020204" pitchFamily="34" charset="0"/>
                <a:cs typeface="Arial" panose="020B0604020202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2" y="2505075"/>
            <a:ext cx="3887391" cy="3684588"/>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7"/>
            <a:ext cx="2057400" cy="365125"/>
          </a:xfrm>
          <a:prstGeom prst="rect">
            <a:avLst/>
          </a:prstGeom>
        </p:spPr>
        <p:txBody>
          <a:bodyPr/>
          <a:lstStyle>
            <a:lvl1pPr>
              <a:defRPr>
                <a:latin typeface="Arial" panose="020B0604020202020204" pitchFamily="34" charset="0"/>
                <a:cs typeface="Arial" panose="020B0604020202020204" pitchFamily="34" charset="0"/>
              </a:defRPr>
            </a:lvl1pPr>
          </a:lstStyle>
          <a:p>
            <a:endParaRPr lang="en-US" dirty="0">
              <a:solidFill>
                <a:prstClr val="black"/>
              </a:solidFill>
            </a:endParaRPr>
          </a:p>
        </p:txBody>
      </p:sp>
      <p:sp>
        <p:nvSpPr>
          <p:cNvPr id="8" name="Footer Placeholder 7"/>
          <p:cNvSpPr>
            <a:spLocks noGrp="1"/>
          </p:cNvSpPr>
          <p:nvPr>
            <p:ph type="ftr" sz="quarter" idx="11"/>
          </p:nvPr>
        </p:nvSpPr>
        <p:spPr>
          <a:xfrm>
            <a:off x="3028950" y="6356357"/>
            <a:ext cx="3086100" cy="365125"/>
          </a:xfrm>
          <a:prstGeom prst="rect">
            <a:avLst/>
          </a:prstGeom>
        </p:spPr>
        <p:txBody>
          <a:bodyPr/>
          <a:lstStyle>
            <a:lvl1pPr>
              <a:defRPr>
                <a:latin typeface="Arial" panose="020B0604020202020204" pitchFamily="34" charset="0"/>
                <a:cs typeface="Arial" panose="020B0604020202020204" pitchFamily="34" charset="0"/>
              </a:defRPr>
            </a:lvl1pPr>
          </a:lstStyle>
          <a:p>
            <a:endParaRPr lang="en-US" dirty="0">
              <a:solidFill>
                <a:prstClr val="black"/>
              </a:solidFill>
            </a:endParaRPr>
          </a:p>
        </p:txBody>
      </p:sp>
      <p:sp>
        <p:nvSpPr>
          <p:cNvPr id="10" name="Slide Number Placeholder 5"/>
          <p:cNvSpPr>
            <a:spLocks noGrp="1"/>
          </p:cNvSpPr>
          <p:nvPr>
            <p:ph type="sldNum" sz="quarter" idx="12"/>
          </p:nvPr>
        </p:nvSpPr>
        <p:spPr>
          <a:xfrm>
            <a:off x="4373070" y="6519496"/>
            <a:ext cx="349891" cy="338505"/>
          </a:xfrm>
          <a:prstGeom prst="rect">
            <a:avLst/>
          </a:prstGeom>
        </p:spPr>
        <p:txBody>
          <a:bodyPr/>
          <a:lstStyle/>
          <a:p>
            <a:fld id="{1A3C3F5D-9F0A-4D26-898B-10DC4C85EEE6}"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444897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7" y="100590"/>
            <a:ext cx="7955280" cy="383182"/>
          </a:xfrm>
          <a:prstGeom prst="rect">
            <a:avLst/>
          </a:prstGeom>
        </p:spPr>
        <p:txBody>
          <a:bodyPr vert="horz" lIns="182880" tIns="45720" rIns="91440" bIns="45720" rtlCol="0" anchor="t" anchorCtr="0">
            <a:spAutoFit/>
          </a:bodyPr>
          <a:lstStyle>
            <a:lvl1pPr>
              <a:defRPr lang="en-US" dirty="0"/>
            </a:lvl1pPr>
          </a:lstStyle>
          <a:p>
            <a:pPr lvl="0"/>
            <a:r>
              <a:rPr lang="en-US"/>
              <a:t>Click to edit Master title style</a:t>
            </a:r>
            <a:endParaRPr lang="en-US" dirty="0"/>
          </a:p>
        </p:txBody>
      </p:sp>
      <p:sp>
        <p:nvSpPr>
          <p:cNvPr id="3" name="Content Placeholder 2"/>
          <p:cNvSpPr>
            <a:spLocks noGrp="1"/>
          </p:cNvSpPr>
          <p:nvPr>
            <p:ph idx="1"/>
          </p:nvPr>
        </p:nvSpPr>
        <p:spPr>
          <a:xfrm>
            <a:off x="3887391" y="987432"/>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628650" y="6356357"/>
            <a:ext cx="2057400" cy="365125"/>
          </a:xfrm>
          <a:prstGeom prst="rect">
            <a:avLst/>
          </a:prstGeom>
        </p:spPr>
        <p:txBody>
          <a:bodyPr/>
          <a:lstStyle>
            <a:lvl1pPr>
              <a:defRPr>
                <a:latin typeface="Arial" panose="020B0604020202020204" pitchFamily="34" charset="0"/>
                <a:cs typeface="Arial" panose="020B0604020202020204" pitchFamily="34" charset="0"/>
              </a:defRPr>
            </a:lvl1pPr>
          </a:lstStyle>
          <a:p>
            <a:endParaRPr lang="en-US" dirty="0">
              <a:solidFill>
                <a:prstClr val="black"/>
              </a:solidFill>
            </a:endParaRPr>
          </a:p>
        </p:txBody>
      </p:sp>
      <p:sp>
        <p:nvSpPr>
          <p:cNvPr id="6" name="Footer Placeholder 5"/>
          <p:cNvSpPr>
            <a:spLocks noGrp="1"/>
          </p:cNvSpPr>
          <p:nvPr>
            <p:ph type="ftr" sz="quarter" idx="11"/>
          </p:nvPr>
        </p:nvSpPr>
        <p:spPr>
          <a:xfrm>
            <a:off x="3028950" y="6356357"/>
            <a:ext cx="3086100" cy="365125"/>
          </a:xfrm>
          <a:prstGeom prst="rect">
            <a:avLst/>
          </a:prstGeom>
        </p:spPr>
        <p:txBody>
          <a:bodyPr/>
          <a:lstStyle>
            <a:lvl1pPr>
              <a:defRPr>
                <a:latin typeface="Arial" panose="020B0604020202020204" pitchFamily="34" charset="0"/>
                <a:cs typeface="Arial" panose="020B0604020202020204" pitchFamily="34" charset="0"/>
              </a:defRPr>
            </a:lvl1pPr>
          </a:lstStyle>
          <a:p>
            <a:endParaRPr lang="en-US" dirty="0">
              <a:solidFill>
                <a:prstClr val="black"/>
              </a:solidFill>
            </a:endParaRPr>
          </a:p>
        </p:txBody>
      </p:sp>
      <p:sp>
        <p:nvSpPr>
          <p:cNvPr id="8" name="Slide Number Placeholder 5"/>
          <p:cNvSpPr>
            <a:spLocks noGrp="1"/>
          </p:cNvSpPr>
          <p:nvPr>
            <p:ph type="sldNum" sz="quarter" idx="4"/>
          </p:nvPr>
        </p:nvSpPr>
        <p:spPr>
          <a:xfrm>
            <a:off x="4373070" y="6519496"/>
            <a:ext cx="349891" cy="338505"/>
          </a:xfrm>
          <a:prstGeom prst="rect">
            <a:avLst/>
          </a:prstGeom>
        </p:spPr>
        <p:txBody>
          <a:bodyPr/>
          <a:lstStyle/>
          <a:p>
            <a:fld id="{1A3C3F5D-9F0A-4D26-898B-10DC4C85EEE6}" type="slidenum">
              <a:rPr lang="en-US" smtClean="0">
                <a:solidFill>
                  <a:prstClr val="black"/>
                </a:solidFill>
              </a:rPr>
              <a:pPr/>
              <a:t>‹#›</a:t>
            </a:fld>
            <a:endParaRPr lang="en-US" dirty="0">
              <a:solidFill>
                <a:prstClr val="black"/>
              </a:solidFill>
            </a:endParaRPr>
          </a:p>
        </p:txBody>
      </p:sp>
      <p:grpSp>
        <p:nvGrpSpPr>
          <p:cNvPr id="9" name="Group 8"/>
          <p:cNvGrpSpPr/>
          <p:nvPr userDrawn="1"/>
        </p:nvGrpSpPr>
        <p:grpSpPr>
          <a:xfrm>
            <a:off x="0" y="-793"/>
            <a:ext cx="9144000" cy="1028700"/>
            <a:chOff x="0" y="-793"/>
            <a:chExt cx="12345388" cy="1028700"/>
          </a:xfrm>
        </p:grpSpPr>
        <p:pic>
          <p:nvPicPr>
            <p:cNvPr id="10" name="TopBa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93"/>
              <a:ext cx="9144000" cy="1028700"/>
            </a:xfrm>
            <a:prstGeom prst="rect">
              <a:avLst/>
            </a:prstGeom>
          </p:spPr>
        </p:pic>
        <p:pic>
          <p:nvPicPr>
            <p:cNvPr id="11" name="TopBar"/>
            <p:cNvPicPr>
              <a:picLocks noChangeAspect="1"/>
            </p:cNvPicPr>
            <p:nvPr userDrawn="1"/>
          </p:nvPicPr>
          <p:blipFill rotWithShape="1">
            <a:blip r:embed="rId2">
              <a:extLst>
                <a:ext uri="{28A0092B-C50C-407E-A947-70E740481C1C}">
                  <a14:useLocalDpi xmlns:a14="http://schemas.microsoft.com/office/drawing/2010/main" val="0"/>
                </a:ext>
              </a:extLst>
            </a:blip>
            <a:srcRect l="33704"/>
            <a:stretch/>
          </p:blipFill>
          <p:spPr>
            <a:xfrm>
              <a:off x="6283234" y="-793"/>
              <a:ext cx="6062154" cy="1028700"/>
            </a:xfrm>
            <a:prstGeom prst="rect">
              <a:avLst/>
            </a:prstGeom>
          </p:spPr>
        </p:pic>
      </p:grpSp>
    </p:spTree>
    <p:extLst>
      <p:ext uri="{BB962C8B-B14F-4D97-AF65-F5344CB8AC3E}">
        <p14:creationId xmlns:p14="http://schemas.microsoft.com/office/powerpoint/2010/main" val="40853039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8494776" y="6462612"/>
            <a:ext cx="612648" cy="184666"/>
          </a:xfrm>
          <a:prstGeom prst="rect">
            <a:avLst/>
          </a:prstGeom>
        </p:spPr>
        <p:txBody>
          <a:bodyPr/>
          <a:lstStyle/>
          <a:p>
            <a:fld id="{89F2C004-2715-FE49-B628-06E74F704CD7}" type="slidenum">
              <a:rPr lang="en-US" smtClean="0">
                <a:solidFill>
                  <a:prstClr val="white"/>
                </a:solidFill>
              </a:rPr>
              <a:pPr/>
              <a:t>‹#›</a:t>
            </a:fld>
            <a:endParaRPr lang="en-US" dirty="0">
              <a:solidFill>
                <a:prstClr val="white"/>
              </a:solidFill>
            </a:endParaRPr>
          </a:p>
        </p:txBody>
      </p:sp>
      <p:sp>
        <p:nvSpPr>
          <p:cNvPr id="3" name="Slide Number Placeholder 5"/>
          <p:cNvSpPr txBox="1">
            <a:spLocks/>
          </p:cNvSpPr>
          <p:nvPr userDrawn="1"/>
        </p:nvSpPr>
        <p:spPr>
          <a:xfrm>
            <a:off x="4373070" y="6519496"/>
            <a:ext cx="349891" cy="33850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A3C3F5D-9F0A-4D26-898B-10DC4C85EEE6}" type="slidenum">
              <a:rPr lang="en-US" sz="1350" smtClean="0">
                <a:solidFill>
                  <a:prstClr val="black"/>
                </a:solidFill>
              </a:rPr>
              <a:pPr/>
              <a:t>‹#›</a:t>
            </a:fld>
            <a:endParaRPr lang="en-US" sz="1350" dirty="0">
              <a:solidFill>
                <a:prstClr val="black"/>
              </a:solidFill>
            </a:endParaRPr>
          </a:p>
        </p:txBody>
      </p:sp>
      <p:grpSp>
        <p:nvGrpSpPr>
          <p:cNvPr id="4" name="Group 3"/>
          <p:cNvGrpSpPr/>
          <p:nvPr userDrawn="1"/>
        </p:nvGrpSpPr>
        <p:grpSpPr>
          <a:xfrm>
            <a:off x="3195" y="5935407"/>
            <a:ext cx="9144001" cy="923926"/>
            <a:chOff x="0" y="5934078"/>
            <a:chExt cx="12318274" cy="923926"/>
          </a:xfrm>
        </p:grpSpPr>
        <p:grpSp>
          <p:nvGrpSpPr>
            <p:cNvPr id="5" name="Group 4"/>
            <p:cNvGrpSpPr/>
            <p:nvPr userDrawn="1"/>
          </p:nvGrpSpPr>
          <p:grpSpPr>
            <a:xfrm>
              <a:off x="0" y="5934078"/>
              <a:ext cx="12318274" cy="923926"/>
              <a:chOff x="0" y="5934078"/>
              <a:chExt cx="12318274" cy="923926"/>
            </a:xfrm>
          </p:grpSpPr>
          <p:pic>
            <p:nvPicPr>
              <p:cNvPr id="7" name="LowerBa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74274" y="5934079"/>
                <a:ext cx="9144000" cy="923925"/>
              </a:xfrm>
              <a:prstGeom prst="rect">
                <a:avLst/>
              </a:prstGeom>
            </p:spPr>
          </p:pic>
          <p:pic>
            <p:nvPicPr>
              <p:cNvPr id="8" name="LowerBar"/>
              <p:cNvPicPr>
                <a:picLocks noChangeAspect="1"/>
              </p:cNvPicPr>
              <p:nvPr userDrawn="1"/>
            </p:nvPicPr>
            <p:blipFill rotWithShape="1">
              <a:blip r:embed="rId2">
                <a:extLst>
                  <a:ext uri="{28A0092B-C50C-407E-A947-70E740481C1C}">
                    <a14:useLocalDpi xmlns:a14="http://schemas.microsoft.com/office/drawing/2010/main" val="0"/>
                  </a:ext>
                </a:extLst>
              </a:blip>
              <a:srcRect r="65286"/>
              <a:stretch/>
            </p:blipFill>
            <p:spPr>
              <a:xfrm flipH="1">
                <a:off x="0" y="5934078"/>
                <a:ext cx="3174274" cy="923925"/>
              </a:xfrm>
              <a:prstGeom prst="rect">
                <a:avLst/>
              </a:prstGeom>
            </p:spPr>
          </p:pic>
        </p:gr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59593" y="6128800"/>
              <a:ext cx="555373" cy="555373"/>
            </a:xfrm>
            <a:prstGeom prst="rect">
              <a:avLst/>
            </a:prstGeom>
          </p:spPr>
        </p:pic>
      </p:grpSp>
      <p:sp>
        <p:nvSpPr>
          <p:cNvPr id="9" name="Classification Lower"/>
          <p:cNvSpPr txBox="1">
            <a:spLocks/>
          </p:cNvSpPr>
          <p:nvPr userDrawn="1"/>
        </p:nvSpPr>
        <p:spPr>
          <a:xfrm>
            <a:off x="0" y="6724796"/>
            <a:ext cx="8515350" cy="103875"/>
          </a:xfrm>
          <a:prstGeom prst="rect">
            <a:avLst/>
          </a:prstGeom>
        </p:spPr>
        <p:txBody>
          <a:bodyPr vert="horz" wrap="square" lIns="68580" tIns="0" rIns="0" bIns="0" rtlCol="0" anchor="t" anchorCtr="0">
            <a:spAutoFit/>
          </a:bodyPr>
          <a:lstStyle>
            <a:defPPr>
              <a:defRPr lang="en-US"/>
            </a:defPPr>
            <a:lvl1pPr marL="0" algn="ct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675" b="1" dirty="0">
                <a:solidFill>
                  <a:prstClr val="black"/>
                </a:solidFill>
              </a:rPr>
              <a:t>UNCLASSIFIED</a:t>
            </a:r>
          </a:p>
        </p:txBody>
      </p:sp>
    </p:spTree>
    <p:extLst>
      <p:ext uri="{BB962C8B-B14F-4D97-AF65-F5344CB8AC3E}">
        <p14:creationId xmlns:p14="http://schemas.microsoft.com/office/powerpoint/2010/main" val="30184073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3" name="Slide Number Placeholder 5"/>
          <p:cNvSpPr txBox="1">
            <a:spLocks/>
          </p:cNvSpPr>
          <p:nvPr userDrawn="1"/>
        </p:nvSpPr>
        <p:spPr>
          <a:xfrm>
            <a:off x="4373070" y="6519496"/>
            <a:ext cx="349891" cy="33850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A3C3F5D-9F0A-4D26-898B-10DC4C85EEE6}" type="slidenum">
              <a:rPr lang="en-US" sz="1350" smtClean="0">
                <a:solidFill>
                  <a:prstClr val="black"/>
                </a:solidFill>
              </a:rPr>
              <a:pPr/>
              <a:t>‹#›</a:t>
            </a:fld>
            <a:endParaRPr lang="en-US" sz="1350" dirty="0">
              <a:solidFill>
                <a:prstClr val="black"/>
              </a:solidFill>
            </a:endParaRPr>
          </a:p>
        </p:txBody>
      </p:sp>
      <p:grpSp>
        <p:nvGrpSpPr>
          <p:cNvPr id="4" name="Group 3"/>
          <p:cNvGrpSpPr/>
          <p:nvPr userDrawn="1"/>
        </p:nvGrpSpPr>
        <p:grpSpPr>
          <a:xfrm>
            <a:off x="3195" y="5935407"/>
            <a:ext cx="9144001" cy="923926"/>
            <a:chOff x="0" y="5934078"/>
            <a:chExt cx="12318274" cy="923926"/>
          </a:xfrm>
        </p:grpSpPr>
        <p:grpSp>
          <p:nvGrpSpPr>
            <p:cNvPr id="5" name="Group 4"/>
            <p:cNvGrpSpPr/>
            <p:nvPr userDrawn="1"/>
          </p:nvGrpSpPr>
          <p:grpSpPr>
            <a:xfrm>
              <a:off x="0" y="5934078"/>
              <a:ext cx="12318274" cy="923926"/>
              <a:chOff x="0" y="5934078"/>
              <a:chExt cx="12318274" cy="923926"/>
            </a:xfrm>
          </p:grpSpPr>
          <p:pic>
            <p:nvPicPr>
              <p:cNvPr id="7" name="LowerBa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74274" y="5934079"/>
                <a:ext cx="9144000" cy="923925"/>
              </a:xfrm>
              <a:prstGeom prst="rect">
                <a:avLst/>
              </a:prstGeom>
            </p:spPr>
          </p:pic>
          <p:pic>
            <p:nvPicPr>
              <p:cNvPr id="8" name="LowerBar"/>
              <p:cNvPicPr>
                <a:picLocks noChangeAspect="1"/>
              </p:cNvPicPr>
              <p:nvPr userDrawn="1"/>
            </p:nvPicPr>
            <p:blipFill rotWithShape="1">
              <a:blip r:embed="rId2">
                <a:extLst>
                  <a:ext uri="{28A0092B-C50C-407E-A947-70E740481C1C}">
                    <a14:useLocalDpi xmlns:a14="http://schemas.microsoft.com/office/drawing/2010/main" val="0"/>
                  </a:ext>
                </a:extLst>
              </a:blip>
              <a:srcRect r="65286"/>
              <a:stretch/>
            </p:blipFill>
            <p:spPr>
              <a:xfrm flipH="1">
                <a:off x="0" y="5934078"/>
                <a:ext cx="3174274" cy="923925"/>
              </a:xfrm>
              <a:prstGeom prst="rect">
                <a:avLst/>
              </a:prstGeom>
            </p:spPr>
          </p:pic>
        </p:gr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59593" y="6128800"/>
              <a:ext cx="555373" cy="555373"/>
            </a:xfrm>
            <a:prstGeom prst="rect">
              <a:avLst/>
            </a:prstGeom>
          </p:spPr>
        </p:pic>
      </p:grpSp>
      <p:sp>
        <p:nvSpPr>
          <p:cNvPr id="9" name="Classification Lower"/>
          <p:cNvSpPr txBox="1">
            <a:spLocks/>
          </p:cNvSpPr>
          <p:nvPr userDrawn="1"/>
        </p:nvSpPr>
        <p:spPr>
          <a:xfrm>
            <a:off x="0" y="6724796"/>
            <a:ext cx="8515350" cy="103875"/>
          </a:xfrm>
          <a:prstGeom prst="rect">
            <a:avLst/>
          </a:prstGeom>
        </p:spPr>
        <p:txBody>
          <a:bodyPr vert="horz" wrap="square" lIns="68580" tIns="0" rIns="0" bIns="0" rtlCol="0" anchor="t" anchorCtr="0">
            <a:spAutoFit/>
          </a:bodyPr>
          <a:lstStyle>
            <a:defPPr>
              <a:defRPr lang="en-US"/>
            </a:defPPr>
            <a:lvl1pPr marL="0" algn="ct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675" b="1" dirty="0">
                <a:solidFill>
                  <a:prstClr val="black"/>
                </a:solidFill>
              </a:rPr>
              <a:t>UNCLASSIFIED</a:t>
            </a:r>
          </a:p>
        </p:txBody>
      </p:sp>
    </p:spTree>
    <p:extLst>
      <p:ext uri="{BB962C8B-B14F-4D97-AF65-F5344CB8AC3E}">
        <p14:creationId xmlns:p14="http://schemas.microsoft.com/office/powerpoint/2010/main" val="24289146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8494776" y="6462611"/>
            <a:ext cx="612648" cy="365125"/>
          </a:xfrm>
          <a:prstGeom prst="rect">
            <a:avLst/>
          </a:prstGeom>
        </p:spPr>
        <p:txBody>
          <a:bodyPr/>
          <a:lstStyle/>
          <a:p>
            <a:fld id="{89F2C004-2715-FE49-B628-06E74F704CD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20710918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1_Title Slide">
    <p:bg>
      <p:bgPr>
        <a:gradFill>
          <a:gsLst>
            <a:gs pos="0">
              <a:srgbClr val="7F7F73">
                <a:lumMod val="5000"/>
                <a:lumOff val="95000"/>
              </a:srgbClr>
            </a:gs>
            <a:gs pos="74000">
              <a:srgbClr val="7F7F73"/>
            </a:gs>
            <a:gs pos="83000">
              <a:srgbClr val="7F7F73"/>
            </a:gs>
            <a:gs pos="100000">
              <a:srgbClr val="7F7F73">
                <a:lumMod val="50000"/>
                <a:lumOff val="50000"/>
              </a:srgbClr>
            </a:gs>
          </a:gsLst>
          <a:lin ang="3600000" scaled="0"/>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9144000" cy="4995949"/>
          </a:xfrm>
          <a:prstGeom prst="rect">
            <a:avLst/>
          </a:prstGeom>
        </p:spPr>
      </p:pic>
      <p:pic>
        <p:nvPicPr>
          <p:cNvPr id="6" name="LowerBa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695700"/>
            <a:ext cx="9144000" cy="3162300"/>
          </a:xfrm>
          <a:prstGeom prst="rect">
            <a:avLst/>
          </a:prstGeom>
        </p:spPr>
      </p:pic>
      <p:sp>
        <p:nvSpPr>
          <p:cNvPr id="3" name="Subtitle 2"/>
          <p:cNvSpPr>
            <a:spLocks noGrp="1"/>
          </p:cNvSpPr>
          <p:nvPr>
            <p:ph type="subTitle" idx="1"/>
          </p:nvPr>
        </p:nvSpPr>
        <p:spPr>
          <a:xfrm>
            <a:off x="511744" y="5863173"/>
            <a:ext cx="7155611" cy="332399"/>
          </a:xfrm>
          <a:prstGeom prst="rect">
            <a:avLst/>
          </a:prstGeom>
        </p:spPr>
        <p:txBody>
          <a:bodyPr wrap="square" lIns="0" tIns="0" rIns="0" bIns="0">
            <a:spAutoFit/>
          </a:bodyPr>
          <a:lstStyle>
            <a:lvl1pPr marL="0" indent="0" algn="l" defTabSz="914400" rtl="0" eaLnBrk="1" latinLnBrk="0" hangingPunct="1">
              <a:lnSpc>
                <a:spcPct val="90000"/>
              </a:lnSpc>
              <a:spcBef>
                <a:spcPct val="0"/>
              </a:spcBef>
              <a:buNone/>
              <a:defRPr lang="en-US" sz="2400" b="1" kern="1200" dirty="0">
                <a:solidFill>
                  <a:schemeClr val="tx1"/>
                </a:solidFill>
                <a:latin typeface="Arial" panose="020B0604020202020204" pitchFamily="34" charset="0"/>
                <a:ea typeface="+mj-ea"/>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 name="Title 1"/>
          <p:cNvSpPr>
            <a:spLocks noGrp="1"/>
          </p:cNvSpPr>
          <p:nvPr>
            <p:ph type="ctrTitle"/>
          </p:nvPr>
        </p:nvSpPr>
        <p:spPr>
          <a:xfrm>
            <a:off x="511744" y="5366881"/>
            <a:ext cx="7155611" cy="484748"/>
          </a:xfrm>
          <a:prstGeom prst="rect">
            <a:avLst/>
          </a:prstGeom>
        </p:spPr>
        <p:txBody>
          <a:bodyPr wrap="square" lIns="0" tIns="0" rIns="0" bIns="0" anchor="t" anchorCtr="0">
            <a:spAutoFit/>
          </a:bodyPr>
          <a:lstStyle>
            <a:lvl1pPr marL="0" algn="l" defTabSz="914400" rtl="0" eaLnBrk="1" latinLnBrk="0" hangingPunct="1">
              <a:lnSpc>
                <a:spcPct val="90000"/>
              </a:lnSpc>
              <a:spcBef>
                <a:spcPct val="0"/>
              </a:spcBef>
              <a:buNone/>
              <a:defRPr lang="en-US" sz="3500" b="1" kern="1200" dirty="0">
                <a:solidFill>
                  <a:schemeClr val="bg1"/>
                </a:solidFill>
                <a:effectLst>
                  <a:outerShdw blurRad="76200" dist="38100" dir="3600000" algn="t" rotWithShape="0">
                    <a:schemeClr val="tx1">
                      <a:alpha val="70000"/>
                    </a:schemeClr>
                  </a:outerShdw>
                </a:effectLst>
                <a:latin typeface="Arial" panose="020B0604020202020204" pitchFamily="34" charset="0"/>
                <a:ea typeface="+mj-ea"/>
                <a:cs typeface="Arial" panose="020B0604020202020204" pitchFamily="34" charset="0"/>
              </a:defRPr>
            </a:lvl1pPr>
          </a:lstStyle>
          <a:p>
            <a:pPr marL="0" lvl="0" algn="l" defTabSz="914400" rtl="0" eaLnBrk="1" latinLnBrk="0" hangingPunct="1">
              <a:lnSpc>
                <a:spcPct val="90000"/>
              </a:lnSpc>
              <a:spcBef>
                <a:spcPct val="0"/>
              </a:spcBef>
              <a:buNone/>
            </a:pPr>
            <a:r>
              <a:rPr lang="en-US" dirty="0"/>
              <a:t>Click to edit Master title style</a:t>
            </a:r>
          </a:p>
        </p:txBody>
      </p:sp>
      <p:pic>
        <p:nvPicPr>
          <p:cNvPr id="7" name="ArmyLogo"/>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11744" y="0"/>
            <a:ext cx="1495425" cy="1857375"/>
          </a:xfrm>
          <a:prstGeom prst="rect">
            <a:avLst/>
          </a:prstGeom>
        </p:spPr>
      </p:pic>
      <p:sp>
        <p:nvSpPr>
          <p:cNvPr id="11" name="Classification Lower"/>
          <p:cNvSpPr txBox="1">
            <a:spLocks/>
          </p:cNvSpPr>
          <p:nvPr userDrawn="1"/>
        </p:nvSpPr>
        <p:spPr>
          <a:xfrm>
            <a:off x="0" y="6724790"/>
            <a:ext cx="8515350" cy="138499"/>
          </a:xfrm>
          <a:prstGeom prst="rect">
            <a:avLst/>
          </a:prstGeom>
        </p:spPr>
        <p:txBody>
          <a:bodyPr vert="horz" wrap="square" lIns="91440" tIns="0" rIns="0" bIns="0" rtlCol="0" anchor="t" anchorCtr="0">
            <a:spAutoFit/>
          </a:bodyPr>
          <a:lstStyle>
            <a:defPPr>
              <a:defRPr lang="en-US"/>
            </a:defPPr>
            <a:lvl1pPr marL="0" algn="ct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900" b="1" dirty="0"/>
              <a:t>UNCLASSIFIED</a:t>
            </a:r>
          </a:p>
        </p:txBody>
      </p:sp>
      <p:sp>
        <p:nvSpPr>
          <p:cNvPr id="12" name="Classification Top"/>
          <p:cNvSpPr txBox="1">
            <a:spLocks/>
          </p:cNvSpPr>
          <p:nvPr userDrawn="1"/>
        </p:nvSpPr>
        <p:spPr>
          <a:xfrm>
            <a:off x="781050" y="0"/>
            <a:ext cx="7886700" cy="138499"/>
          </a:xfrm>
          <a:prstGeom prst="rect">
            <a:avLst/>
          </a:prstGeom>
        </p:spPr>
        <p:txBody>
          <a:bodyPr vert="horz" lIns="0" tIns="0" rIns="0" bIns="0" rtlCol="0" anchor="t" anchorCtr="0">
            <a:spAutoFit/>
          </a:bodyPr>
          <a:lstStyle>
            <a:defPPr>
              <a:defRPr lang="en-US"/>
            </a:defPPr>
            <a:lvl1pPr marL="0" algn="ct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1" dirty="0">
                <a:solidFill>
                  <a:schemeClr val="tx1"/>
                </a:solidFill>
              </a:rPr>
              <a:t>UNCLASSIFIED</a:t>
            </a:r>
          </a:p>
        </p:txBody>
      </p:sp>
      <p:pic>
        <p:nvPicPr>
          <p:cNvPr id="13" name="Picture 1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762305" y="4040554"/>
            <a:ext cx="856140" cy="856140"/>
          </a:xfrm>
          <a:prstGeom prst="rect">
            <a:avLst/>
          </a:prstGeom>
        </p:spPr>
      </p:pic>
    </p:spTree>
    <p:extLst>
      <p:ext uri="{BB962C8B-B14F-4D97-AF65-F5344CB8AC3E}">
        <p14:creationId xmlns:p14="http://schemas.microsoft.com/office/powerpoint/2010/main" val="3076442282"/>
      </p:ext>
    </p:extLst>
  </p:cSld>
  <p:clrMapOvr>
    <a:masterClrMapping/>
  </p:clrMapOvr>
  <p:transition spd="slow">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3459192" y="6646189"/>
            <a:ext cx="2225616" cy="184666"/>
          </a:xfrm>
          <a:prstGeom prst="rect">
            <a:avLst/>
          </a:prstGeom>
        </p:spPr>
        <p:txBody>
          <a:bodyPr/>
          <a:lstStyle/>
          <a:p>
            <a:fld id="{1A3C3F5D-9F0A-4D26-898B-10DC4C85EEE6}" type="slidenum">
              <a:rPr lang="en-US" smtClean="0"/>
              <a:t>‹#›</a:t>
            </a:fld>
            <a:endParaRPr lang="en-US" dirty="0"/>
          </a:p>
        </p:txBody>
      </p:sp>
    </p:spTree>
    <p:extLst>
      <p:ext uri="{BB962C8B-B14F-4D97-AF65-F5344CB8AC3E}">
        <p14:creationId xmlns:p14="http://schemas.microsoft.com/office/powerpoint/2010/main" val="2939253679"/>
      </p:ext>
    </p:extLst>
  </p:cSld>
  <p:clrMapOvr>
    <a:masterClrMapping/>
  </p:clrMapOvr>
  <p:transition spd="slow">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ubtitle, Content and Bumper">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a:xfrm>
            <a:off x="17252" y="6193640"/>
            <a:ext cx="7352812" cy="369332"/>
          </a:xfrm>
        </p:spPr>
        <p:txBody>
          <a:bodyPr vert="horz" wrap="square" lIns="182880" tIns="45720" rIns="91440" bIns="45720" rtlCol="0" anchor="t" anchorCtr="0">
            <a:spAutoFit/>
          </a:bodyPr>
          <a:lstStyle>
            <a:lvl1pPr marL="0" indent="0">
              <a:buFont typeface="Arial" panose="020B0604020202020204" pitchFamily="34" charset="0"/>
              <a:buNone/>
              <a:defRPr lang="en-US" sz="2000" b="1" i="1" smtClean="0">
                <a:solidFill>
                  <a:schemeClr val="tx1"/>
                </a:solidFill>
                <a:ea typeface="+mj-ea"/>
              </a:defRPr>
            </a:lvl1pPr>
            <a:lvl2pPr>
              <a:defRPr lang="en-US" smtClean="0"/>
            </a:lvl2pPr>
            <a:lvl3pPr>
              <a:defRPr lang="en-US" smtClean="0"/>
            </a:lvl3pPr>
            <a:lvl4pPr>
              <a:defRPr lang="en-US" smtClean="0"/>
            </a:lvl4pPr>
            <a:lvl5pPr>
              <a:defRPr lang="en-US"/>
            </a:lvl5pPr>
          </a:lstStyle>
          <a:p>
            <a:pPr marL="0" lvl="0">
              <a:spcBef>
                <a:spcPct val="0"/>
              </a:spcBef>
            </a:pPr>
            <a:r>
              <a:rPr lang="en-US"/>
              <a:t>Click to add bumper</a:t>
            </a:r>
          </a:p>
        </p:txBody>
      </p:sp>
      <p:sp>
        <p:nvSpPr>
          <p:cNvPr id="32" name="Title Placeholder 1"/>
          <p:cNvSpPr>
            <a:spLocks noGrp="1"/>
          </p:cNvSpPr>
          <p:nvPr>
            <p:ph type="title" hasCustomPrompt="1"/>
          </p:nvPr>
        </p:nvSpPr>
        <p:spPr bwMode="gray">
          <a:xfrm>
            <a:off x="836761" y="99565"/>
            <a:ext cx="7955280" cy="480131"/>
          </a:xfrm>
          <a:prstGeom prst="rect">
            <a:avLst/>
          </a:prstGeom>
        </p:spPr>
        <p:txBody>
          <a:bodyPr vert="horz" lIns="182880" tIns="45720" rIns="91440" bIns="45720" rtlCol="0" anchor="t" anchorCtr="0">
            <a:spAutoFit/>
          </a:bodyPr>
          <a:lstStyle>
            <a:lvl1pPr marL="0">
              <a:defRPr>
                <a:solidFill>
                  <a:schemeClr val="tx1"/>
                </a:solidFill>
              </a:defRPr>
            </a:lvl1pPr>
          </a:lstStyle>
          <a:p>
            <a:pPr marL="0" lvl="0"/>
            <a:r>
              <a:rPr lang="en-US"/>
              <a:t>Slide Title — Arial 28 Bold</a:t>
            </a:r>
          </a:p>
        </p:txBody>
      </p:sp>
      <p:sp>
        <p:nvSpPr>
          <p:cNvPr id="37" name="Text Placeholder 36"/>
          <p:cNvSpPr>
            <a:spLocks noGrp="1"/>
          </p:cNvSpPr>
          <p:nvPr>
            <p:ph type="body" sz="quarter" idx="14"/>
          </p:nvPr>
        </p:nvSpPr>
        <p:spPr>
          <a:xfrm>
            <a:off x="836761" y="683879"/>
            <a:ext cx="7955280" cy="914400"/>
          </a:xfrm>
        </p:spPr>
        <p:txBody>
          <a:bodyPr/>
          <a:lstStyle>
            <a:lvl1pPr marL="228600" indent="-228600">
              <a:buFont typeface="Wingdings" panose="05000000000000000000" pitchFamily="2" charset="2"/>
              <a:buChar char="ü"/>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p:cNvSpPr>
            <a:spLocks noGrp="1"/>
          </p:cNvSpPr>
          <p:nvPr>
            <p:ph type="sldNum" sz="quarter" idx="4"/>
          </p:nvPr>
        </p:nvSpPr>
        <p:spPr>
          <a:xfrm>
            <a:off x="4076700" y="6737503"/>
            <a:ext cx="990600" cy="107722"/>
          </a:xfrm>
          <a:prstGeom prst="rect">
            <a:avLst/>
          </a:prstGeom>
        </p:spPr>
        <p:txBody>
          <a:bodyPr vert="horz" wrap="square" lIns="0" tIns="0" rIns="0" bIns="0" rtlCol="0" anchor="ctr">
            <a:spAutoFit/>
          </a:bodyPr>
          <a:lstStyle>
            <a:lvl1pPr>
              <a:defRPr kumimoji="0" lang="en-US" sz="700" b="1" i="0" u="none" strike="noStrike" kern="600" cap="none" spc="0" normalizeH="0" baseline="0" smtClean="0">
                <a:ln>
                  <a:noFill/>
                </a:ln>
                <a:solidFill>
                  <a:prstClr val="black"/>
                </a:solidFill>
                <a:effectLst/>
                <a:uLnTx/>
                <a:uFillTx/>
                <a:latin typeface="Arial" panose="020B0604020202020204" pitchFamily="34" charset="0"/>
                <a:cs typeface="Arial" panose="020B0604020202020204" pitchFamily="34" charset="0"/>
              </a:defRPr>
            </a:lvl1pPr>
          </a:lstStyle>
          <a:p>
            <a:pPr algn="ctr"/>
            <a:fld id="{C097D8A2-1060-445D-9A44-8315A403614E}" type="slidenum">
              <a:rPr lang="en-US" smtClean="0"/>
              <a:pPr algn="ctr"/>
              <a:t>‹#›</a:t>
            </a:fld>
            <a:endParaRPr lang="en-US"/>
          </a:p>
        </p:txBody>
      </p:sp>
      <p:sp>
        <p:nvSpPr>
          <p:cNvPr id="8" name="Text Placeholder 2"/>
          <p:cNvSpPr>
            <a:spLocks noGrp="1"/>
          </p:cNvSpPr>
          <p:nvPr>
            <p:ph type="body" sz="quarter" idx="18" hasCustomPrompt="1"/>
          </p:nvPr>
        </p:nvSpPr>
        <p:spPr>
          <a:xfrm>
            <a:off x="5118100" y="6742889"/>
            <a:ext cx="2537995" cy="96950"/>
          </a:xfrm>
        </p:spPr>
        <p:txBody>
          <a:bodyPr wrap="square" lIns="0" tIns="0" rIns="18288" bIns="0" anchor="ctr" anchorCtr="0">
            <a:spAutoFit/>
          </a:bodyPr>
          <a:lstStyle>
            <a:lvl1pPr marL="0" indent="0" algn="r">
              <a:buFontTx/>
              <a:buNone/>
              <a:defRPr sz="700" b="0"/>
            </a:lvl1pPr>
            <a:lvl2pPr marL="457200" indent="0" algn="r">
              <a:buFontTx/>
              <a:buNone/>
              <a:defRPr sz="700" b="0"/>
            </a:lvl2pPr>
            <a:lvl3pPr marL="914400" indent="0" algn="r">
              <a:buFontTx/>
              <a:buNone/>
              <a:defRPr sz="700" b="0"/>
            </a:lvl3pPr>
            <a:lvl4pPr marL="1371600" indent="0" algn="r">
              <a:buFontTx/>
              <a:buNone/>
              <a:defRPr sz="700" b="0"/>
            </a:lvl4pPr>
            <a:lvl5pPr marL="1828800" indent="0" algn="r">
              <a:buFontTx/>
              <a:buNone/>
              <a:defRPr sz="700" b="0"/>
            </a:lvl5pPr>
          </a:lstStyle>
          <a:p>
            <a:pPr lvl="0"/>
            <a:r>
              <a:rPr lang="en-US"/>
              <a:t>POC Name/Phone Number – if necessary— Arial 7</a:t>
            </a:r>
          </a:p>
        </p:txBody>
      </p:sp>
    </p:spTree>
    <p:extLst>
      <p:ext uri="{BB962C8B-B14F-4D97-AF65-F5344CB8AC3E}">
        <p14:creationId xmlns:p14="http://schemas.microsoft.com/office/powerpoint/2010/main" val="3262490890"/>
      </p:ext>
    </p:extLst>
  </p:cSld>
  <p:clrMapOvr>
    <a:masterClrMapping/>
  </p:clrMapOvr>
  <p:transition spd="slow">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sp>
        <p:nvSpPr>
          <p:cNvPr id="5" name="Title Placeholder 1"/>
          <p:cNvSpPr>
            <a:spLocks noGrp="1"/>
          </p:cNvSpPr>
          <p:nvPr>
            <p:ph type="title" hasCustomPrompt="1"/>
          </p:nvPr>
        </p:nvSpPr>
        <p:spPr bwMode="gray">
          <a:xfrm>
            <a:off x="597610" y="2673952"/>
            <a:ext cx="7955280" cy="1588127"/>
          </a:xfrm>
          <a:prstGeom prst="rect">
            <a:avLst/>
          </a:prstGeom>
        </p:spPr>
        <p:txBody>
          <a:bodyPr vert="horz" lIns="182880" tIns="45720" rIns="91440" bIns="45720" rtlCol="0" anchor="t" anchorCtr="0">
            <a:spAutoFit/>
          </a:bodyPr>
          <a:lstStyle>
            <a:lvl1pPr marL="0" algn="ctr">
              <a:defRPr sz="5400">
                <a:solidFill>
                  <a:schemeClr val="tx1"/>
                </a:solidFill>
              </a:defRPr>
            </a:lvl1pPr>
          </a:lstStyle>
          <a:p>
            <a:pPr marL="0" lvl="0"/>
            <a:r>
              <a:rPr lang="en-US"/>
              <a:t>Slide Title — Arial 54 Bold</a:t>
            </a:r>
          </a:p>
        </p:txBody>
      </p:sp>
    </p:spTree>
    <p:extLst>
      <p:ext uri="{BB962C8B-B14F-4D97-AF65-F5344CB8AC3E}">
        <p14:creationId xmlns:p14="http://schemas.microsoft.com/office/powerpoint/2010/main" val="3620867778"/>
      </p:ext>
    </p:extLst>
  </p:cSld>
  <p:clrMapOvr>
    <a:masterClrMapping/>
  </p:clrMapOvr>
  <p:transition spd="slow">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_Title, Subtitle, Content and Bumper">
    <p:spTree>
      <p:nvGrpSpPr>
        <p:cNvPr id="1" name=""/>
        <p:cNvGrpSpPr/>
        <p:nvPr/>
      </p:nvGrpSpPr>
      <p:grpSpPr>
        <a:xfrm>
          <a:off x="0" y="0"/>
          <a:ext cx="0" cy="0"/>
          <a:chOff x="0" y="0"/>
          <a:chExt cx="0" cy="0"/>
        </a:xfrm>
      </p:grpSpPr>
      <p:sp>
        <p:nvSpPr>
          <p:cNvPr id="32" name="Title Placeholder 1"/>
          <p:cNvSpPr>
            <a:spLocks noGrp="1"/>
          </p:cNvSpPr>
          <p:nvPr>
            <p:ph type="title" hasCustomPrompt="1"/>
          </p:nvPr>
        </p:nvSpPr>
        <p:spPr bwMode="gray">
          <a:xfrm>
            <a:off x="836761" y="99566"/>
            <a:ext cx="7955280" cy="480131"/>
          </a:xfrm>
          <a:prstGeom prst="rect">
            <a:avLst/>
          </a:prstGeom>
        </p:spPr>
        <p:txBody>
          <a:bodyPr vert="horz" lIns="182880" tIns="45720" rIns="91440" bIns="45720" rtlCol="0" anchor="t" anchorCtr="0">
            <a:spAutoFit/>
          </a:bodyPr>
          <a:lstStyle>
            <a:lvl1pPr marL="0">
              <a:defRPr sz="2800">
                <a:solidFill>
                  <a:schemeClr val="tx1"/>
                </a:solidFill>
              </a:defRPr>
            </a:lvl1pPr>
          </a:lstStyle>
          <a:p>
            <a:pPr marL="0" lvl="0"/>
            <a:r>
              <a:rPr lang="en-US"/>
              <a:t>Slide Title — Arial 28 Bold</a:t>
            </a:r>
          </a:p>
        </p:txBody>
      </p:sp>
    </p:spTree>
    <p:extLst>
      <p:ext uri="{BB962C8B-B14F-4D97-AF65-F5344CB8AC3E}">
        <p14:creationId xmlns:p14="http://schemas.microsoft.com/office/powerpoint/2010/main" val="2329616015"/>
      </p:ext>
    </p:extLst>
  </p:cSld>
  <p:clrMapOvr>
    <a:masterClrMapping/>
  </p:clrMapOvr>
  <p:transition spd="slow">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408310" y="5408629"/>
            <a:ext cx="2545301" cy="1447925"/>
          </a:xfrm>
          <a:prstGeom prst="rect">
            <a:avLst/>
          </a:prstGeom>
        </p:spPr>
      </p:pic>
      <p:sp>
        <p:nvSpPr>
          <p:cNvPr id="10" name="Subtitle 2"/>
          <p:cNvSpPr>
            <a:spLocks noGrp="1"/>
          </p:cNvSpPr>
          <p:nvPr>
            <p:ph type="subTitle" idx="1"/>
          </p:nvPr>
        </p:nvSpPr>
        <p:spPr>
          <a:xfrm>
            <a:off x="229805" y="3654028"/>
            <a:ext cx="7155611" cy="249299"/>
          </a:xfrm>
        </p:spPr>
        <p:txBody>
          <a:bodyPr lIns="0" tIns="0" rIns="0" bIns="0">
            <a:spAutoFit/>
          </a:bodyPr>
          <a:lstStyle>
            <a:lvl1pPr marL="0" indent="0" algn="l" defTabSz="685800" rtl="0" eaLnBrk="1" latinLnBrk="0" hangingPunct="1">
              <a:lnSpc>
                <a:spcPct val="90000"/>
              </a:lnSpc>
              <a:spcBef>
                <a:spcPct val="0"/>
              </a:spcBef>
              <a:buNone/>
              <a:defRPr lang="en-US" sz="1800" b="1" kern="1200" dirty="0">
                <a:solidFill>
                  <a:schemeClr val="bg1"/>
                </a:solidFill>
                <a:latin typeface="Arial" panose="020B0604020202020204" pitchFamily="34" charset="0"/>
                <a:ea typeface="+mj-ea"/>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13" name="Title 1"/>
          <p:cNvSpPr>
            <a:spLocks noGrp="1"/>
          </p:cNvSpPr>
          <p:nvPr>
            <p:ph type="ctrTitle"/>
          </p:nvPr>
        </p:nvSpPr>
        <p:spPr bwMode="ltGray">
          <a:xfrm>
            <a:off x="229805" y="3278921"/>
            <a:ext cx="7155611" cy="363561"/>
          </a:xfrm>
        </p:spPr>
        <p:txBody>
          <a:bodyPr lIns="0" tIns="0" rIns="0" bIns="0" anchor="b"/>
          <a:lstStyle>
            <a:lvl1pPr marL="0" algn="l" defTabSz="685800" rtl="0" eaLnBrk="1" latinLnBrk="0" hangingPunct="1">
              <a:lnSpc>
                <a:spcPct val="90000"/>
              </a:lnSpc>
              <a:spcBef>
                <a:spcPct val="0"/>
              </a:spcBef>
              <a:buNone/>
              <a:defRPr lang="en-US" sz="2625" b="1" kern="1200" dirty="0">
                <a:solidFill>
                  <a:schemeClr val="bg1"/>
                </a:solidFill>
                <a:effectLst>
                  <a:outerShdw blurRad="63500" dist="50800" dir="3600000" algn="t" rotWithShape="0">
                    <a:prstClr val="black">
                      <a:alpha val="90000"/>
                    </a:prstClr>
                  </a:outerShdw>
                </a:effectLst>
                <a:latin typeface="Arial" panose="020B0604020202020204" pitchFamily="34" charset="0"/>
                <a:ea typeface="+mj-ea"/>
                <a:cs typeface="Arial" panose="020B0604020202020204" pitchFamily="34" charset="0"/>
              </a:defRPr>
            </a:lvl1pPr>
          </a:lstStyle>
          <a:p>
            <a:pPr lvl="0"/>
            <a:r>
              <a:rPr lang="en-US"/>
              <a:t>Click to edit Master title style</a:t>
            </a:r>
          </a:p>
        </p:txBody>
      </p:sp>
      <p:sp>
        <p:nvSpPr>
          <p:cNvPr id="14" name="TextBox 13"/>
          <p:cNvSpPr txBox="1"/>
          <p:nvPr userDrawn="1"/>
        </p:nvSpPr>
        <p:spPr bwMode="black">
          <a:xfrm>
            <a:off x="0" y="6700840"/>
            <a:ext cx="1828800" cy="160337"/>
          </a:xfrm>
          <a:prstGeom prst="rect">
            <a:avLst/>
          </a:prstGeom>
          <a:noFill/>
        </p:spPr>
        <p:txBody>
          <a:bodyPr wrap="none" lIns="34290" tIns="13716" rIns="0" bIns="13716"/>
          <a:lstStyle/>
          <a:p>
            <a:pPr eaLnBrk="1" fontAlgn="auto" hangingPunct="1">
              <a:spcBef>
                <a:spcPts val="0"/>
              </a:spcBef>
              <a:spcAft>
                <a:spcPts val="0"/>
              </a:spcAft>
              <a:defRPr/>
            </a:pPr>
            <a:r>
              <a:rPr lang="en-US" sz="525" b="1" kern="600">
                <a:solidFill>
                  <a:schemeClr val="bg1"/>
                </a:solidFill>
                <a:latin typeface="Arial" panose="020B0604020202020204" pitchFamily="34" charset="0"/>
                <a:cs typeface="Arial" panose="020B0604020202020204" pitchFamily="34" charset="0"/>
              </a:rPr>
              <a:t>CUI</a:t>
            </a:r>
          </a:p>
        </p:txBody>
      </p:sp>
      <p:sp>
        <p:nvSpPr>
          <p:cNvPr id="15" name="TextBox 14"/>
          <p:cNvSpPr txBox="1"/>
          <p:nvPr userDrawn="1"/>
        </p:nvSpPr>
        <p:spPr bwMode="white">
          <a:xfrm>
            <a:off x="3657600" y="0"/>
            <a:ext cx="1828800" cy="160338"/>
          </a:xfrm>
          <a:prstGeom prst="rect">
            <a:avLst/>
          </a:prstGeom>
          <a:noFill/>
        </p:spPr>
        <p:txBody>
          <a:bodyPr wrap="none" lIns="0" tIns="6858" rIns="0" bIns="13716"/>
          <a:lstStyle/>
          <a:p>
            <a:pPr algn="ctr" eaLnBrk="1" fontAlgn="auto" hangingPunct="1">
              <a:spcBef>
                <a:spcPts val="0"/>
              </a:spcBef>
              <a:spcAft>
                <a:spcPts val="0"/>
              </a:spcAft>
              <a:defRPr/>
            </a:pPr>
            <a:r>
              <a:rPr lang="en-US" sz="525" b="1" kern="600">
                <a:solidFill>
                  <a:schemeClr val="bg1"/>
                </a:solidFill>
                <a:latin typeface="Arial" panose="020B0604020202020204" pitchFamily="34" charset="0"/>
                <a:cs typeface="Arial" panose="020B0604020202020204" pitchFamily="34" charset="0"/>
              </a:rPr>
              <a:t>CUI</a:t>
            </a:r>
            <a:endParaRPr lang="en-US" sz="600" b="1" kern="600">
              <a:solidFill>
                <a:schemeClr val="bg1"/>
              </a:solidFill>
              <a:latin typeface="Arial" panose="020B0604020202020204" pitchFamily="34" charset="0"/>
              <a:cs typeface="Arial" panose="020B0604020202020204" pitchFamily="34" charset="0"/>
            </a:endParaRPr>
          </a:p>
        </p:txBody>
      </p:sp>
      <p:grpSp>
        <p:nvGrpSpPr>
          <p:cNvPr id="17" name="Group 16"/>
          <p:cNvGrpSpPr>
            <a:grpSpLocks noChangeAspect="1"/>
          </p:cNvGrpSpPr>
          <p:nvPr userDrawn="1"/>
        </p:nvGrpSpPr>
        <p:grpSpPr>
          <a:xfrm>
            <a:off x="510983" y="-1"/>
            <a:ext cx="1570733" cy="1868351"/>
            <a:chOff x="125730" y="0"/>
            <a:chExt cx="526946" cy="626790"/>
          </a:xfrm>
        </p:grpSpPr>
        <p:sp>
          <p:nvSpPr>
            <p:cNvPr id="18" name="Round Same Side Corner Rectangle 17"/>
            <p:cNvSpPr/>
            <p:nvPr userDrawn="1"/>
          </p:nvSpPr>
          <p:spPr>
            <a:xfrm>
              <a:off x="125730" y="0"/>
              <a:ext cx="526946" cy="626790"/>
            </a:xfrm>
            <a:prstGeom prst="round2SameRect">
              <a:avLst>
                <a:gd name="adj1" fmla="val 0"/>
                <a:gd name="adj2" fmla="val 7443"/>
              </a:avLst>
            </a:prstGeom>
            <a:gradFill>
              <a:gsLst>
                <a:gs pos="0">
                  <a:schemeClr val="tx1">
                    <a:lumMod val="50000"/>
                    <a:lumOff val="50000"/>
                  </a:schemeClr>
                </a:gs>
                <a:gs pos="68000">
                  <a:schemeClr val="tx1">
                    <a:lumMod val="95000"/>
                    <a:lumOff val="5000"/>
                  </a:schemeClr>
                </a:gs>
                <a:gs pos="34000">
                  <a:schemeClr val="tx1">
                    <a:lumMod val="85000"/>
                    <a:lumOff val="15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9" name="U.S. ARMY for dark bkgrnds"/>
            <p:cNvGrpSpPr>
              <a:grpSpLocks noChangeAspect="1"/>
            </p:cNvGrpSpPr>
            <p:nvPr userDrawn="1"/>
          </p:nvGrpSpPr>
          <p:grpSpPr bwMode="auto">
            <a:xfrm>
              <a:off x="208305" y="59287"/>
              <a:ext cx="361795" cy="457200"/>
              <a:chOff x="2205" y="1186"/>
              <a:chExt cx="1425" cy="1802"/>
            </a:xfrm>
          </p:grpSpPr>
          <p:sp>
            <p:nvSpPr>
              <p:cNvPr id="20" name="Freeform 19"/>
              <p:cNvSpPr>
                <a:spLocks noEditPoints="1"/>
              </p:cNvSpPr>
              <p:nvPr/>
            </p:nvSpPr>
            <p:spPr bwMode="invGray">
              <a:xfrm>
                <a:off x="3562" y="2500"/>
                <a:ext cx="68" cy="66"/>
              </a:xfrm>
              <a:custGeom>
                <a:avLst/>
                <a:gdLst>
                  <a:gd name="T0" fmla="*/ 0 w 125"/>
                  <a:gd name="T1" fmla="*/ 18 h 122"/>
                  <a:gd name="T2" fmla="*/ 18 w 125"/>
                  <a:gd name="T3" fmla="*/ 0 h 122"/>
                  <a:gd name="T4" fmla="*/ 37 w 125"/>
                  <a:gd name="T5" fmla="*/ 18 h 122"/>
                  <a:gd name="T6" fmla="*/ 18 w 125"/>
                  <a:gd name="T7" fmla="*/ 36 h 122"/>
                  <a:gd name="T8" fmla="*/ 0 w 125"/>
                  <a:gd name="T9" fmla="*/ 18 h 122"/>
                  <a:gd name="T10" fmla="*/ 18 w 125"/>
                  <a:gd name="T11" fmla="*/ 4 h 122"/>
                  <a:gd name="T12" fmla="*/ 5 w 125"/>
                  <a:gd name="T13" fmla="*/ 18 h 122"/>
                  <a:gd name="T14" fmla="*/ 18 w 125"/>
                  <a:gd name="T15" fmla="*/ 32 h 122"/>
                  <a:gd name="T16" fmla="*/ 32 w 125"/>
                  <a:gd name="T17" fmla="*/ 18 h 122"/>
                  <a:gd name="T18" fmla="*/ 18 w 125"/>
                  <a:gd name="T19" fmla="*/ 4 h 122"/>
                  <a:gd name="T20" fmla="*/ 15 w 125"/>
                  <a:gd name="T21" fmla="*/ 28 h 122"/>
                  <a:gd name="T22" fmla="*/ 11 w 125"/>
                  <a:gd name="T23" fmla="*/ 28 h 122"/>
                  <a:gd name="T24" fmla="*/ 11 w 125"/>
                  <a:gd name="T25" fmla="*/ 8 h 122"/>
                  <a:gd name="T26" fmla="*/ 19 w 125"/>
                  <a:gd name="T27" fmla="*/ 8 h 122"/>
                  <a:gd name="T28" fmla="*/ 27 w 125"/>
                  <a:gd name="T29" fmla="*/ 14 h 122"/>
                  <a:gd name="T30" fmla="*/ 22 w 125"/>
                  <a:gd name="T31" fmla="*/ 19 h 122"/>
                  <a:gd name="T32" fmla="*/ 22 w 125"/>
                  <a:gd name="T33" fmla="*/ 19 h 122"/>
                  <a:gd name="T34" fmla="*/ 27 w 125"/>
                  <a:gd name="T35" fmla="*/ 28 h 122"/>
                  <a:gd name="T36" fmla="*/ 22 w 125"/>
                  <a:gd name="T37" fmla="*/ 28 h 122"/>
                  <a:gd name="T38" fmla="*/ 18 w 125"/>
                  <a:gd name="T39" fmla="*/ 19 h 122"/>
                  <a:gd name="T40" fmla="*/ 15 w 125"/>
                  <a:gd name="T41" fmla="*/ 19 h 122"/>
                  <a:gd name="T42" fmla="*/ 15 w 125"/>
                  <a:gd name="T43" fmla="*/ 28 h 122"/>
                  <a:gd name="T44" fmla="*/ 15 w 125"/>
                  <a:gd name="T45" fmla="*/ 16 h 122"/>
                  <a:gd name="T46" fmla="*/ 18 w 125"/>
                  <a:gd name="T47" fmla="*/ 16 h 122"/>
                  <a:gd name="T48" fmla="*/ 23 w 125"/>
                  <a:gd name="T49" fmla="*/ 14 h 122"/>
                  <a:gd name="T50" fmla="*/ 18 w 125"/>
                  <a:gd name="T51" fmla="*/ 11 h 122"/>
                  <a:gd name="T52" fmla="*/ 15 w 125"/>
                  <a:gd name="T53" fmla="*/ 11 h 122"/>
                  <a:gd name="T54" fmla="*/ 15 w 125"/>
                  <a:gd name="T55" fmla="*/ 16 h 12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25" h="122">
                    <a:moveTo>
                      <a:pt x="0" y="61"/>
                    </a:moveTo>
                    <a:cubicBezTo>
                      <a:pt x="0" y="24"/>
                      <a:pt x="29" y="0"/>
                      <a:pt x="62" y="0"/>
                    </a:cubicBezTo>
                    <a:cubicBezTo>
                      <a:pt x="95" y="0"/>
                      <a:pt x="125" y="24"/>
                      <a:pt x="125" y="61"/>
                    </a:cubicBezTo>
                    <a:cubicBezTo>
                      <a:pt x="125" y="98"/>
                      <a:pt x="96" y="122"/>
                      <a:pt x="62" y="122"/>
                    </a:cubicBezTo>
                    <a:cubicBezTo>
                      <a:pt x="29" y="122"/>
                      <a:pt x="0" y="98"/>
                      <a:pt x="0" y="61"/>
                    </a:cubicBezTo>
                    <a:close/>
                    <a:moveTo>
                      <a:pt x="62" y="13"/>
                    </a:moveTo>
                    <a:cubicBezTo>
                      <a:pt x="36" y="13"/>
                      <a:pt x="16" y="33"/>
                      <a:pt x="16" y="61"/>
                    </a:cubicBezTo>
                    <a:cubicBezTo>
                      <a:pt x="16" y="89"/>
                      <a:pt x="36" y="109"/>
                      <a:pt x="62" y="109"/>
                    </a:cubicBezTo>
                    <a:cubicBezTo>
                      <a:pt x="89" y="109"/>
                      <a:pt x="109" y="89"/>
                      <a:pt x="109" y="61"/>
                    </a:cubicBezTo>
                    <a:cubicBezTo>
                      <a:pt x="109" y="33"/>
                      <a:pt x="88" y="13"/>
                      <a:pt x="62" y="13"/>
                    </a:cubicBezTo>
                    <a:close/>
                    <a:moveTo>
                      <a:pt x="52" y="95"/>
                    </a:moveTo>
                    <a:cubicBezTo>
                      <a:pt x="38" y="95"/>
                      <a:pt x="38" y="95"/>
                      <a:pt x="38" y="95"/>
                    </a:cubicBezTo>
                    <a:cubicBezTo>
                      <a:pt x="38" y="27"/>
                      <a:pt x="38" y="27"/>
                      <a:pt x="38" y="27"/>
                    </a:cubicBezTo>
                    <a:cubicBezTo>
                      <a:pt x="64" y="27"/>
                      <a:pt x="64" y="27"/>
                      <a:pt x="64" y="27"/>
                    </a:cubicBezTo>
                    <a:cubicBezTo>
                      <a:pt x="81" y="27"/>
                      <a:pt x="90" y="32"/>
                      <a:pt x="90" y="47"/>
                    </a:cubicBezTo>
                    <a:cubicBezTo>
                      <a:pt x="91" y="56"/>
                      <a:pt x="84" y="64"/>
                      <a:pt x="75" y="65"/>
                    </a:cubicBezTo>
                    <a:cubicBezTo>
                      <a:pt x="75" y="65"/>
                      <a:pt x="74" y="65"/>
                      <a:pt x="74" y="65"/>
                    </a:cubicBezTo>
                    <a:cubicBezTo>
                      <a:pt x="90" y="95"/>
                      <a:pt x="90" y="95"/>
                      <a:pt x="90" y="95"/>
                    </a:cubicBezTo>
                    <a:cubicBezTo>
                      <a:pt x="75" y="95"/>
                      <a:pt x="75" y="95"/>
                      <a:pt x="75" y="95"/>
                    </a:cubicBezTo>
                    <a:cubicBezTo>
                      <a:pt x="60" y="66"/>
                      <a:pt x="60" y="66"/>
                      <a:pt x="60" y="66"/>
                    </a:cubicBezTo>
                    <a:cubicBezTo>
                      <a:pt x="52" y="66"/>
                      <a:pt x="52" y="66"/>
                      <a:pt x="52" y="66"/>
                    </a:cubicBezTo>
                    <a:lnTo>
                      <a:pt x="52" y="95"/>
                    </a:lnTo>
                    <a:close/>
                    <a:moveTo>
                      <a:pt x="52" y="55"/>
                    </a:moveTo>
                    <a:cubicBezTo>
                      <a:pt x="63" y="55"/>
                      <a:pt x="63" y="55"/>
                      <a:pt x="63" y="55"/>
                    </a:cubicBezTo>
                    <a:cubicBezTo>
                      <a:pt x="73" y="55"/>
                      <a:pt x="77" y="52"/>
                      <a:pt x="77" y="46"/>
                    </a:cubicBezTo>
                    <a:cubicBezTo>
                      <a:pt x="77" y="39"/>
                      <a:pt x="72" y="37"/>
                      <a:pt x="63" y="37"/>
                    </a:cubicBezTo>
                    <a:cubicBezTo>
                      <a:pt x="52" y="37"/>
                      <a:pt x="52" y="37"/>
                      <a:pt x="52" y="37"/>
                    </a:cubicBezTo>
                    <a:lnTo>
                      <a:pt x="52" y="55"/>
                    </a:lnTo>
                    <a:close/>
                  </a:path>
                </a:pathLst>
              </a:custGeom>
              <a:solidFill>
                <a:srgbClr val="FFC425"/>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21" name="Freeform 20"/>
              <p:cNvSpPr>
                <a:spLocks/>
              </p:cNvSpPr>
              <p:nvPr/>
            </p:nvSpPr>
            <p:spPr bwMode="invGray">
              <a:xfrm>
                <a:off x="2205" y="2508"/>
                <a:ext cx="1354" cy="480"/>
              </a:xfrm>
              <a:custGeom>
                <a:avLst/>
                <a:gdLst>
                  <a:gd name="T0" fmla="*/ 61 w 2500"/>
                  <a:gd name="T1" fmla="*/ 0 h 887"/>
                  <a:gd name="T2" fmla="*/ 0 w 2500"/>
                  <a:gd name="T3" fmla="*/ 60 h 887"/>
                  <a:gd name="T4" fmla="*/ 0 w 2500"/>
                  <a:gd name="T5" fmla="*/ 200 h 887"/>
                  <a:gd name="T6" fmla="*/ 61 w 2500"/>
                  <a:gd name="T7" fmla="*/ 260 h 887"/>
                  <a:gd name="T8" fmla="*/ 673 w 2500"/>
                  <a:gd name="T9" fmla="*/ 260 h 887"/>
                  <a:gd name="T10" fmla="*/ 733 w 2500"/>
                  <a:gd name="T11" fmla="*/ 200 h 887"/>
                  <a:gd name="T12" fmla="*/ 733 w 2500"/>
                  <a:gd name="T13" fmla="*/ 60 h 887"/>
                  <a:gd name="T14" fmla="*/ 673 w 2500"/>
                  <a:gd name="T15" fmla="*/ 0 h 887"/>
                  <a:gd name="T16" fmla="*/ 61 w 2500"/>
                  <a:gd name="T17" fmla="*/ 0 h 8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00" h="887">
                    <a:moveTo>
                      <a:pt x="206" y="0"/>
                    </a:moveTo>
                    <a:cubicBezTo>
                      <a:pt x="92" y="0"/>
                      <a:pt x="0" y="92"/>
                      <a:pt x="0" y="206"/>
                    </a:cubicBezTo>
                    <a:cubicBezTo>
                      <a:pt x="0" y="681"/>
                      <a:pt x="0" y="681"/>
                      <a:pt x="0" y="681"/>
                    </a:cubicBezTo>
                    <a:cubicBezTo>
                      <a:pt x="0" y="795"/>
                      <a:pt x="92" y="887"/>
                      <a:pt x="206" y="887"/>
                    </a:cubicBezTo>
                    <a:cubicBezTo>
                      <a:pt x="2294" y="887"/>
                      <a:pt x="2294" y="887"/>
                      <a:pt x="2294" y="887"/>
                    </a:cubicBezTo>
                    <a:cubicBezTo>
                      <a:pt x="2408" y="887"/>
                      <a:pt x="2500" y="795"/>
                      <a:pt x="2500" y="681"/>
                    </a:cubicBezTo>
                    <a:cubicBezTo>
                      <a:pt x="2500" y="206"/>
                      <a:pt x="2500" y="206"/>
                      <a:pt x="2500" y="206"/>
                    </a:cubicBezTo>
                    <a:cubicBezTo>
                      <a:pt x="2500" y="92"/>
                      <a:pt x="2408" y="0"/>
                      <a:pt x="2294" y="0"/>
                    </a:cubicBezTo>
                    <a:lnTo>
                      <a:pt x="206"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22" name="Freeform 21"/>
              <p:cNvSpPr>
                <a:spLocks noEditPoints="1"/>
              </p:cNvSpPr>
              <p:nvPr/>
            </p:nvSpPr>
            <p:spPr bwMode="invGray">
              <a:xfrm>
                <a:off x="2241" y="2543"/>
                <a:ext cx="1283" cy="409"/>
              </a:xfrm>
              <a:custGeom>
                <a:avLst/>
                <a:gdLst>
                  <a:gd name="T0" fmla="*/ 654 w 2369"/>
                  <a:gd name="T1" fmla="*/ 0 h 755"/>
                  <a:gd name="T2" fmla="*/ 41 w 2369"/>
                  <a:gd name="T3" fmla="*/ 0 h 755"/>
                  <a:gd name="T4" fmla="*/ 0 w 2369"/>
                  <a:gd name="T5" fmla="*/ 41 h 755"/>
                  <a:gd name="T6" fmla="*/ 0 w 2369"/>
                  <a:gd name="T7" fmla="*/ 180 h 755"/>
                  <a:gd name="T8" fmla="*/ 41 w 2369"/>
                  <a:gd name="T9" fmla="*/ 222 h 755"/>
                  <a:gd name="T10" fmla="*/ 654 w 2369"/>
                  <a:gd name="T11" fmla="*/ 222 h 755"/>
                  <a:gd name="T12" fmla="*/ 695 w 2369"/>
                  <a:gd name="T13" fmla="*/ 180 h 755"/>
                  <a:gd name="T14" fmla="*/ 695 w 2369"/>
                  <a:gd name="T15" fmla="*/ 41 h 755"/>
                  <a:gd name="T16" fmla="*/ 654 w 2369"/>
                  <a:gd name="T17" fmla="*/ 0 h 755"/>
                  <a:gd name="T18" fmla="*/ 675 w 2369"/>
                  <a:gd name="T19" fmla="*/ 180 h 755"/>
                  <a:gd name="T20" fmla="*/ 654 w 2369"/>
                  <a:gd name="T21" fmla="*/ 202 h 755"/>
                  <a:gd name="T22" fmla="*/ 41 w 2369"/>
                  <a:gd name="T23" fmla="*/ 202 h 755"/>
                  <a:gd name="T24" fmla="*/ 19 w 2369"/>
                  <a:gd name="T25" fmla="*/ 180 h 755"/>
                  <a:gd name="T26" fmla="*/ 19 w 2369"/>
                  <a:gd name="T27" fmla="*/ 41 h 755"/>
                  <a:gd name="T28" fmla="*/ 41 w 2369"/>
                  <a:gd name="T29" fmla="*/ 19 h 755"/>
                  <a:gd name="T30" fmla="*/ 654 w 2369"/>
                  <a:gd name="T31" fmla="*/ 19 h 755"/>
                  <a:gd name="T32" fmla="*/ 675 w 2369"/>
                  <a:gd name="T33" fmla="*/ 41 h 755"/>
                  <a:gd name="T34" fmla="*/ 675 w 2369"/>
                  <a:gd name="T35" fmla="*/ 180 h 7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369" h="755">
                    <a:moveTo>
                      <a:pt x="2228" y="0"/>
                    </a:moveTo>
                    <a:cubicBezTo>
                      <a:pt x="140" y="0"/>
                      <a:pt x="140" y="0"/>
                      <a:pt x="140" y="0"/>
                    </a:cubicBezTo>
                    <a:cubicBezTo>
                      <a:pt x="63" y="0"/>
                      <a:pt x="0" y="63"/>
                      <a:pt x="0" y="140"/>
                    </a:cubicBezTo>
                    <a:cubicBezTo>
                      <a:pt x="0" y="615"/>
                      <a:pt x="0" y="615"/>
                      <a:pt x="0" y="615"/>
                    </a:cubicBezTo>
                    <a:cubicBezTo>
                      <a:pt x="0" y="692"/>
                      <a:pt x="63" y="755"/>
                      <a:pt x="140" y="755"/>
                    </a:cubicBezTo>
                    <a:cubicBezTo>
                      <a:pt x="2228" y="755"/>
                      <a:pt x="2228" y="755"/>
                      <a:pt x="2228" y="755"/>
                    </a:cubicBezTo>
                    <a:cubicBezTo>
                      <a:pt x="2306" y="755"/>
                      <a:pt x="2369" y="692"/>
                      <a:pt x="2369" y="615"/>
                    </a:cubicBezTo>
                    <a:cubicBezTo>
                      <a:pt x="2369" y="140"/>
                      <a:pt x="2369" y="140"/>
                      <a:pt x="2369" y="140"/>
                    </a:cubicBezTo>
                    <a:cubicBezTo>
                      <a:pt x="2369" y="63"/>
                      <a:pt x="2306" y="0"/>
                      <a:pt x="2228" y="0"/>
                    </a:cubicBezTo>
                    <a:close/>
                    <a:moveTo>
                      <a:pt x="2303" y="615"/>
                    </a:moveTo>
                    <a:cubicBezTo>
                      <a:pt x="2303" y="656"/>
                      <a:pt x="2269" y="689"/>
                      <a:pt x="2228" y="689"/>
                    </a:cubicBezTo>
                    <a:cubicBezTo>
                      <a:pt x="140" y="689"/>
                      <a:pt x="140" y="689"/>
                      <a:pt x="140" y="689"/>
                    </a:cubicBezTo>
                    <a:cubicBezTo>
                      <a:pt x="99" y="689"/>
                      <a:pt x="66" y="656"/>
                      <a:pt x="66" y="615"/>
                    </a:cubicBezTo>
                    <a:cubicBezTo>
                      <a:pt x="66" y="140"/>
                      <a:pt x="66" y="140"/>
                      <a:pt x="66" y="140"/>
                    </a:cubicBezTo>
                    <a:cubicBezTo>
                      <a:pt x="66" y="99"/>
                      <a:pt x="99" y="66"/>
                      <a:pt x="140" y="65"/>
                    </a:cubicBezTo>
                    <a:cubicBezTo>
                      <a:pt x="2228" y="65"/>
                      <a:pt x="2228" y="65"/>
                      <a:pt x="2228" y="65"/>
                    </a:cubicBezTo>
                    <a:cubicBezTo>
                      <a:pt x="2269" y="66"/>
                      <a:pt x="2303" y="99"/>
                      <a:pt x="2303" y="140"/>
                    </a:cubicBezTo>
                    <a:lnTo>
                      <a:pt x="2303" y="615"/>
                    </a:lnTo>
                    <a:close/>
                  </a:path>
                </a:pathLst>
              </a:custGeom>
              <a:solidFill>
                <a:srgbClr val="FFC425"/>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23" name="Freeform 22"/>
              <p:cNvSpPr>
                <a:spLocks/>
              </p:cNvSpPr>
              <p:nvPr/>
            </p:nvSpPr>
            <p:spPr bwMode="invGray">
              <a:xfrm>
                <a:off x="2205" y="1186"/>
                <a:ext cx="1354" cy="1287"/>
              </a:xfrm>
              <a:custGeom>
                <a:avLst/>
                <a:gdLst>
                  <a:gd name="T0" fmla="*/ 61 w 2500"/>
                  <a:gd name="T1" fmla="*/ 0 h 2376"/>
                  <a:gd name="T2" fmla="*/ 0 w 2500"/>
                  <a:gd name="T3" fmla="*/ 61 h 2376"/>
                  <a:gd name="T4" fmla="*/ 0 w 2500"/>
                  <a:gd name="T5" fmla="*/ 636 h 2376"/>
                  <a:gd name="T6" fmla="*/ 61 w 2500"/>
                  <a:gd name="T7" fmla="*/ 697 h 2376"/>
                  <a:gd name="T8" fmla="*/ 673 w 2500"/>
                  <a:gd name="T9" fmla="*/ 697 h 2376"/>
                  <a:gd name="T10" fmla="*/ 733 w 2500"/>
                  <a:gd name="T11" fmla="*/ 636 h 2376"/>
                  <a:gd name="T12" fmla="*/ 733 w 2500"/>
                  <a:gd name="T13" fmla="*/ 61 h 2376"/>
                  <a:gd name="T14" fmla="*/ 673 w 2500"/>
                  <a:gd name="T15" fmla="*/ 0 h 2376"/>
                  <a:gd name="T16" fmla="*/ 61 w 2500"/>
                  <a:gd name="T17" fmla="*/ 0 h 23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00" h="2376">
                    <a:moveTo>
                      <a:pt x="206" y="0"/>
                    </a:moveTo>
                    <a:cubicBezTo>
                      <a:pt x="92" y="1"/>
                      <a:pt x="0" y="93"/>
                      <a:pt x="0" y="207"/>
                    </a:cubicBezTo>
                    <a:cubicBezTo>
                      <a:pt x="0" y="2170"/>
                      <a:pt x="0" y="2170"/>
                      <a:pt x="0" y="2170"/>
                    </a:cubicBezTo>
                    <a:cubicBezTo>
                      <a:pt x="0" y="2284"/>
                      <a:pt x="92" y="2376"/>
                      <a:pt x="206" y="2376"/>
                    </a:cubicBezTo>
                    <a:cubicBezTo>
                      <a:pt x="2294" y="2376"/>
                      <a:pt x="2294" y="2376"/>
                      <a:pt x="2294" y="2376"/>
                    </a:cubicBezTo>
                    <a:cubicBezTo>
                      <a:pt x="2408" y="2376"/>
                      <a:pt x="2500" y="2284"/>
                      <a:pt x="2500" y="2170"/>
                    </a:cubicBezTo>
                    <a:cubicBezTo>
                      <a:pt x="2500" y="207"/>
                      <a:pt x="2500" y="207"/>
                      <a:pt x="2500" y="207"/>
                    </a:cubicBezTo>
                    <a:cubicBezTo>
                      <a:pt x="2500" y="93"/>
                      <a:pt x="2408" y="1"/>
                      <a:pt x="2294" y="0"/>
                    </a:cubicBezTo>
                    <a:lnTo>
                      <a:pt x="206"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24" name="Freeform 23"/>
              <p:cNvSpPr>
                <a:spLocks noEditPoints="1"/>
              </p:cNvSpPr>
              <p:nvPr/>
            </p:nvSpPr>
            <p:spPr bwMode="invGray">
              <a:xfrm>
                <a:off x="2241" y="1222"/>
                <a:ext cx="1283" cy="1216"/>
              </a:xfrm>
              <a:custGeom>
                <a:avLst/>
                <a:gdLst>
                  <a:gd name="T0" fmla="*/ 654 w 2369"/>
                  <a:gd name="T1" fmla="*/ 0 h 2245"/>
                  <a:gd name="T2" fmla="*/ 41 w 2369"/>
                  <a:gd name="T3" fmla="*/ 0 h 2245"/>
                  <a:gd name="T4" fmla="*/ 0 w 2369"/>
                  <a:gd name="T5" fmla="*/ 41 h 2245"/>
                  <a:gd name="T6" fmla="*/ 0 w 2369"/>
                  <a:gd name="T7" fmla="*/ 617 h 2245"/>
                  <a:gd name="T8" fmla="*/ 41 w 2369"/>
                  <a:gd name="T9" fmla="*/ 659 h 2245"/>
                  <a:gd name="T10" fmla="*/ 654 w 2369"/>
                  <a:gd name="T11" fmla="*/ 659 h 2245"/>
                  <a:gd name="T12" fmla="*/ 695 w 2369"/>
                  <a:gd name="T13" fmla="*/ 617 h 2245"/>
                  <a:gd name="T14" fmla="*/ 695 w 2369"/>
                  <a:gd name="T15" fmla="*/ 41 h 2245"/>
                  <a:gd name="T16" fmla="*/ 654 w 2369"/>
                  <a:gd name="T17" fmla="*/ 0 h 2245"/>
                  <a:gd name="T18" fmla="*/ 675 w 2369"/>
                  <a:gd name="T19" fmla="*/ 617 h 2245"/>
                  <a:gd name="T20" fmla="*/ 654 w 2369"/>
                  <a:gd name="T21" fmla="*/ 639 h 2245"/>
                  <a:gd name="T22" fmla="*/ 41 w 2369"/>
                  <a:gd name="T23" fmla="*/ 639 h 2245"/>
                  <a:gd name="T24" fmla="*/ 19 w 2369"/>
                  <a:gd name="T25" fmla="*/ 617 h 2245"/>
                  <a:gd name="T26" fmla="*/ 19 w 2369"/>
                  <a:gd name="T27" fmla="*/ 41 h 2245"/>
                  <a:gd name="T28" fmla="*/ 41 w 2369"/>
                  <a:gd name="T29" fmla="*/ 19 h 2245"/>
                  <a:gd name="T30" fmla="*/ 654 w 2369"/>
                  <a:gd name="T31" fmla="*/ 19 h 2245"/>
                  <a:gd name="T32" fmla="*/ 675 w 2369"/>
                  <a:gd name="T33" fmla="*/ 41 h 2245"/>
                  <a:gd name="T34" fmla="*/ 675 w 2369"/>
                  <a:gd name="T35" fmla="*/ 617 h 224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369" h="2245">
                    <a:moveTo>
                      <a:pt x="2228" y="0"/>
                    </a:moveTo>
                    <a:cubicBezTo>
                      <a:pt x="140" y="0"/>
                      <a:pt x="140" y="0"/>
                      <a:pt x="140" y="0"/>
                    </a:cubicBezTo>
                    <a:cubicBezTo>
                      <a:pt x="63" y="0"/>
                      <a:pt x="0" y="63"/>
                      <a:pt x="0" y="141"/>
                    </a:cubicBezTo>
                    <a:cubicBezTo>
                      <a:pt x="0" y="2104"/>
                      <a:pt x="0" y="2104"/>
                      <a:pt x="0" y="2104"/>
                    </a:cubicBezTo>
                    <a:cubicBezTo>
                      <a:pt x="0" y="2182"/>
                      <a:pt x="63" y="2245"/>
                      <a:pt x="140" y="2245"/>
                    </a:cubicBezTo>
                    <a:cubicBezTo>
                      <a:pt x="2228" y="2245"/>
                      <a:pt x="2228" y="2245"/>
                      <a:pt x="2228" y="2245"/>
                    </a:cubicBezTo>
                    <a:cubicBezTo>
                      <a:pt x="2306" y="2245"/>
                      <a:pt x="2369" y="2182"/>
                      <a:pt x="2369" y="2104"/>
                    </a:cubicBezTo>
                    <a:cubicBezTo>
                      <a:pt x="2369" y="141"/>
                      <a:pt x="2369" y="141"/>
                      <a:pt x="2369" y="141"/>
                    </a:cubicBezTo>
                    <a:cubicBezTo>
                      <a:pt x="2369" y="63"/>
                      <a:pt x="2306" y="0"/>
                      <a:pt x="2228" y="0"/>
                    </a:cubicBezTo>
                    <a:close/>
                    <a:moveTo>
                      <a:pt x="2303" y="2104"/>
                    </a:moveTo>
                    <a:cubicBezTo>
                      <a:pt x="2303" y="2145"/>
                      <a:pt x="2269" y="2179"/>
                      <a:pt x="2228" y="2179"/>
                    </a:cubicBezTo>
                    <a:cubicBezTo>
                      <a:pt x="140" y="2179"/>
                      <a:pt x="140" y="2179"/>
                      <a:pt x="140" y="2179"/>
                    </a:cubicBezTo>
                    <a:cubicBezTo>
                      <a:pt x="99" y="2179"/>
                      <a:pt x="66" y="2145"/>
                      <a:pt x="66" y="2104"/>
                    </a:cubicBezTo>
                    <a:cubicBezTo>
                      <a:pt x="66" y="141"/>
                      <a:pt x="66" y="141"/>
                      <a:pt x="66" y="141"/>
                    </a:cubicBezTo>
                    <a:cubicBezTo>
                      <a:pt x="66" y="100"/>
                      <a:pt x="99" y="66"/>
                      <a:pt x="140" y="66"/>
                    </a:cubicBezTo>
                    <a:cubicBezTo>
                      <a:pt x="2228" y="66"/>
                      <a:pt x="2228" y="66"/>
                      <a:pt x="2228" y="66"/>
                    </a:cubicBezTo>
                    <a:cubicBezTo>
                      <a:pt x="2269" y="66"/>
                      <a:pt x="2303" y="100"/>
                      <a:pt x="2303" y="141"/>
                    </a:cubicBezTo>
                    <a:lnTo>
                      <a:pt x="2303" y="2104"/>
                    </a:lnTo>
                    <a:close/>
                  </a:path>
                </a:pathLst>
              </a:custGeom>
              <a:solidFill>
                <a:srgbClr val="FFC425"/>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25" name="Freeform 24"/>
              <p:cNvSpPr>
                <a:spLocks/>
              </p:cNvSpPr>
              <p:nvPr/>
            </p:nvSpPr>
            <p:spPr bwMode="invGray">
              <a:xfrm>
                <a:off x="2359" y="2636"/>
                <a:ext cx="124" cy="223"/>
              </a:xfrm>
              <a:custGeom>
                <a:avLst/>
                <a:gdLst>
                  <a:gd name="T0" fmla="*/ 124 w 124"/>
                  <a:gd name="T1" fmla="*/ 191 h 223"/>
                  <a:gd name="T2" fmla="*/ 91 w 124"/>
                  <a:gd name="T3" fmla="*/ 223 h 223"/>
                  <a:gd name="T4" fmla="*/ 34 w 124"/>
                  <a:gd name="T5" fmla="*/ 223 h 223"/>
                  <a:gd name="T6" fmla="*/ 0 w 124"/>
                  <a:gd name="T7" fmla="*/ 191 h 223"/>
                  <a:gd name="T8" fmla="*/ 0 w 124"/>
                  <a:gd name="T9" fmla="*/ 0 h 223"/>
                  <a:gd name="T10" fmla="*/ 51 w 124"/>
                  <a:gd name="T11" fmla="*/ 0 h 223"/>
                  <a:gd name="T12" fmla="*/ 51 w 124"/>
                  <a:gd name="T13" fmla="*/ 181 h 223"/>
                  <a:gd name="T14" fmla="*/ 73 w 124"/>
                  <a:gd name="T15" fmla="*/ 181 h 223"/>
                  <a:gd name="T16" fmla="*/ 73 w 124"/>
                  <a:gd name="T17" fmla="*/ 0 h 223"/>
                  <a:gd name="T18" fmla="*/ 124 w 124"/>
                  <a:gd name="T19" fmla="*/ 0 h 223"/>
                  <a:gd name="T20" fmla="*/ 124 w 124"/>
                  <a:gd name="T21" fmla="*/ 191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4" h="223">
                    <a:moveTo>
                      <a:pt x="124" y="191"/>
                    </a:moveTo>
                    <a:lnTo>
                      <a:pt x="91" y="223"/>
                    </a:lnTo>
                    <a:lnTo>
                      <a:pt x="34" y="223"/>
                    </a:lnTo>
                    <a:lnTo>
                      <a:pt x="0" y="191"/>
                    </a:lnTo>
                    <a:lnTo>
                      <a:pt x="0" y="0"/>
                    </a:lnTo>
                    <a:lnTo>
                      <a:pt x="51" y="0"/>
                    </a:lnTo>
                    <a:lnTo>
                      <a:pt x="51" y="181"/>
                    </a:lnTo>
                    <a:lnTo>
                      <a:pt x="73" y="181"/>
                    </a:lnTo>
                    <a:lnTo>
                      <a:pt x="73" y="0"/>
                    </a:lnTo>
                    <a:lnTo>
                      <a:pt x="124" y="0"/>
                    </a:lnTo>
                    <a:lnTo>
                      <a:pt x="124" y="19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26" name="Rectangle 25"/>
              <p:cNvSpPr>
                <a:spLocks noChangeArrowheads="1"/>
              </p:cNvSpPr>
              <p:nvPr/>
            </p:nvSpPr>
            <p:spPr bwMode="invGray">
              <a:xfrm>
                <a:off x="2503" y="2817"/>
                <a:ext cx="49" cy="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eaLnBrk="1" hangingPunct="1">
                  <a:defRPr/>
                </a:pPr>
                <a:endParaRPr lang="en-US" altLang="en-US" sz="1350">
                  <a:latin typeface="Adobe Garamond Pro" panose="02020502060506020403" pitchFamily="18" charset="0"/>
                </a:endParaRPr>
              </a:p>
            </p:txBody>
          </p:sp>
          <p:sp>
            <p:nvSpPr>
              <p:cNvPr id="27" name="Freeform 26"/>
              <p:cNvSpPr>
                <a:spLocks/>
              </p:cNvSpPr>
              <p:nvPr/>
            </p:nvSpPr>
            <p:spPr bwMode="invGray">
              <a:xfrm>
                <a:off x="2573" y="2636"/>
                <a:ext cx="123" cy="223"/>
              </a:xfrm>
              <a:custGeom>
                <a:avLst/>
                <a:gdLst>
                  <a:gd name="T0" fmla="*/ 87 w 123"/>
                  <a:gd name="T1" fmla="*/ 0 h 223"/>
                  <a:gd name="T2" fmla="*/ 123 w 123"/>
                  <a:gd name="T3" fmla="*/ 33 h 223"/>
                  <a:gd name="T4" fmla="*/ 123 w 123"/>
                  <a:gd name="T5" fmla="*/ 73 h 223"/>
                  <a:gd name="T6" fmla="*/ 72 w 123"/>
                  <a:gd name="T7" fmla="*/ 73 h 223"/>
                  <a:gd name="T8" fmla="*/ 72 w 123"/>
                  <a:gd name="T9" fmla="*/ 43 h 223"/>
                  <a:gd name="T10" fmla="*/ 51 w 123"/>
                  <a:gd name="T11" fmla="*/ 43 h 223"/>
                  <a:gd name="T12" fmla="*/ 51 w 123"/>
                  <a:gd name="T13" fmla="*/ 88 h 223"/>
                  <a:gd name="T14" fmla="*/ 88 w 123"/>
                  <a:gd name="T15" fmla="*/ 91 h 223"/>
                  <a:gd name="T16" fmla="*/ 123 w 123"/>
                  <a:gd name="T17" fmla="*/ 123 h 223"/>
                  <a:gd name="T18" fmla="*/ 123 w 123"/>
                  <a:gd name="T19" fmla="*/ 191 h 223"/>
                  <a:gd name="T20" fmla="*/ 90 w 123"/>
                  <a:gd name="T21" fmla="*/ 223 h 223"/>
                  <a:gd name="T22" fmla="*/ 33 w 123"/>
                  <a:gd name="T23" fmla="*/ 223 h 223"/>
                  <a:gd name="T24" fmla="*/ 0 w 123"/>
                  <a:gd name="T25" fmla="*/ 191 h 223"/>
                  <a:gd name="T26" fmla="*/ 0 w 123"/>
                  <a:gd name="T27" fmla="*/ 152 h 223"/>
                  <a:gd name="T28" fmla="*/ 51 w 123"/>
                  <a:gd name="T29" fmla="*/ 152 h 223"/>
                  <a:gd name="T30" fmla="*/ 51 w 123"/>
                  <a:gd name="T31" fmla="*/ 181 h 223"/>
                  <a:gd name="T32" fmla="*/ 72 w 123"/>
                  <a:gd name="T33" fmla="*/ 181 h 223"/>
                  <a:gd name="T34" fmla="*/ 72 w 123"/>
                  <a:gd name="T35" fmla="*/ 134 h 223"/>
                  <a:gd name="T36" fmla="*/ 36 w 123"/>
                  <a:gd name="T37" fmla="*/ 132 h 223"/>
                  <a:gd name="T38" fmla="*/ 0 w 123"/>
                  <a:gd name="T39" fmla="*/ 100 h 223"/>
                  <a:gd name="T40" fmla="*/ 0 w 123"/>
                  <a:gd name="T41" fmla="*/ 33 h 223"/>
                  <a:gd name="T42" fmla="*/ 34 w 123"/>
                  <a:gd name="T43" fmla="*/ 0 h 223"/>
                  <a:gd name="T44" fmla="*/ 87 w 123"/>
                  <a:gd name="T45" fmla="*/ 0 h 22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3" h="223">
                    <a:moveTo>
                      <a:pt x="87" y="0"/>
                    </a:moveTo>
                    <a:lnTo>
                      <a:pt x="123" y="33"/>
                    </a:lnTo>
                    <a:lnTo>
                      <a:pt x="123" y="73"/>
                    </a:lnTo>
                    <a:lnTo>
                      <a:pt x="72" y="73"/>
                    </a:lnTo>
                    <a:lnTo>
                      <a:pt x="72" y="43"/>
                    </a:lnTo>
                    <a:lnTo>
                      <a:pt x="51" y="43"/>
                    </a:lnTo>
                    <a:lnTo>
                      <a:pt x="51" y="88"/>
                    </a:lnTo>
                    <a:lnTo>
                      <a:pt x="88" y="91"/>
                    </a:lnTo>
                    <a:lnTo>
                      <a:pt x="123" y="123"/>
                    </a:lnTo>
                    <a:lnTo>
                      <a:pt x="123" y="191"/>
                    </a:lnTo>
                    <a:lnTo>
                      <a:pt x="90" y="223"/>
                    </a:lnTo>
                    <a:lnTo>
                      <a:pt x="33" y="223"/>
                    </a:lnTo>
                    <a:lnTo>
                      <a:pt x="0" y="191"/>
                    </a:lnTo>
                    <a:lnTo>
                      <a:pt x="0" y="152"/>
                    </a:lnTo>
                    <a:lnTo>
                      <a:pt x="51" y="152"/>
                    </a:lnTo>
                    <a:lnTo>
                      <a:pt x="51" y="181"/>
                    </a:lnTo>
                    <a:lnTo>
                      <a:pt x="72" y="181"/>
                    </a:lnTo>
                    <a:lnTo>
                      <a:pt x="72" y="134"/>
                    </a:lnTo>
                    <a:lnTo>
                      <a:pt x="36" y="132"/>
                    </a:lnTo>
                    <a:lnTo>
                      <a:pt x="0" y="100"/>
                    </a:lnTo>
                    <a:lnTo>
                      <a:pt x="0" y="33"/>
                    </a:lnTo>
                    <a:lnTo>
                      <a:pt x="34" y="0"/>
                    </a:lnTo>
                    <a:lnTo>
                      <a:pt x="8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28" name="Rectangle 27"/>
              <p:cNvSpPr>
                <a:spLocks noChangeArrowheads="1"/>
              </p:cNvSpPr>
              <p:nvPr/>
            </p:nvSpPr>
            <p:spPr bwMode="invGray">
              <a:xfrm>
                <a:off x="2713" y="2817"/>
                <a:ext cx="54" cy="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eaLnBrk="1" hangingPunct="1">
                  <a:defRPr/>
                </a:pPr>
                <a:endParaRPr lang="en-US" altLang="en-US" sz="1350">
                  <a:latin typeface="Adobe Garamond Pro" panose="02020502060506020403" pitchFamily="18" charset="0"/>
                </a:endParaRPr>
              </a:p>
            </p:txBody>
          </p:sp>
          <p:sp>
            <p:nvSpPr>
              <p:cNvPr id="29" name="Freeform 28"/>
              <p:cNvSpPr>
                <a:spLocks noEditPoints="1"/>
              </p:cNvSpPr>
              <p:nvPr/>
            </p:nvSpPr>
            <p:spPr bwMode="invGray">
              <a:xfrm>
                <a:off x="2787" y="2636"/>
                <a:ext cx="138" cy="223"/>
              </a:xfrm>
              <a:custGeom>
                <a:avLst/>
                <a:gdLst>
                  <a:gd name="T0" fmla="*/ 80 w 138"/>
                  <a:gd name="T1" fmla="*/ 140 h 223"/>
                  <a:gd name="T2" fmla="*/ 58 w 138"/>
                  <a:gd name="T3" fmla="*/ 140 h 223"/>
                  <a:gd name="T4" fmla="*/ 66 w 138"/>
                  <a:gd name="T5" fmla="*/ 48 h 223"/>
                  <a:gd name="T6" fmla="*/ 71 w 138"/>
                  <a:gd name="T7" fmla="*/ 48 h 223"/>
                  <a:gd name="T8" fmla="*/ 80 w 138"/>
                  <a:gd name="T9" fmla="*/ 140 h 223"/>
                  <a:gd name="T10" fmla="*/ 105 w 138"/>
                  <a:gd name="T11" fmla="*/ 0 h 223"/>
                  <a:gd name="T12" fmla="*/ 31 w 138"/>
                  <a:gd name="T13" fmla="*/ 0 h 223"/>
                  <a:gd name="T14" fmla="*/ 0 w 138"/>
                  <a:gd name="T15" fmla="*/ 223 h 223"/>
                  <a:gd name="T16" fmla="*/ 49 w 138"/>
                  <a:gd name="T17" fmla="*/ 223 h 223"/>
                  <a:gd name="T18" fmla="*/ 54 w 138"/>
                  <a:gd name="T19" fmla="*/ 182 h 223"/>
                  <a:gd name="T20" fmla="*/ 84 w 138"/>
                  <a:gd name="T21" fmla="*/ 182 h 223"/>
                  <a:gd name="T22" fmla="*/ 88 w 138"/>
                  <a:gd name="T23" fmla="*/ 223 h 223"/>
                  <a:gd name="T24" fmla="*/ 138 w 138"/>
                  <a:gd name="T25" fmla="*/ 223 h 223"/>
                  <a:gd name="T26" fmla="*/ 105 w 138"/>
                  <a:gd name="T27" fmla="*/ 0 h 22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38" h="223">
                    <a:moveTo>
                      <a:pt x="80" y="140"/>
                    </a:moveTo>
                    <a:lnTo>
                      <a:pt x="58" y="140"/>
                    </a:lnTo>
                    <a:lnTo>
                      <a:pt x="66" y="48"/>
                    </a:lnTo>
                    <a:lnTo>
                      <a:pt x="71" y="48"/>
                    </a:lnTo>
                    <a:lnTo>
                      <a:pt x="80" y="140"/>
                    </a:lnTo>
                    <a:close/>
                    <a:moveTo>
                      <a:pt x="105" y="0"/>
                    </a:moveTo>
                    <a:lnTo>
                      <a:pt x="31" y="0"/>
                    </a:lnTo>
                    <a:lnTo>
                      <a:pt x="0" y="223"/>
                    </a:lnTo>
                    <a:lnTo>
                      <a:pt x="49" y="223"/>
                    </a:lnTo>
                    <a:lnTo>
                      <a:pt x="54" y="182"/>
                    </a:lnTo>
                    <a:lnTo>
                      <a:pt x="84" y="182"/>
                    </a:lnTo>
                    <a:lnTo>
                      <a:pt x="88" y="223"/>
                    </a:lnTo>
                    <a:lnTo>
                      <a:pt x="138" y="223"/>
                    </a:lnTo>
                    <a:lnTo>
                      <a:pt x="10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30" name="Freeform 29"/>
              <p:cNvSpPr>
                <a:spLocks noEditPoints="1"/>
              </p:cNvSpPr>
              <p:nvPr/>
            </p:nvSpPr>
            <p:spPr bwMode="invGray">
              <a:xfrm>
                <a:off x="2946" y="2636"/>
                <a:ext cx="122" cy="223"/>
              </a:xfrm>
              <a:custGeom>
                <a:avLst/>
                <a:gdLst>
                  <a:gd name="T0" fmla="*/ 72 w 122"/>
                  <a:gd name="T1" fmla="*/ 43 h 223"/>
                  <a:gd name="T2" fmla="*/ 72 w 122"/>
                  <a:gd name="T3" fmla="*/ 93 h 223"/>
                  <a:gd name="T4" fmla="*/ 51 w 122"/>
                  <a:gd name="T5" fmla="*/ 93 h 223"/>
                  <a:gd name="T6" fmla="*/ 51 w 122"/>
                  <a:gd name="T7" fmla="*/ 43 h 223"/>
                  <a:gd name="T8" fmla="*/ 72 w 122"/>
                  <a:gd name="T9" fmla="*/ 43 h 223"/>
                  <a:gd name="T10" fmla="*/ 122 w 122"/>
                  <a:gd name="T11" fmla="*/ 33 h 223"/>
                  <a:gd name="T12" fmla="*/ 87 w 122"/>
                  <a:gd name="T13" fmla="*/ 0 h 223"/>
                  <a:gd name="T14" fmla="*/ 0 w 122"/>
                  <a:gd name="T15" fmla="*/ 0 h 223"/>
                  <a:gd name="T16" fmla="*/ 0 w 122"/>
                  <a:gd name="T17" fmla="*/ 223 h 223"/>
                  <a:gd name="T18" fmla="*/ 51 w 122"/>
                  <a:gd name="T19" fmla="*/ 223 h 223"/>
                  <a:gd name="T20" fmla="*/ 51 w 122"/>
                  <a:gd name="T21" fmla="*/ 134 h 223"/>
                  <a:gd name="T22" fmla="*/ 72 w 122"/>
                  <a:gd name="T23" fmla="*/ 134 h 223"/>
                  <a:gd name="T24" fmla="*/ 72 w 122"/>
                  <a:gd name="T25" fmla="*/ 223 h 223"/>
                  <a:gd name="T26" fmla="*/ 122 w 122"/>
                  <a:gd name="T27" fmla="*/ 223 h 223"/>
                  <a:gd name="T28" fmla="*/ 122 w 122"/>
                  <a:gd name="T29" fmla="*/ 134 h 223"/>
                  <a:gd name="T30" fmla="*/ 96 w 122"/>
                  <a:gd name="T31" fmla="*/ 113 h 223"/>
                  <a:gd name="T32" fmla="*/ 122 w 122"/>
                  <a:gd name="T33" fmla="*/ 91 h 223"/>
                  <a:gd name="T34" fmla="*/ 122 w 122"/>
                  <a:gd name="T35" fmla="*/ 33 h 2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22" h="223">
                    <a:moveTo>
                      <a:pt x="72" y="43"/>
                    </a:moveTo>
                    <a:lnTo>
                      <a:pt x="72" y="93"/>
                    </a:lnTo>
                    <a:lnTo>
                      <a:pt x="51" y="93"/>
                    </a:lnTo>
                    <a:lnTo>
                      <a:pt x="51" y="43"/>
                    </a:lnTo>
                    <a:lnTo>
                      <a:pt x="72" y="43"/>
                    </a:lnTo>
                    <a:close/>
                    <a:moveTo>
                      <a:pt x="122" y="33"/>
                    </a:moveTo>
                    <a:lnTo>
                      <a:pt x="87" y="0"/>
                    </a:lnTo>
                    <a:lnTo>
                      <a:pt x="0" y="0"/>
                    </a:lnTo>
                    <a:lnTo>
                      <a:pt x="0" y="223"/>
                    </a:lnTo>
                    <a:lnTo>
                      <a:pt x="51" y="223"/>
                    </a:lnTo>
                    <a:lnTo>
                      <a:pt x="51" y="134"/>
                    </a:lnTo>
                    <a:lnTo>
                      <a:pt x="72" y="134"/>
                    </a:lnTo>
                    <a:lnTo>
                      <a:pt x="72" y="223"/>
                    </a:lnTo>
                    <a:lnTo>
                      <a:pt x="122" y="223"/>
                    </a:lnTo>
                    <a:lnTo>
                      <a:pt x="122" y="134"/>
                    </a:lnTo>
                    <a:lnTo>
                      <a:pt x="96" y="113"/>
                    </a:lnTo>
                    <a:lnTo>
                      <a:pt x="122" y="91"/>
                    </a:lnTo>
                    <a:lnTo>
                      <a:pt x="122" y="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31" name="Freeform 30"/>
              <p:cNvSpPr>
                <a:spLocks/>
              </p:cNvSpPr>
              <p:nvPr/>
            </p:nvSpPr>
            <p:spPr bwMode="invGray">
              <a:xfrm>
                <a:off x="3094" y="2636"/>
                <a:ext cx="159" cy="223"/>
              </a:xfrm>
              <a:custGeom>
                <a:avLst/>
                <a:gdLst>
                  <a:gd name="T0" fmla="*/ 159 w 159"/>
                  <a:gd name="T1" fmla="*/ 223 h 223"/>
                  <a:gd name="T2" fmla="*/ 112 w 159"/>
                  <a:gd name="T3" fmla="*/ 223 h 223"/>
                  <a:gd name="T4" fmla="*/ 112 w 159"/>
                  <a:gd name="T5" fmla="*/ 82 h 223"/>
                  <a:gd name="T6" fmla="*/ 110 w 159"/>
                  <a:gd name="T7" fmla="*/ 82 h 223"/>
                  <a:gd name="T8" fmla="*/ 89 w 159"/>
                  <a:gd name="T9" fmla="*/ 223 h 223"/>
                  <a:gd name="T10" fmla="*/ 70 w 159"/>
                  <a:gd name="T11" fmla="*/ 223 h 223"/>
                  <a:gd name="T12" fmla="*/ 48 w 159"/>
                  <a:gd name="T13" fmla="*/ 82 h 223"/>
                  <a:gd name="T14" fmla="*/ 46 w 159"/>
                  <a:gd name="T15" fmla="*/ 82 h 223"/>
                  <a:gd name="T16" fmla="*/ 46 w 159"/>
                  <a:gd name="T17" fmla="*/ 223 h 223"/>
                  <a:gd name="T18" fmla="*/ 0 w 159"/>
                  <a:gd name="T19" fmla="*/ 223 h 223"/>
                  <a:gd name="T20" fmla="*/ 0 w 159"/>
                  <a:gd name="T21" fmla="*/ 0 h 223"/>
                  <a:gd name="T22" fmla="*/ 60 w 159"/>
                  <a:gd name="T23" fmla="*/ 0 h 223"/>
                  <a:gd name="T24" fmla="*/ 78 w 159"/>
                  <a:gd name="T25" fmla="*/ 108 h 223"/>
                  <a:gd name="T26" fmla="*/ 82 w 159"/>
                  <a:gd name="T27" fmla="*/ 108 h 223"/>
                  <a:gd name="T28" fmla="*/ 99 w 159"/>
                  <a:gd name="T29" fmla="*/ 0 h 223"/>
                  <a:gd name="T30" fmla="*/ 159 w 159"/>
                  <a:gd name="T31" fmla="*/ 0 h 223"/>
                  <a:gd name="T32" fmla="*/ 159 w 159"/>
                  <a:gd name="T33" fmla="*/ 223 h 2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59" h="223">
                    <a:moveTo>
                      <a:pt x="159" y="223"/>
                    </a:moveTo>
                    <a:lnTo>
                      <a:pt x="112" y="223"/>
                    </a:lnTo>
                    <a:lnTo>
                      <a:pt x="112" y="82"/>
                    </a:lnTo>
                    <a:lnTo>
                      <a:pt x="110" y="82"/>
                    </a:lnTo>
                    <a:lnTo>
                      <a:pt x="89" y="223"/>
                    </a:lnTo>
                    <a:lnTo>
                      <a:pt x="70" y="223"/>
                    </a:lnTo>
                    <a:lnTo>
                      <a:pt x="48" y="82"/>
                    </a:lnTo>
                    <a:lnTo>
                      <a:pt x="46" y="82"/>
                    </a:lnTo>
                    <a:lnTo>
                      <a:pt x="46" y="223"/>
                    </a:lnTo>
                    <a:lnTo>
                      <a:pt x="0" y="223"/>
                    </a:lnTo>
                    <a:lnTo>
                      <a:pt x="0" y="0"/>
                    </a:lnTo>
                    <a:lnTo>
                      <a:pt x="60" y="0"/>
                    </a:lnTo>
                    <a:lnTo>
                      <a:pt x="78" y="108"/>
                    </a:lnTo>
                    <a:lnTo>
                      <a:pt x="82" y="108"/>
                    </a:lnTo>
                    <a:lnTo>
                      <a:pt x="99" y="0"/>
                    </a:lnTo>
                    <a:lnTo>
                      <a:pt x="159" y="0"/>
                    </a:lnTo>
                    <a:lnTo>
                      <a:pt x="159" y="22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32" name="Freeform 31"/>
              <p:cNvSpPr>
                <a:spLocks/>
              </p:cNvSpPr>
              <p:nvPr/>
            </p:nvSpPr>
            <p:spPr bwMode="invGray">
              <a:xfrm>
                <a:off x="3274" y="2636"/>
                <a:ext cx="139" cy="223"/>
              </a:xfrm>
              <a:custGeom>
                <a:avLst/>
                <a:gdLst>
                  <a:gd name="T0" fmla="*/ 95 w 139"/>
                  <a:gd name="T1" fmla="*/ 130 h 223"/>
                  <a:gd name="T2" fmla="*/ 95 w 139"/>
                  <a:gd name="T3" fmla="*/ 223 h 223"/>
                  <a:gd name="T4" fmla="*/ 44 w 139"/>
                  <a:gd name="T5" fmla="*/ 223 h 223"/>
                  <a:gd name="T6" fmla="*/ 44 w 139"/>
                  <a:gd name="T7" fmla="*/ 130 h 223"/>
                  <a:gd name="T8" fmla="*/ 0 w 139"/>
                  <a:gd name="T9" fmla="*/ 0 h 223"/>
                  <a:gd name="T10" fmla="*/ 51 w 139"/>
                  <a:gd name="T11" fmla="*/ 0 h 223"/>
                  <a:gd name="T12" fmla="*/ 69 w 139"/>
                  <a:gd name="T13" fmla="*/ 81 h 223"/>
                  <a:gd name="T14" fmla="*/ 70 w 139"/>
                  <a:gd name="T15" fmla="*/ 81 h 223"/>
                  <a:gd name="T16" fmla="*/ 88 w 139"/>
                  <a:gd name="T17" fmla="*/ 0 h 223"/>
                  <a:gd name="T18" fmla="*/ 139 w 139"/>
                  <a:gd name="T19" fmla="*/ 0 h 223"/>
                  <a:gd name="T20" fmla="*/ 95 w 139"/>
                  <a:gd name="T21" fmla="*/ 13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9" h="223">
                    <a:moveTo>
                      <a:pt x="95" y="130"/>
                    </a:moveTo>
                    <a:lnTo>
                      <a:pt x="95" y="223"/>
                    </a:lnTo>
                    <a:lnTo>
                      <a:pt x="44" y="223"/>
                    </a:lnTo>
                    <a:lnTo>
                      <a:pt x="44" y="130"/>
                    </a:lnTo>
                    <a:lnTo>
                      <a:pt x="0" y="0"/>
                    </a:lnTo>
                    <a:lnTo>
                      <a:pt x="51" y="0"/>
                    </a:lnTo>
                    <a:lnTo>
                      <a:pt x="69" y="81"/>
                    </a:lnTo>
                    <a:lnTo>
                      <a:pt x="70" y="81"/>
                    </a:lnTo>
                    <a:lnTo>
                      <a:pt x="88" y="0"/>
                    </a:lnTo>
                    <a:lnTo>
                      <a:pt x="139" y="0"/>
                    </a:lnTo>
                    <a:lnTo>
                      <a:pt x="95" y="1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33" name="Freeform 32"/>
              <p:cNvSpPr>
                <a:spLocks/>
              </p:cNvSpPr>
              <p:nvPr/>
            </p:nvSpPr>
            <p:spPr bwMode="invGray">
              <a:xfrm>
                <a:off x="2371" y="1344"/>
                <a:ext cx="1022" cy="971"/>
              </a:xfrm>
              <a:custGeom>
                <a:avLst/>
                <a:gdLst>
                  <a:gd name="T0" fmla="*/ 827 w 1022"/>
                  <a:gd name="T1" fmla="*/ 971 h 971"/>
                  <a:gd name="T2" fmla="*/ 511 w 1022"/>
                  <a:gd name="T3" fmla="*/ 741 h 971"/>
                  <a:gd name="T4" fmla="*/ 196 w 1022"/>
                  <a:gd name="T5" fmla="*/ 971 h 971"/>
                  <a:gd name="T6" fmla="*/ 316 w 1022"/>
                  <a:gd name="T7" fmla="*/ 600 h 971"/>
                  <a:gd name="T8" fmla="*/ 0 w 1022"/>
                  <a:gd name="T9" fmla="*/ 371 h 971"/>
                  <a:gd name="T10" fmla="*/ 391 w 1022"/>
                  <a:gd name="T11" fmla="*/ 371 h 971"/>
                  <a:gd name="T12" fmla="*/ 511 w 1022"/>
                  <a:gd name="T13" fmla="*/ 0 h 971"/>
                  <a:gd name="T14" fmla="*/ 632 w 1022"/>
                  <a:gd name="T15" fmla="*/ 371 h 971"/>
                  <a:gd name="T16" fmla="*/ 1022 w 1022"/>
                  <a:gd name="T17" fmla="*/ 371 h 971"/>
                  <a:gd name="T18" fmla="*/ 706 w 1022"/>
                  <a:gd name="T19" fmla="*/ 600 h 971"/>
                  <a:gd name="T20" fmla="*/ 827 w 1022"/>
                  <a:gd name="T21" fmla="*/ 971 h 971"/>
                  <a:gd name="T22" fmla="*/ 827 w 1022"/>
                  <a:gd name="T23" fmla="*/ 971 h 9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22" h="971">
                    <a:moveTo>
                      <a:pt x="827" y="971"/>
                    </a:moveTo>
                    <a:lnTo>
                      <a:pt x="511" y="741"/>
                    </a:lnTo>
                    <a:lnTo>
                      <a:pt x="196" y="971"/>
                    </a:lnTo>
                    <a:lnTo>
                      <a:pt x="316" y="600"/>
                    </a:lnTo>
                    <a:lnTo>
                      <a:pt x="0" y="371"/>
                    </a:lnTo>
                    <a:lnTo>
                      <a:pt x="391" y="371"/>
                    </a:lnTo>
                    <a:lnTo>
                      <a:pt x="511" y="0"/>
                    </a:lnTo>
                    <a:lnTo>
                      <a:pt x="632" y="371"/>
                    </a:lnTo>
                    <a:lnTo>
                      <a:pt x="1022" y="371"/>
                    </a:lnTo>
                    <a:lnTo>
                      <a:pt x="706" y="600"/>
                    </a:lnTo>
                    <a:lnTo>
                      <a:pt x="827" y="971"/>
                    </a:lnTo>
                    <a:close/>
                  </a:path>
                </a:pathLst>
              </a:custGeom>
              <a:solidFill>
                <a:srgbClr val="FFC425"/>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34" name="Freeform 33"/>
              <p:cNvSpPr>
                <a:spLocks/>
              </p:cNvSpPr>
              <p:nvPr/>
            </p:nvSpPr>
            <p:spPr bwMode="invGray">
              <a:xfrm>
                <a:off x="2486" y="1463"/>
                <a:ext cx="793" cy="755"/>
              </a:xfrm>
              <a:custGeom>
                <a:avLst/>
                <a:gdLst>
                  <a:gd name="T0" fmla="*/ 641 w 793"/>
                  <a:gd name="T1" fmla="*/ 755 h 755"/>
                  <a:gd name="T2" fmla="*/ 396 w 793"/>
                  <a:gd name="T3" fmla="*/ 577 h 755"/>
                  <a:gd name="T4" fmla="*/ 151 w 793"/>
                  <a:gd name="T5" fmla="*/ 755 h 755"/>
                  <a:gd name="T6" fmla="*/ 245 w 793"/>
                  <a:gd name="T7" fmla="*/ 467 h 755"/>
                  <a:gd name="T8" fmla="*/ 0 w 793"/>
                  <a:gd name="T9" fmla="*/ 288 h 755"/>
                  <a:gd name="T10" fmla="*/ 303 w 793"/>
                  <a:gd name="T11" fmla="*/ 288 h 755"/>
                  <a:gd name="T12" fmla="*/ 396 w 793"/>
                  <a:gd name="T13" fmla="*/ 0 h 755"/>
                  <a:gd name="T14" fmla="*/ 490 w 793"/>
                  <a:gd name="T15" fmla="*/ 288 h 755"/>
                  <a:gd name="T16" fmla="*/ 793 w 793"/>
                  <a:gd name="T17" fmla="*/ 288 h 755"/>
                  <a:gd name="T18" fmla="*/ 548 w 793"/>
                  <a:gd name="T19" fmla="*/ 467 h 755"/>
                  <a:gd name="T20" fmla="*/ 641 w 793"/>
                  <a:gd name="T21" fmla="*/ 755 h 755"/>
                  <a:gd name="T22" fmla="*/ 641 w 793"/>
                  <a:gd name="T23" fmla="*/ 755 h 7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3" h="755">
                    <a:moveTo>
                      <a:pt x="641" y="755"/>
                    </a:moveTo>
                    <a:lnTo>
                      <a:pt x="396" y="577"/>
                    </a:lnTo>
                    <a:lnTo>
                      <a:pt x="151" y="755"/>
                    </a:lnTo>
                    <a:lnTo>
                      <a:pt x="245" y="467"/>
                    </a:lnTo>
                    <a:lnTo>
                      <a:pt x="0" y="288"/>
                    </a:lnTo>
                    <a:lnTo>
                      <a:pt x="303" y="288"/>
                    </a:lnTo>
                    <a:lnTo>
                      <a:pt x="396" y="0"/>
                    </a:lnTo>
                    <a:lnTo>
                      <a:pt x="490" y="288"/>
                    </a:lnTo>
                    <a:lnTo>
                      <a:pt x="793" y="288"/>
                    </a:lnTo>
                    <a:lnTo>
                      <a:pt x="548" y="467"/>
                    </a:lnTo>
                    <a:lnTo>
                      <a:pt x="641" y="755"/>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sp>
            <p:nvSpPr>
              <p:cNvPr id="35" name="Freeform 34"/>
              <p:cNvSpPr>
                <a:spLocks/>
              </p:cNvSpPr>
              <p:nvPr/>
            </p:nvSpPr>
            <p:spPr bwMode="invGray">
              <a:xfrm>
                <a:off x="2595" y="1579"/>
                <a:ext cx="574" cy="545"/>
              </a:xfrm>
              <a:custGeom>
                <a:avLst/>
                <a:gdLst>
                  <a:gd name="T0" fmla="*/ 287 w 574"/>
                  <a:gd name="T1" fmla="*/ 0 h 545"/>
                  <a:gd name="T2" fmla="*/ 355 w 574"/>
                  <a:gd name="T3" fmla="*/ 208 h 545"/>
                  <a:gd name="T4" fmla="*/ 574 w 574"/>
                  <a:gd name="T5" fmla="*/ 208 h 545"/>
                  <a:gd name="T6" fmla="*/ 396 w 574"/>
                  <a:gd name="T7" fmla="*/ 337 h 545"/>
                  <a:gd name="T8" fmla="*/ 464 w 574"/>
                  <a:gd name="T9" fmla="*/ 545 h 545"/>
                  <a:gd name="T10" fmla="*/ 287 w 574"/>
                  <a:gd name="T11" fmla="*/ 416 h 545"/>
                  <a:gd name="T12" fmla="*/ 110 w 574"/>
                  <a:gd name="T13" fmla="*/ 545 h 545"/>
                  <a:gd name="T14" fmla="*/ 178 w 574"/>
                  <a:gd name="T15" fmla="*/ 337 h 545"/>
                  <a:gd name="T16" fmla="*/ 0 w 574"/>
                  <a:gd name="T17" fmla="*/ 208 h 545"/>
                  <a:gd name="T18" fmla="*/ 219 w 574"/>
                  <a:gd name="T19" fmla="*/ 208 h 545"/>
                  <a:gd name="T20" fmla="*/ 287 w 574"/>
                  <a:gd name="T21" fmla="*/ 0 h 5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74" h="545">
                    <a:moveTo>
                      <a:pt x="287" y="0"/>
                    </a:moveTo>
                    <a:lnTo>
                      <a:pt x="355" y="208"/>
                    </a:lnTo>
                    <a:lnTo>
                      <a:pt x="574" y="208"/>
                    </a:lnTo>
                    <a:lnTo>
                      <a:pt x="396" y="337"/>
                    </a:lnTo>
                    <a:lnTo>
                      <a:pt x="464" y="545"/>
                    </a:lnTo>
                    <a:lnTo>
                      <a:pt x="287" y="416"/>
                    </a:lnTo>
                    <a:lnTo>
                      <a:pt x="110" y="545"/>
                    </a:lnTo>
                    <a:lnTo>
                      <a:pt x="178" y="337"/>
                    </a:lnTo>
                    <a:lnTo>
                      <a:pt x="0" y="208"/>
                    </a:lnTo>
                    <a:lnTo>
                      <a:pt x="219" y="208"/>
                    </a:lnTo>
                    <a:lnTo>
                      <a:pt x="28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sz="1350">
                  <a:latin typeface="Adobe Garamond Pro" panose="02020502060506020403" pitchFamily="18" charset="0"/>
                </a:endParaRPr>
              </a:p>
            </p:txBody>
          </p:sp>
        </p:grpSp>
      </p:grpSp>
      <p:grpSp>
        <p:nvGrpSpPr>
          <p:cNvPr id="41" name="AMC insignia"/>
          <p:cNvGrpSpPr>
            <a:grpSpLocks noChangeAspect="1"/>
          </p:cNvGrpSpPr>
          <p:nvPr userDrawn="1"/>
        </p:nvGrpSpPr>
        <p:grpSpPr bwMode="auto">
          <a:xfrm>
            <a:off x="6745714" y="5802775"/>
            <a:ext cx="713456" cy="838201"/>
            <a:chOff x="4592" y="1364"/>
            <a:chExt cx="1161" cy="1364"/>
          </a:xfrm>
        </p:grpSpPr>
        <p:sp>
          <p:nvSpPr>
            <p:cNvPr id="42" name="Crest Freeform"/>
            <p:cNvSpPr>
              <a:spLocks/>
            </p:cNvSpPr>
            <p:nvPr userDrawn="1"/>
          </p:nvSpPr>
          <p:spPr bwMode="auto">
            <a:xfrm>
              <a:off x="4605" y="1378"/>
              <a:ext cx="1135" cy="1335"/>
            </a:xfrm>
            <a:custGeom>
              <a:avLst/>
              <a:gdLst>
                <a:gd name="T0" fmla="*/ 1477 w 2954"/>
                <a:gd name="T1" fmla="*/ 0 h 3479"/>
                <a:gd name="T2" fmla="*/ 2954 w 2954"/>
                <a:gd name="T3" fmla="*/ 356 h 3479"/>
                <a:gd name="T4" fmla="*/ 2954 w 2954"/>
                <a:gd name="T5" fmla="*/ 1377 h 3479"/>
                <a:gd name="T6" fmla="*/ 1477 w 2954"/>
                <a:gd name="T7" fmla="*/ 3479 h 3479"/>
                <a:gd name="T8" fmla="*/ 0 w 2954"/>
                <a:gd name="T9" fmla="*/ 1377 h 3479"/>
                <a:gd name="T10" fmla="*/ 0 w 2954"/>
                <a:gd name="T11" fmla="*/ 356 h 3479"/>
                <a:gd name="T12" fmla="*/ 1477 w 2954"/>
                <a:gd name="T13" fmla="*/ 0 h 3479"/>
              </a:gdLst>
              <a:ahLst/>
              <a:cxnLst>
                <a:cxn ang="0">
                  <a:pos x="T0" y="T1"/>
                </a:cxn>
                <a:cxn ang="0">
                  <a:pos x="T2" y="T3"/>
                </a:cxn>
                <a:cxn ang="0">
                  <a:pos x="T4" y="T5"/>
                </a:cxn>
                <a:cxn ang="0">
                  <a:pos x="T6" y="T7"/>
                </a:cxn>
                <a:cxn ang="0">
                  <a:pos x="T8" y="T9"/>
                </a:cxn>
                <a:cxn ang="0">
                  <a:pos x="T10" y="T11"/>
                </a:cxn>
                <a:cxn ang="0">
                  <a:pos x="T12" y="T13"/>
                </a:cxn>
              </a:cxnLst>
              <a:rect l="0" t="0" r="r" b="b"/>
              <a:pathLst>
                <a:path w="2954" h="3479">
                  <a:moveTo>
                    <a:pt x="1477" y="0"/>
                  </a:moveTo>
                  <a:cubicBezTo>
                    <a:pt x="2003" y="0"/>
                    <a:pt x="2609" y="127"/>
                    <a:pt x="2954" y="356"/>
                  </a:cubicBezTo>
                  <a:cubicBezTo>
                    <a:pt x="2954" y="1377"/>
                    <a:pt x="2954" y="1377"/>
                    <a:pt x="2954" y="1377"/>
                  </a:cubicBezTo>
                  <a:cubicBezTo>
                    <a:pt x="2954" y="2275"/>
                    <a:pt x="2402" y="3111"/>
                    <a:pt x="1477" y="3479"/>
                  </a:cubicBezTo>
                  <a:cubicBezTo>
                    <a:pt x="552" y="3111"/>
                    <a:pt x="0" y="2275"/>
                    <a:pt x="0" y="1377"/>
                  </a:cubicBezTo>
                  <a:cubicBezTo>
                    <a:pt x="0" y="356"/>
                    <a:pt x="0" y="356"/>
                    <a:pt x="0" y="356"/>
                  </a:cubicBezTo>
                  <a:cubicBezTo>
                    <a:pt x="345" y="127"/>
                    <a:pt x="951" y="0"/>
                    <a:pt x="14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43" name="Black Frame Freeform"/>
            <p:cNvSpPr>
              <a:spLocks noEditPoints="1"/>
            </p:cNvSpPr>
            <p:nvPr userDrawn="1"/>
          </p:nvSpPr>
          <p:spPr bwMode="auto">
            <a:xfrm>
              <a:off x="4592" y="1364"/>
              <a:ext cx="1161" cy="1364"/>
            </a:xfrm>
            <a:custGeom>
              <a:avLst/>
              <a:gdLst>
                <a:gd name="T0" fmla="*/ 3010 w 3026"/>
                <a:gd name="T1" fmla="*/ 362 h 3554"/>
                <a:gd name="T2" fmla="*/ 2328 w 3026"/>
                <a:gd name="T3" fmla="*/ 93 h 3554"/>
                <a:gd name="T4" fmla="*/ 1513 w 3026"/>
                <a:gd name="T5" fmla="*/ 0 h 3554"/>
                <a:gd name="T6" fmla="*/ 698 w 3026"/>
                <a:gd name="T7" fmla="*/ 93 h 3554"/>
                <a:gd name="T8" fmla="*/ 16 w 3026"/>
                <a:gd name="T9" fmla="*/ 362 h 3554"/>
                <a:gd name="T10" fmla="*/ 0 w 3026"/>
                <a:gd name="T11" fmla="*/ 373 h 3554"/>
                <a:gd name="T12" fmla="*/ 0 w 3026"/>
                <a:gd name="T13" fmla="*/ 1413 h 3554"/>
                <a:gd name="T14" fmla="*/ 398 w 3026"/>
                <a:gd name="T15" fmla="*/ 2683 h 3554"/>
                <a:gd name="T16" fmla="*/ 1500 w 3026"/>
                <a:gd name="T17" fmla="*/ 3548 h 3554"/>
                <a:gd name="T18" fmla="*/ 1513 w 3026"/>
                <a:gd name="T19" fmla="*/ 3554 h 3554"/>
                <a:gd name="T20" fmla="*/ 1526 w 3026"/>
                <a:gd name="T21" fmla="*/ 3548 h 3554"/>
                <a:gd name="T22" fmla="*/ 2628 w 3026"/>
                <a:gd name="T23" fmla="*/ 2683 h 3554"/>
                <a:gd name="T24" fmla="*/ 3026 w 3026"/>
                <a:gd name="T25" fmla="*/ 1413 h 3554"/>
                <a:gd name="T26" fmla="*/ 3026 w 3026"/>
                <a:gd name="T27" fmla="*/ 373 h 3554"/>
                <a:gd name="T28" fmla="*/ 3010 w 3026"/>
                <a:gd name="T29" fmla="*/ 362 h 3554"/>
                <a:gd name="T30" fmla="*/ 2954 w 3026"/>
                <a:gd name="T31" fmla="*/ 1413 h 3554"/>
                <a:gd name="T32" fmla="*/ 1513 w 3026"/>
                <a:gd name="T33" fmla="*/ 3476 h 3554"/>
                <a:gd name="T34" fmla="*/ 72 w 3026"/>
                <a:gd name="T35" fmla="*/ 1413 h 3554"/>
                <a:gd name="T36" fmla="*/ 72 w 3026"/>
                <a:gd name="T37" fmla="*/ 412 h 3554"/>
                <a:gd name="T38" fmla="*/ 1513 w 3026"/>
                <a:gd name="T39" fmla="*/ 72 h 3554"/>
                <a:gd name="T40" fmla="*/ 2954 w 3026"/>
                <a:gd name="T41" fmla="*/ 412 h 3554"/>
                <a:gd name="T42" fmla="*/ 2954 w 3026"/>
                <a:gd name="T43" fmla="*/ 1413 h 3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26" h="3554">
                  <a:moveTo>
                    <a:pt x="3010" y="362"/>
                  </a:moveTo>
                  <a:cubicBezTo>
                    <a:pt x="2842" y="251"/>
                    <a:pt x="2606" y="158"/>
                    <a:pt x="2328" y="93"/>
                  </a:cubicBezTo>
                  <a:cubicBezTo>
                    <a:pt x="2069" y="33"/>
                    <a:pt x="1779" y="0"/>
                    <a:pt x="1513" y="0"/>
                  </a:cubicBezTo>
                  <a:cubicBezTo>
                    <a:pt x="1247" y="0"/>
                    <a:pt x="957" y="33"/>
                    <a:pt x="698" y="93"/>
                  </a:cubicBezTo>
                  <a:cubicBezTo>
                    <a:pt x="420" y="158"/>
                    <a:pt x="184" y="251"/>
                    <a:pt x="16" y="362"/>
                  </a:cubicBezTo>
                  <a:cubicBezTo>
                    <a:pt x="0" y="373"/>
                    <a:pt x="0" y="373"/>
                    <a:pt x="0" y="373"/>
                  </a:cubicBezTo>
                  <a:cubicBezTo>
                    <a:pt x="0" y="1413"/>
                    <a:pt x="0" y="1413"/>
                    <a:pt x="0" y="1413"/>
                  </a:cubicBezTo>
                  <a:cubicBezTo>
                    <a:pt x="0" y="1867"/>
                    <a:pt x="138" y="2306"/>
                    <a:pt x="398" y="2683"/>
                  </a:cubicBezTo>
                  <a:cubicBezTo>
                    <a:pt x="664" y="3068"/>
                    <a:pt x="1045" y="3368"/>
                    <a:pt x="1500" y="3548"/>
                  </a:cubicBezTo>
                  <a:cubicBezTo>
                    <a:pt x="1513" y="3554"/>
                    <a:pt x="1513" y="3554"/>
                    <a:pt x="1513" y="3554"/>
                  </a:cubicBezTo>
                  <a:cubicBezTo>
                    <a:pt x="1526" y="3548"/>
                    <a:pt x="1526" y="3548"/>
                    <a:pt x="1526" y="3548"/>
                  </a:cubicBezTo>
                  <a:cubicBezTo>
                    <a:pt x="1981" y="3368"/>
                    <a:pt x="2362" y="3068"/>
                    <a:pt x="2628" y="2683"/>
                  </a:cubicBezTo>
                  <a:cubicBezTo>
                    <a:pt x="2888" y="2306"/>
                    <a:pt x="3026" y="1867"/>
                    <a:pt x="3026" y="1413"/>
                  </a:cubicBezTo>
                  <a:cubicBezTo>
                    <a:pt x="3026" y="373"/>
                    <a:pt x="3026" y="373"/>
                    <a:pt x="3026" y="373"/>
                  </a:cubicBezTo>
                  <a:lnTo>
                    <a:pt x="3010" y="362"/>
                  </a:lnTo>
                  <a:close/>
                  <a:moveTo>
                    <a:pt x="2954" y="1413"/>
                  </a:moveTo>
                  <a:cubicBezTo>
                    <a:pt x="2954" y="2314"/>
                    <a:pt x="2389" y="3122"/>
                    <a:pt x="1513" y="3476"/>
                  </a:cubicBezTo>
                  <a:cubicBezTo>
                    <a:pt x="637" y="3122"/>
                    <a:pt x="72" y="2314"/>
                    <a:pt x="72" y="1413"/>
                  </a:cubicBezTo>
                  <a:cubicBezTo>
                    <a:pt x="72" y="412"/>
                    <a:pt x="72" y="412"/>
                    <a:pt x="72" y="412"/>
                  </a:cubicBezTo>
                  <a:cubicBezTo>
                    <a:pt x="391" y="208"/>
                    <a:pt x="966" y="72"/>
                    <a:pt x="1513" y="72"/>
                  </a:cubicBezTo>
                  <a:cubicBezTo>
                    <a:pt x="2060" y="72"/>
                    <a:pt x="2635" y="208"/>
                    <a:pt x="2954" y="412"/>
                  </a:cubicBezTo>
                  <a:lnTo>
                    <a:pt x="2954" y="14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44" name="Blue Freeform"/>
            <p:cNvSpPr>
              <a:spLocks/>
            </p:cNvSpPr>
            <p:nvPr userDrawn="1"/>
          </p:nvSpPr>
          <p:spPr bwMode="auto">
            <a:xfrm>
              <a:off x="5172" y="1540"/>
              <a:ext cx="511" cy="1116"/>
            </a:xfrm>
            <a:custGeom>
              <a:avLst/>
              <a:gdLst>
                <a:gd name="T0" fmla="*/ 1329 w 1329"/>
                <a:gd name="T1" fmla="*/ 40 h 2908"/>
                <a:gd name="T2" fmla="*/ 302 w 1329"/>
                <a:gd name="T3" fmla="*/ 1068 h 2908"/>
                <a:gd name="T4" fmla="*/ 544 w 1329"/>
                <a:gd name="T5" fmla="*/ 1370 h 2908"/>
                <a:gd name="T6" fmla="*/ 0 w 1329"/>
                <a:gd name="T7" fmla="*/ 1991 h 2908"/>
                <a:gd name="T8" fmla="*/ 0 w 1329"/>
                <a:gd name="T9" fmla="*/ 2908 h 2908"/>
                <a:gd name="T10" fmla="*/ 1329 w 1329"/>
                <a:gd name="T11" fmla="*/ 930 h 2908"/>
                <a:gd name="T12" fmla="*/ 1329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1329" y="40"/>
                  </a:moveTo>
                  <a:cubicBezTo>
                    <a:pt x="302" y="1068"/>
                    <a:pt x="302" y="1068"/>
                    <a:pt x="302" y="1068"/>
                  </a:cubicBezTo>
                  <a:cubicBezTo>
                    <a:pt x="544" y="1370"/>
                    <a:pt x="544" y="1370"/>
                    <a:pt x="544" y="1370"/>
                  </a:cubicBezTo>
                  <a:cubicBezTo>
                    <a:pt x="0" y="1991"/>
                    <a:pt x="0" y="1991"/>
                    <a:pt x="0" y="1991"/>
                  </a:cubicBezTo>
                  <a:cubicBezTo>
                    <a:pt x="0" y="2908"/>
                    <a:pt x="0" y="2908"/>
                    <a:pt x="0" y="2908"/>
                  </a:cubicBezTo>
                  <a:cubicBezTo>
                    <a:pt x="540" y="2665"/>
                    <a:pt x="1329" y="2054"/>
                    <a:pt x="1329" y="930"/>
                  </a:cubicBezTo>
                  <a:cubicBezTo>
                    <a:pt x="1329" y="0"/>
                    <a:pt x="1329" y="41"/>
                    <a:pt x="1329" y="40"/>
                  </a:cubicBezTo>
                  <a:close/>
                </a:path>
              </a:pathLst>
            </a:custGeom>
            <a:solidFill>
              <a:srgbClr val="0056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sp>
          <p:nvSpPr>
            <p:cNvPr id="45" name="Red Freeform"/>
            <p:cNvSpPr>
              <a:spLocks/>
            </p:cNvSpPr>
            <p:nvPr userDrawn="1"/>
          </p:nvSpPr>
          <p:spPr bwMode="auto">
            <a:xfrm>
              <a:off x="4662" y="1540"/>
              <a:ext cx="510" cy="1116"/>
            </a:xfrm>
            <a:custGeom>
              <a:avLst/>
              <a:gdLst>
                <a:gd name="T0" fmla="*/ 0 w 1329"/>
                <a:gd name="T1" fmla="*/ 40 h 2908"/>
                <a:gd name="T2" fmla="*/ 1027 w 1329"/>
                <a:gd name="T3" fmla="*/ 1068 h 2908"/>
                <a:gd name="T4" fmla="*/ 785 w 1329"/>
                <a:gd name="T5" fmla="*/ 1370 h 2908"/>
                <a:gd name="T6" fmla="*/ 1329 w 1329"/>
                <a:gd name="T7" fmla="*/ 1991 h 2908"/>
                <a:gd name="T8" fmla="*/ 1329 w 1329"/>
                <a:gd name="T9" fmla="*/ 2908 h 2908"/>
                <a:gd name="T10" fmla="*/ 0 w 1329"/>
                <a:gd name="T11" fmla="*/ 930 h 2908"/>
                <a:gd name="T12" fmla="*/ 0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0" y="40"/>
                  </a:moveTo>
                  <a:cubicBezTo>
                    <a:pt x="1027" y="1068"/>
                    <a:pt x="1027" y="1068"/>
                    <a:pt x="1027" y="1068"/>
                  </a:cubicBezTo>
                  <a:cubicBezTo>
                    <a:pt x="785" y="1370"/>
                    <a:pt x="785" y="1370"/>
                    <a:pt x="785" y="1370"/>
                  </a:cubicBezTo>
                  <a:cubicBezTo>
                    <a:pt x="1329" y="1991"/>
                    <a:pt x="1329" y="1991"/>
                    <a:pt x="1329" y="1991"/>
                  </a:cubicBezTo>
                  <a:cubicBezTo>
                    <a:pt x="1329" y="2908"/>
                    <a:pt x="1329" y="2908"/>
                    <a:pt x="1329" y="2908"/>
                  </a:cubicBezTo>
                  <a:cubicBezTo>
                    <a:pt x="789" y="2665"/>
                    <a:pt x="0" y="2054"/>
                    <a:pt x="0" y="930"/>
                  </a:cubicBezTo>
                  <a:cubicBezTo>
                    <a:pt x="0" y="0"/>
                    <a:pt x="0" y="41"/>
                    <a:pt x="0" y="40"/>
                  </a:cubicBezTo>
                  <a:close/>
                </a:path>
              </a:pathLst>
            </a:custGeom>
            <a:solidFill>
              <a:srgbClr val="C320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prstClr val="black"/>
                </a:solidFill>
                <a:effectLst/>
                <a:uLnTx/>
                <a:uFillTx/>
              </a:endParaRPr>
            </a:p>
          </p:txBody>
        </p:sp>
      </p:grpSp>
      <p:pic>
        <p:nvPicPr>
          <p:cNvPr id="38" name="Picture 3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726411" y="5802774"/>
            <a:ext cx="879404" cy="838201"/>
          </a:xfrm>
          <a:prstGeom prst="rect">
            <a:avLst/>
          </a:prstGeom>
        </p:spPr>
      </p:pic>
    </p:spTree>
    <p:extLst>
      <p:ext uri="{BB962C8B-B14F-4D97-AF65-F5344CB8AC3E}">
        <p14:creationId xmlns:p14="http://schemas.microsoft.com/office/powerpoint/2010/main" val="3371992240"/>
      </p:ext>
    </p:extLst>
  </p:cSld>
  <p:clrMapOvr>
    <a:masterClrMapping/>
  </p:clrMapOvr>
  <p:transition spd="slow">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Title, Subtitle, Content and Bumper">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a:xfrm>
            <a:off x="17253" y="6193640"/>
            <a:ext cx="8307388" cy="300082"/>
          </a:xfrm>
        </p:spPr>
        <p:txBody>
          <a:bodyPr vert="horz" lIns="182880" tIns="45720" rIns="91440" bIns="45720" rtlCol="0" anchor="t" anchorCtr="0">
            <a:spAutoFit/>
          </a:bodyPr>
          <a:lstStyle>
            <a:lvl1pPr marL="0" indent="0">
              <a:buFont typeface="Arial" panose="020B0604020202020204" pitchFamily="34" charset="0"/>
              <a:buNone/>
              <a:defRPr lang="en-US" sz="1500" b="1" i="1" smtClean="0">
                <a:solidFill>
                  <a:schemeClr val="tx1"/>
                </a:solidFill>
                <a:ea typeface="+mj-ea"/>
              </a:defRPr>
            </a:lvl1pPr>
            <a:lvl2pPr>
              <a:defRPr lang="en-US" smtClean="0"/>
            </a:lvl2pPr>
            <a:lvl3pPr>
              <a:defRPr lang="en-US" smtClean="0"/>
            </a:lvl3pPr>
            <a:lvl4pPr>
              <a:defRPr lang="en-US" smtClean="0"/>
            </a:lvl4pPr>
            <a:lvl5pPr>
              <a:defRPr lang="en-US"/>
            </a:lvl5pPr>
          </a:lstStyle>
          <a:p>
            <a:pPr marL="0" lvl="0">
              <a:spcBef>
                <a:spcPct val="0"/>
              </a:spcBef>
            </a:pPr>
            <a:r>
              <a:rPr lang="en-US"/>
              <a:t>Click to add bumper</a:t>
            </a:r>
          </a:p>
        </p:txBody>
      </p:sp>
      <p:sp>
        <p:nvSpPr>
          <p:cNvPr id="32" name="Title Placeholder 1"/>
          <p:cNvSpPr>
            <a:spLocks noGrp="1"/>
          </p:cNvSpPr>
          <p:nvPr>
            <p:ph type="title" hasCustomPrompt="1"/>
          </p:nvPr>
        </p:nvSpPr>
        <p:spPr bwMode="gray">
          <a:xfrm>
            <a:off x="836761" y="99568"/>
            <a:ext cx="7955280" cy="480131"/>
          </a:xfrm>
          <a:prstGeom prst="rect">
            <a:avLst/>
          </a:prstGeom>
        </p:spPr>
        <p:txBody>
          <a:bodyPr vert="horz" lIns="182880" tIns="45720" rIns="91440" bIns="45720" rtlCol="0" anchor="t" anchorCtr="0">
            <a:spAutoFit/>
          </a:bodyPr>
          <a:lstStyle>
            <a:lvl1pPr marL="0">
              <a:defRPr sz="2800">
                <a:solidFill>
                  <a:schemeClr val="tx1"/>
                </a:solidFill>
              </a:defRPr>
            </a:lvl1pPr>
          </a:lstStyle>
          <a:p>
            <a:pPr marL="0" lvl="0"/>
            <a:r>
              <a:rPr lang="en-US"/>
              <a:t>Slide Title — Arial 28 Bold</a:t>
            </a:r>
          </a:p>
        </p:txBody>
      </p:sp>
      <p:sp>
        <p:nvSpPr>
          <p:cNvPr id="37" name="Text Placeholder 36"/>
          <p:cNvSpPr>
            <a:spLocks noGrp="1"/>
          </p:cNvSpPr>
          <p:nvPr>
            <p:ph type="body" sz="quarter" idx="14"/>
          </p:nvPr>
        </p:nvSpPr>
        <p:spPr>
          <a:xfrm>
            <a:off x="496519" y="970958"/>
            <a:ext cx="5217198" cy="914400"/>
          </a:xfrm>
        </p:spPr>
        <p:txBody>
          <a:bodyPr/>
          <a:lstStyle>
            <a:lvl1pPr marL="342900" indent="-342900">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7606153"/>
      </p:ext>
    </p:extLst>
  </p:cSld>
  <p:clrMapOvr>
    <a:masterClrMapping/>
  </p:clrMapOvr>
  <p:transition spd="slow">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34716" y="3175088"/>
            <a:ext cx="7886700" cy="590931"/>
          </a:xfrm>
        </p:spPr>
        <p:txBody>
          <a:bodyPr anchor="b"/>
          <a:lstStyle>
            <a:lvl1pPr algn="ctr">
              <a:defRPr sz="3600">
                <a:solidFill>
                  <a:schemeClr val="tx1"/>
                </a:solidFill>
                <a:latin typeface="Arial" panose="020B0604020202020204" pitchFamily="34" charset="0"/>
                <a:cs typeface="Arial" panose="020B0604020202020204" pitchFamily="34" charset="0"/>
              </a:defRPr>
            </a:lvl1pPr>
          </a:lstStyle>
          <a:p>
            <a:r>
              <a:rPr lang="en-US"/>
              <a:t>Click to edit Master title style</a:t>
            </a:r>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1A3C3F5D-9F0A-4D26-898B-10DC4C85EEE6}" type="slidenum">
              <a:rPr lang="en-US" smtClean="0"/>
              <a:pPr/>
              <a:t>‹#›</a:t>
            </a:fld>
            <a:endParaRPr lang="en-US"/>
          </a:p>
        </p:txBody>
      </p:sp>
    </p:spTree>
    <p:extLst>
      <p:ext uri="{BB962C8B-B14F-4D97-AF65-F5344CB8AC3E}">
        <p14:creationId xmlns:p14="http://schemas.microsoft.com/office/powerpoint/2010/main" val="855739472"/>
      </p:ext>
    </p:extLst>
  </p:cSld>
  <p:clrMapOvr>
    <a:masterClrMapping/>
  </p:clrMapOvr>
  <p:transition spd="slow">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50073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8494776" y="6462611"/>
            <a:ext cx="612648" cy="365125"/>
          </a:xfrm>
          <a:prstGeom prst="rect">
            <a:avLst/>
          </a:prstGeom>
        </p:spPr>
        <p:txBody>
          <a:bodyPr/>
          <a:lstStyle/>
          <a:p>
            <a:fld id="{89F2C004-2715-FE49-B628-06E74F704CD7}" type="slidenum">
              <a:rPr lang="en-US" smtClean="0">
                <a:solidFill>
                  <a:prstClr val="white"/>
                </a:solidFill>
              </a:rPr>
              <a:pPr/>
              <a:t>‹#›</a:t>
            </a:fld>
            <a:endParaRPr lang="en-US" dirty="0">
              <a:solidFill>
                <a:prstClr val="white"/>
              </a:solidFill>
            </a:endParaRPr>
          </a:p>
        </p:txBody>
      </p:sp>
      <p:grpSp>
        <p:nvGrpSpPr>
          <p:cNvPr id="3" name="Group 2"/>
          <p:cNvGrpSpPr/>
          <p:nvPr userDrawn="1"/>
        </p:nvGrpSpPr>
        <p:grpSpPr>
          <a:xfrm>
            <a:off x="144954" y="79430"/>
            <a:ext cx="8084889" cy="903338"/>
            <a:chOff x="144954" y="71442"/>
            <a:chExt cx="8084889" cy="903338"/>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46878" y="105766"/>
            <a:ext cx="784898" cy="784898"/>
          </a:xfrm>
          <a:prstGeom prst="rect">
            <a:avLst/>
          </a:prstGeom>
        </p:spPr>
      </p:pic>
    </p:spTree>
    <p:extLst>
      <p:ext uri="{BB962C8B-B14F-4D97-AF65-F5344CB8AC3E}">
        <p14:creationId xmlns:p14="http://schemas.microsoft.com/office/powerpoint/2010/main" val="298193269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8494776" y="6462611"/>
            <a:ext cx="612648" cy="365125"/>
          </a:xfrm>
          <a:prstGeom prst="rect">
            <a:avLst/>
          </a:prstGeom>
        </p:spPr>
        <p:txBody>
          <a:bodyPr/>
          <a:lstStyle/>
          <a:p>
            <a:fld id="{89F2C004-2715-FE49-B628-06E74F704CD7}" type="slidenum">
              <a:rPr lang="en-US" smtClean="0">
                <a:solidFill>
                  <a:prstClr val="white"/>
                </a:solidFill>
              </a:rPr>
              <a:pPr/>
              <a:t>‹#›</a:t>
            </a:fld>
            <a:endParaRPr lang="en-US" dirty="0">
              <a:solidFill>
                <a:prstClr val="white"/>
              </a:solidFill>
            </a:endParaRPr>
          </a:p>
        </p:txBody>
      </p:sp>
      <p:grpSp>
        <p:nvGrpSpPr>
          <p:cNvPr id="3" name="Group 2"/>
          <p:cNvGrpSpPr/>
          <p:nvPr userDrawn="1"/>
        </p:nvGrpSpPr>
        <p:grpSpPr>
          <a:xfrm>
            <a:off x="144954" y="79430"/>
            <a:ext cx="8084889" cy="903338"/>
            <a:chOff x="144954" y="71442"/>
            <a:chExt cx="8084889" cy="903338"/>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46878" y="105766"/>
            <a:ext cx="784898" cy="784898"/>
          </a:xfrm>
          <a:prstGeom prst="rect">
            <a:avLst/>
          </a:prstGeom>
        </p:spPr>
      </p:pic>
    </p:spTree>
    <p:extLst>
      <p:ext uri="{BB962C8B-B14F-4D97-AF65-F5344CB8AC3E}">
        <p14:creationId xmlns:p14="http://schemas.microsoft.com/office/powerpoint/2010/main" val="362167312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5" name="Picture 4" descr="PPTCoverBkgrd1b.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719984" y="2371726"/>
            <a:ext cx="7772400" cy="1470025"/>
          </a:xfrm>
          <a:prstGeom prst="rect">
            <a:avLst/>
          </a:prstGeom>
        </p:spPr>
        <p:txBody>
          <a:bodyPr/>
          <a:lstStyle>
            <a:lvl1pPr>
              <a:defRPr sz="3200">
                <a:solidFill>
                  <a:schemeClr val="tx1"/>
                </a:solidFill>
                <a:effectLst/>
                <a:latin typeface=" Arial"/>
                <a:cs typeface="Arial"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solidFill>
                <a:latin typeface=" Arial"/>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8" name="Picture 7" descr="US ARMY Black and Gold.png"/>
          <p:cNvPicPr>
            <a:picLocks noChangeAspect="1"/>
          </p:cNvPicPr>
          <p:nvPr userDrawn="1"/>
        </p:nvPicPr>
        <p:blipFill>
          <a:blip r:embed="rId3" cstate="print"/>
          <a:stretch>
            <a:fillRect/>
          </a:stretch>
        </p:blipFill>
        <p:spPr>
          <a:xfrm>
            <a:off x="304800" y="717686"/>
            <a:ext cx="801518" cy="1000410"/>
          </a:xfrm>
          <a:prstGeom prst="rect">
            <a:avLst/>
          </a:prstGeom>
        </p:spPr>
      </p:pic>
      <p:pic>
        <p:nvPicPr>
          <p:cNvPr id="7" name="Picture 6" descr="AMC_Logo.png"/>
          <p:cNvPicPr>
            <a:picLocks noChangeAspect="1"/>
          </p:cNvPicPr>
          <p:nvPr userDrawn="1"/>
        </p:nvPicPr>
        <p:blipFill>
          <a:blip r:embed="rId4" cstate="print"/>
          <a:stretch>
            <a:fillRect/>
          </a:stretch>
        </p:blipFill>
        <p:spPr>
          <a:xfrm>
            <a:off x="7304395" y="732607"/>
            <a:ext cx="713442" cy="839838"/>
          </a:xfrm>
          <a:prstGeom prst="rect">
            <a:avLst/>
          </a:prstGeom>
          <a:effectLst>
            <a:outerShdw blurRad="50800" dist="38100" dir="2700000" algn="tl" rotWithShape="0">
              <a:prstClr val="black">
                <a:alpha val="40000"/>
              </a:prstClr>
            </a:outerShdw>
          </a:effectLst>
        </p:spPr>
      </p:pic>
      <p:sp>
        <p:nvSpPr>
          <p:cNvPr id="9" name="Footer Placeholder 16"/>
          <p:cNvSpPr txBox="1">
            <a:spLocks/>
          </p:cNvSpPr>
          <p:nvPr userDrawn="1"/>
        </p:nvSpPr>
        <p:spPr>
          <a:xfrm>
            <a:off x="-17930" y="-3890"/>
            <a:ext cx="9144000" cy="231776"/>
          </a:xfrm>
          <a:prstGeom prst="rect">
            <a:avLst/>
          </a:prstGeom>
        </p:spPr>
        <p:txBody>
          <a:bodyPr/>
          <a:lstStyle/>
          <a:p>
            <a:pPr algn="ctr">
              <a:defRPr/>
            </a:pPr>
            <a:r>
              <a:rPr lang="en-US" sz="1000" b="1" dirty="0">
                <a:solidFill>
                  <a:srgbClr val="000000"/>
                </a:solidFill>
                <a:latin typeface=" Arial"/>
                <a:ea typeface="MS PGothic" pitchFamily="34" charset="-128"/>
                <a:cs typeface="Arial" pitchFamily="34" charset="0"/>
              </a:rPr>
              <a:t>UNCLASSIFIED//FOUO</a:t>
            </a:r>
          </a:p>
        </p:txBody>
      </p:sp>
      <p:sp>
        <p:nvSpPr>
          <p:cNvPr id="10" name="Footer Placeholder 16"/>
          <p:cNvSpPr txBox="1">
            <a:spLocks/>
          </p:cNvSpPr>
          <p:nvPr userDrawn="1"/>
        </p:nvSpPr>
        <p:spPr>
          <a:xfrm>
            <a:off x="0" y="6629400"/>
            <a:ext cx="1721687" cy="184151"/>
          </a:xfrm>
          <a:prstGeom prst="rect">
            <a:avLst/>
          </a:prstGeom>
        </p:spPr>
        <p:txBody>
          <a:bodyPr/>
          <a:lstStyle/>
          <a:p>
            <a:pPr algn="l">
              <a:defRPr/>
            </a:pPr>
            <a:r>
              <a:rPr lang="en-US" sz="1000" b="1" dirty="0">
                <a:solidFill>
                  <a:srgbClr val="000000"/>
                </a:solidFill>
                <a:latin typeface=" Arial"/>
                <a:ea typeface="MS PGothic" pitchFamily="34" charset="-128"/>
                <a:cs typeface="Arial" pitchFamily="34" charset="0"/>
              </a:rPr>
              <a:t>UNCLASSIFIED//FOUO</a:t>
            </a:r>
          </a:p>
        </p:txBody>
      </p:sp>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109888" y="729150"/>
            <a:ext cx="793014" cy="794850"/>
          </a:xfrm>
          <a:prstGeom prst="rect">
            <a:avLst/>
          </a:prstGeom>
        </p:spPr>
      </p:pic>
    </p:spTree>
    <p:extLst>
      <p:ext uri="{BB962C8B-B14F-4D97-AF65-F5344CB8AC3E}">
        <p14:creationId xmlns:p14="http://schemas.microsoft.com/office/powerpoint/2010/main" val="192845366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6317403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gradFill>
          <a:gsLst>
            <a:gs pos="0">
              <a:srgbClr val="7F7F73">
                <a:lumMod val="5000"/>
                <a:lumOff val="95000"/>
              </a:srgbClr>
            </a:gs>
            <a:gs pos="74000">
              <a:srgbClr val="7F7F73"/>
            </a:gs>
            <a:gs pos="83000">
              <a:srgbClr val="7F7F73"/>
            </a:gs>
            <a:gs pos="100000">
              <a:srgbClr val="7F7F73">
                <a:lumMod val="50000"/>
                <a:lumOff val="50000"/>
              </a:srgbClr>
            </a:gs>
          </a:gsLst>
          <a:lin ang="3600000" scaled="0"/>
        </a:gradFill>
        <a:effectLst/>
      </p:bgPr>
    </p:bg>
    <p:spTree>
      <p:nvGrpSpPr>
        <p:cNvPr id="1" name=""/>
        <p:cNvGrpSpPr/>
        <p:nvPr/>
      </p:nvGrpSpPr>
      <p:grpSpPr>
        <a:xfrm>
          <a:off x="0" y="0"/>
          <a:ext cx="0" cy="0"/>
          <a:chOff x="0" y="0"/>
          <a:chExt cx="0" cy="0"/>
        </a:xfrm>
      </p:grpSpPr>
      <p:pic>
        <p:nvPicPr>
          <p:cNvPr id="5" name="Picture 4" descr="A group of people posing for a photo&#10;&#10;Description automatically generated with medium confidence">
            <a:extLst>
              <a:ext uri="{FF2B5EF4-FFF2-40B4-BE49-F238E27FC236}">
                <a16:creationId xmlns:a16="http://schemas.microsoft.com/office/drawing/2014/main" id="{38E57C7A-2ACC-4371-81AE-A3FDFF286D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8" name="Round Same Side Corner Rectangle 17"/>
          <p:cNvSpPr/>
          <p:nvPr userDrawn="1"/>
        </p:nvSpPr>
        <p:spPr>
          <a:xfrm>
            <a:off x="0" y="-1588"/>
            <a:ext cx="2960017" cy="956014"/>
          </a:xfrm>
          <a:prstGeom prst="round2SameRect">
            <a:avLst>
              <a:gd name="adj1" fmla="val 0"/>
              <a:gd name="adj2" fmla="val 7443"/>
            </a:avLst>
          </a:prstGeom>
          <a:gradFill>
            <a:gsLst>
              <a:gs pos="0">
                <a:schemeClr val="tx1">
                  <a:lumMod val="50000"/>
                  <a:lumOff val="50000"/>
                </a:schemeClr>
              </a:gs>
              <a:gs pos="68000">
                <a:schemeClr val="tx1">
                  <a:lumMod val="95000"/>
                  <a:lumOff val="5000"/>
                </a:schemeClr>
              </a:gs>
              <a:gs pos="34000">
                <a:schemeClr val="tx1">
                  <a:lumMod val="85000"/>
                  <a:lumOff val="15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a:extLst>
              <a:ext uri="{FF2B5EF4-FFF2-40B4-BE49-F238E27FC236}">
                <a16:creationId xmlns:a16="http://schemas.microsoft.com/office/drawing/2014/main" id="{1341F10D-3EDF-3EC6-8CC6-FAC7CC29567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047287" y="5777566"/>
            <a:ext cx="1902081" cy="1082022"/>
          </a:xfrm>
          <a:prstGeom prst="rect">
            <a:avLst/>
          </a:prstGeom>
        </p:spPr>
      </p:pic>
      <p:grpSp>
        <p:nvGrpSpPr>
          <p:cNvPr id="4" name="AMC insignia">
            <a:extLst>
              <a:ext uri="{FF2B5EF4-FFF2-40B4-BE49-F238E27FC236}">
                <a16:creationId xmlns:a16="http://schemas.microsoft.com/office/drawing/2014/main" id="{6268229C-6291-5475-051B-CA723A6FB857}"/>
              </a:ext>
            </a:extLst>
          </p:cNvPr>
          <p:cNvGrpSpPr>
            <a:grpSpLocks noChangeAspect="1"/>
          </p:cNvGrpSpPr>
          <p:nvPr userDrawn="1"/>
        </p:nvGrpSpPr>
        <p:grpSpPr bwMode="auto">
          <a:xfrm>
            <a:off x="7354392" y="6090451"/>
            <a:ext cx="533159" cy="626380"/>
            <a:chOff x="4592" y="1364"/>
            <a:chExt cx="1161" cy="1364"/>
          </a:xfrm>
        </p:grpSpPr>
        <p:sp>
          <p:nvSpPr>
            <p:cNvPr id="6" name="Crest Freeform">
              <a:extLst>
                <a:ext uri="{FF2B5EF4-FFF2-40B4-BE49-F238E27FC236}">
                  <a16:creationId xmlns:a16="http://schemas.microsoft.com/office/drawing/2014/main" id="{45A174CC-A214-E189-C263-C5291D6C7984}"/>
                </a:ext>
              </a:extLst>
            </p:cNvPr>
            <p:cNvSpPr>
              <a:spLocks/>
            </p:cNvSpPr>
            <p:nvPr userDrawn="1"/>
          </p:nvSpPr>
          <p:spPr bwMode="auto">
            <a:xfrm>
              <a:off x="4605" y="1378"/>
              <a:ext cx="1135" cy="1335"/>
            </a:xfrm>
            <a:custGeom>
              <a:avLst/>
              <a:gdLst>
                <a:gd name="T0" fmla="*/ 1477 w 2954"/>
                <a:gd name="T1" fmla="*/ 0 h 3479"/>
                <a:gd name="T2" fmla="*/ 2954 w 2954"/>
                <a:gd name="T3" fmla="*/ 356 h 3479"/>
                <a:gd name="T4" fmla="*/ 2954 w 2954"/>
                <a:gd name="T5" fmla="*/ 1377 h 3479"/>
                <a:gd name="T6" fmla="*/ 1477 w 2954"/>
                <a:gd name="T7" fmla="*/ 3479 h 3479"/>
                <a:gd name="T8" fmla="*/ 0 w 2954"/>
                <a:gd name="T9" fmla="*/ 1377 h 3479"/>
                <a:gd name="T10" fmla="*/ 0 w 2954"/>
                <a:gd name="T11" fmla="*/ 356 h 3479"/>
                <a:gd name="T12" fmla="*/ 1477 w 2954"/>
                <a:gd name="T13" fmla="*/ 0 h 3479"/>
              </a:gdLst>
              <a:ahLst/>
              <a:cxnLst>
                <a:cxn ang="0">
                  <a:pos x="T0" y="T1"/>
                </a:cxn>
                <a:cxn ang="0">
                  <a:pos x="T2" y="T3"/>
                </a:cxn>
                <a:cxn ang="0">
                  <a:pos x="T4" y="T5"/>
                </a:cxn>
                <a:cxn ang="0">
                  <a:pos x="T6" y="T7"/>
                </a:cxn>
                <a:cxn ang="0">
                  <a:pos x="T8" y="T9"/>
                </a:cxn>
                <a:cxn ang="0">
                  <a:pos x="T10" y="T11"/>
                </a:cxn>
                <a:cxn ang="0">
                  <a:pos x="T12" y="T13"/>
                </a:cxn>
              </a:cxnLst>
              <a:rect l="0" t="0" r="r" b="b"/>
              <a:pathLst>
                <a:path w="2954" h="3479">
                  <a:moveTo>
                    <a:pt x="1477" y="0"/>
                  </a:moveTo>
                  <a:cubicBezTo>
                    <a:pt x="2003" y="0"/>
                    <a:pt x="2609" y="127"/>
                    <a:pt x="2954" y="356"/>
                  </a:cubicBezTo>
                  <a:cubicBezTo>
                    <a:pt x="2954" y="1377"/>
                    <a:pt x="2954" y="1377"/>
                    <a:pt x="2954" y="1377"/>
                  </a:cubicBezTo>
                  <a:cubicBezTo>
                    <a:pt x="2954" y="2275"/>
                    <a:pt x="2402" y="3111"/>
                    <a:pt x="1477" y="3479"/>
                  </a:cubicBezTo>
                  <a:cubicBezTo>
                    <a:pt x="552" y="3111"/>
                    <a:pt x="0" y="2275"/>
                    <a:pt x="0" y="1377"/>
                  </a:cubicBezTo>
                  <a:cubicBezTo>
                    <a:pt x="0" y="356"/>
                    <a:pt x="0" y="356"/>
                    <a:pt x="0" y="356"/>
                  </a:cubicBezTo>
                  <a:cubicBezTo>
                    <a:pt x="345" y="127"/>
                    <a:pt x="951" y="0"/>
                    <a:pt x="14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7" name="Black Frame Freeform">
              <a:extLst>
                <a:ext uri="{FF2B5EF4-FFF2-40B4-BE49-F238E27FC236}">
                  <a16:creationId xmlns:a16="http://schemas.microsoft.com/office/drawing/2014/main" id="{4A57904B-0E02-3C6C-169D-CAC17048059A}"/>
                </a:ext>
              </a:extLst>
            </p:cNvPr>
            <p:cNvSpPr>
              <a:spLocks noEditPoints="1"/>
            </p:cNvSpPr>
            <p:nvPr userDrawn="1"/>
          </p:nvSpPr>
          <p:spPr bwMode="auto">
            <a:xfrm>
              <a:off x="4592" y="1364"/>
              <a:ext cx="1161" cy="1364"/>
            </a:xfrm>
            <a:custGeom>
              <a:avLst/>
              <a:gdLst>
                <a:gd name="T0" fmla="*/ 3010 w 3026"/>
                <a:gd name="T1" fmla="*/ 362 h 3554"/>
                <a:gd name="T2" fmla="*/ 2328 w 3026"/>
                <a:gd name="T3" fmla="*/ 93 h 3554"/>
                <a:gd name="T4" fmla="*/ 1513 w 3026"/>
                <a:gd name="T5" fmla="*/ 0 h 3554"/>
                <a:gd name="T6" fmla="*/ 698 w 3026"/>
                <a:gd name="T7" fmla="*/ 93 h 3554"/>
                <a:gd name="T8" fmla="*/ 16 w 3026"/>
                <a:gd name="T9" fmla="*/ 362 h 3554"/>
                <a:gd name="T10" fmla="*/ 0 w 3026"/>
                <a:gd name="T11" fmla="*/ 373 h 3554"/>
                <a:gd name="T12" fmla="*/ 0 w 3026"/>
                <a:gd name="T13" fmla="*/ 1413 h 3554"/>
                <a:gd name="T14" fmla="*/ 398 w 3026"/>
                <a:gd name="T15" fmla="*/ 2683 h 3554"/>
                <a:gd name="T16" fmla="*/ 1500 w 3026"/>
                <a:gd name="T17" fmla="*/ 3548 h 3554"/>
                <a:gd name="T18" fmla="*/ 1513 w 3026"/>
                <a:gd name="T19" fmla="*/ 3554 h 3554"/>
                <a:gd name="T20" fmla="*/ 1526 w 3026"/>
                <a:gd name="T21" fmla="*/ 3548 h 3554"/>
                <a:gd name="T22" fmla="*/ 2628 w 3026"/>
                <a:gd name="T23" fmla="*/ 2683 h 3554"/>
                <a:gd name="T24" fmla="*/ 3026 w 3026"/>
                <a:gd name="T25" fmla="*/ 1413 h 3554"/>
                <a:gd name="T26" fmla="*/ 3026 w 3026"/>
                <a:gd name="T27" fmla="*/ 373 h 3554"/>
                <a:gd name="T28" fmla="*/ 3010 w 3026"/>
                <a:gd name="T29" fmla="*/ 362 h 3554"/>
                <a:gd name="T30" fmla="*/ 2954 w 3026"/>
                <a:gd name="T31" fmla="*/ 1413 h 3554"/>
                <a:gd name="T32" fmla="*/ 1513 w 3026"/>
                <a:gd name="T33" fmla="*/ 3476 h 3554"/>
                <a:gd name="T34" fmla="*/ 72 w 3026"/>
                <a:gd name="T35" fmla="*/ 1413 h 3554"/>
                <a:gd name="T36" fmla="*/ 72 w 3026"/>
                <a:gd name="T37" fmla="*/ 412 h 3554"/>
                <a:gd name="T38" fmla="*/ 1513 w 3026"/>
                <a:gd name="T39" fmla="*/ 72 h 3554"/>
                <a:gd name="T40" fmla="*/ 2954 w 3026"/>
                <a:gd name="T41" fmla="*/ 412 h 3554"/>
                <a:gd name="T42" fmla="*/ 2954 w 3026"/>
                <a:gd name="T43" fmla="*/ 1413 h 3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26" h="3554">
                  <a:moveTo>
                    <a:pt x="3010" y="362"/>
                  </a:moveTo>
                  <a:cubicBezTo>
                    <a:pt x="2842" y="251"/>
                    <a:pt x="2606" y="158"/>
                    <a:pt x="2328" y="93"/>
                  </a:cubicBezTo>
                  <a:cubicBezTo>
                    <a:pt x="2069" y="33"/>
                    <a:pt x="1779" y="0"/>
                    <a:pt x="1513" y="0"/>
                  </a:cubicBezTo>
                  <a:cubicBezTo>
                    <a:pt x="1247" y="0"/>
                    <a:pt x="957" y="33"/>
                    <a:pt x="698" y="93"/>
                  </a:cubicBezTo>
                  <a:cubicBezTo>
                    <a:pt x="420" y="158"/>
                    <a:pt x="184" y="251"/>
                    <a:pt x="16" y="362"/>
                  </a:cubicBezTo>
                  <a:cubicBezTo>
                    <a:pt x="0" y="373"/>
                    <a:pt x="0" y="373"/>
                    <a:pt x="0" y="373"/>
                  </a:cubicBezTo>
                  <a:cubicBezTo>
                    <a:pt x="0" y="1413"/>
                    <a:pt x="0" y="1413"/>
                    <a:pt x="0" y="1413"/>
                  </a:cubicBezTo>
                  <a:cubicBezTo>
                    <a:pt x="0" y="1867"/>
                    <a:pt x="138" y="2306"/>
                    <a:pt x="398" y="2683"/>
                  </a:cubicBezTo>
                  <a:cubicBezTo>
                    <a:pt x="664" y="3068"/>
                    <a:pt x="1045" y="3368"/>
                    <a:pt x="1500" y="3548"/>
                  </a:cubicBezTo>
                  <a:cubicBezTo>
                    <a:pt x="1513" y="3554"/>
                    <a:pt x="1513" y="3554"/>
                    <a:pt x="1513" y="3554"/>
                  </a:cubicBezTo>
                  <a:cubicBezTo>
                    <a:pt x="1526" y="3548"/>
                    <a:pt x="1526" y="3548"/>
                    <a:pt x="1526" y="3548"/>
                  </a:cubicBezTo>
                  <a:cubicBezTo>
                    <a:pt x="1981" y="3368"/>
                    <a:pt x="2362" y="3068"/>
                    <a:pt x="2628" y="2683"/>
                  </a:cubicBezTo>
                  <a:cubicBezTo>
                    <a:pt x="2888" y="2306"/>
                    <a:pt x="3026" y="1867"/>
                    <a:pt x="3026" y="1413"/>
                  </a:cubicBezTo>
                  <a:cubicBezTo>
                    <a:pt x="3026" y="373"/>
                    <a:pt x="3026" y="373"/>
                    <a:pt x="3026" y="373"/>
                  </a:cubicBezTo>
                  <a:lnTo>
                    <a:pt x="3010" y="362"/>
                  </a:lnTo>
                  <a:close/>
                  <a:moveTo>
                    <a:pt x="2954" y="1413"/>
                  </a:moveTo>
                  <a:cubicBezTo>
                    <a:pt x="2954" y="2314"/>
                    <a:pt x="2389" y="3122"/>
                    <a:pt x="1513" y="3476"/>
                  </a:cubicBezTo>
                  <a:cubicBezTo>
                    <a:pt x="637" y="3122"/>
                    <a:pt x="72" y="2314"/>
                    <a:pt x="72" y="1413"/>
                  </a:cubicBezTo>
                  <a:cubicBezTo>
                    <a:pt x="72" y="412"/>
                    <a:pt x="72" y="412"/>
                    <a:pt x="72" y="412"/>
                  </a:cubicBezTo>
                  <a:cubicBezTo>
                    <a:pt x="391" y="208"/>
                    <a:pt x="966" y="72"/>
                    <a:pt x="1513" y="72"/>
                  </a:cubicBezTo>
                  <a:cubicBezTo>
                    <a:pt x="2060" y="72"/>
                    <a:pt x="2635" y="208"/>
                    <a:pt x="2954" y="412"/>
                  </a:cubicBezTo>
                  <a:lnTo>
                    <a:pt x="2954" y="14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8" name="Blue Freeform">
              <a:extLst>
                <a:ext uri="{FF2B5EF4-FFF2-40B4-BE49-F238E27FC236}">
                  <a16:creationId xmlns:a16="http://schemas.microsoft.com/office/drawing/2014/main" id="{0E4419A0-5184-EC4C-57A0-A6BC13A3D552}"/>
                </a:ext>
              </a:extLst>
            </p:cNvPr>
            <p:cNvSpPr>
              <a:spLocks/>
            </p:cNvSpPr>
            <p:nvPr userDrawn="1"/>
          </p:nvSpPr>
          <p:spPr bwMode="auto">
            <a:xfrm>
              <a:off x="5172" y="1540"/>
              <a:ext cx="511" cy="1116"/>
            </a:xfrm>
            <a:custGeom>
              <a:avLst/>
              <a:gdLst>
                <a:gd name="T0" fmla="*/ 1329 w 1329"/>
                <a:gd name="T1" fmla="*/ 40 h 2908"/>
                <a:gd name="T2" fmla="*/ 302 w 1329"/>
                <a:gd name="T3" fmla="*/ 1068 h 2908"/>
                <a:gd name="T4" fmla="*/ 544 w 1329"/>
                <a:gd name="T5" fmla="*/ 1370 h 2908"/>
                <a:gd name="T6" fmla="*/ 0 w 1329"/>
                <a:gd name="T7" fmla="*/ 1991 h 2908"/>
                <a:gd name="T8" fmla="*/ 0 w 1329"/>
                <a:gd name="T9" fmla="*/ 2908 h 2908"/>
                <a:gd name="T10" fmla="*/ 1329 w 1329"/>
                <a:gd name="T11" fmla="*/ 930 h 2908"/>
                <a:gd name="T12" fmla="*/ 1329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1329" y="40"/>
                  </a:moveTo>
                  <a:cubicBezTo>
                    <a:pt x="302" y="1068"/>
                    <a:pt x="302" y="1068"/>
                    <a:pt x="302" y="1068"/>
                  </a:cubicBezTo>
                  <a:cubicBezTo>
                    <a:pt x="544" y="1370"/>
                    <a:pt x="544" y="1370"/>
                    <a:pt x="544" y="1370"/>
                  </a:cubicBezTo>
                  <a:cubicBezTo>
                    <a:pt x="0" y="1991"/>
                    <a:pt x="0" y="1991"/>
                    <a:pt x="0" y="1991"/>
                  </a:cubicBezTo>
                  <a:cubicBezTo>
                    <a:pt x="0" y="2908"/>
                    <a:pt x="0" y="2908"/>
                    <a:pt x="0" y="2908"/>
                  </a:cubicBezTo>
                  <a:cubicBezTo>
                    <a:pt x="540" y="2665"/>
                    <a:pt x="1329" y="2054"/>
                    <a:pt x="1329" y="930"/>
                  </a:cubicBezTo>
                  <a:cubicBezTo>
                    <a:pt x="1329" y="0"/>
                    <a:pt x="1329" y="41"/>
                    <a:pt x="1329" y="40"/>
                  </a:cubicBezTo>
                  <a:close/>
                </a:path>
              </a:pathLst>
            </a:custGeom>
            <a:solidFill>
              <a:srgbClr val="0056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9" name="Red Freeform">
              <a:extLst>
                <a:ext uri="{FF2B5EF4-FFF2-40B4-BE49-F238E27FC236}">
                  <a16:creationId xmlns:a16="http://schemas.microsoft.com/office/drawing/2014/main" id="{F063F40E-6451-3506-06EF-A27AB597B213}"/>
                </a:ext>
              </a:extLst>
            </p:cNvPr>
            <p:cNvSpPr>
              <a:spLocks/>
            </p:cNvSpPr>
            <p:nvPr userDrawn="1"/>
          </p:nvSpPr>
          <p:spPr bwMode="auto">
            <a:xfrm>
              <a:off x="4662" y="1540"/>
              <a:ext cx="510" cy="1116"/>
            </a:xfrm>
            <a:custGeom>
              <a:avLst/>
              <a:gdLst>
                <a:gd name="T0" fmla="*/ 0 w 1329"/>
                <a:gd name="T1" fmla="*/ 40 h 2908"/>
                <a:gd name="T2" fmla="*/ 1027 w 1329"/>
                <a:gd name="T3" fmla="*/ 1068 h 2908"/>
                <a:gd name="T4" fmla="*/ 785 w 1329"/>
                <a:gd name="T5" fmla="*/ 1370 h 2908"/>
                <a:gd name="T6" fmla="*/ 1329 w 1329"/>
                <a:gd name="T7" fmla="*/ 1991 h 2908"/>
                <a:gd name="T8" fmla="*/ 1329 w 1329"/>
                <a:gd name="T9" fmla="*/ 2908 h 2908"/>
                <a:gd name="T10" fmla="*/ 0 w 1329"/>
                <a:gd name="T11" fmla="*/ 930 h 2908"/>
                <a:gd name="T12" fmla="*/ 0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0" y="40"/>
                  </a:moveTo>
                  <a:cubicBezTo>
                    <a:pt x="1027" y="1068"/>
                    <a:pt x="1027" y="1068"/>
                    <a:pt x="1027" y="1068"/>
                  </a:cubicBezTo>
                  <a:cubicBezTo>
                    <a:pt x="785" y="1370"/>
                    <a:pt x="785" y="1370"/>
                    <a:pt x="785" y="1370"/>
                  </a:cubicBezTo>
                  <a:cubicBezTo>
                    <a:pt x="1329" y="1991"/>
                    <a:pt x="1329" y="1991"/>
                    <a:pt x="1329" y="1991"/>
                  </a:cubicBezTo>
                  <a:cubicBezTo>
                    <a:pt x="1329" y="2908"/>
                    <a:pt x="1329" y="2908"/>
                    <a:pt x="1329" y="2908"/>
                  </a:cubicBezTo>
                  <a:cubicBezTo>
                    <a:pt x="789" y="2665"/>
                    <a:pt x="0" y="2054"/>
                    <a:pt x="0" y="930"/>
                  </a:cubicBezTo>
                  <a:cubicBezTo>
                    <a:pt x="0" y="0"/>
                    <a:pt x="0" y="41"/>
                    <a:pt x="0" y="40"/>
                  </a:cubicBezTo>
                  <a:close/>
                </a:path>
              </a:pathLst>
            </a:custGeom>
            <a:solidFill>
              <a:srgbClr val="C320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grpSp>
      <p:pic>
        <p:nvPicPr>
          <p:cNvPr id="10" name="Picture 9">
            <a:extLst>
              <a:ext uri="{FF2B5EF4-FFF2-40B4-BE49-F238E27FC236}">
                <a16:creationId xmlns:a16="http://schemas.microsoft.com/office/drawing/2014/main" id="{CFB51BC6-3ECC-616C-54B5-19DCE64EA8D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072080" y="6098222"/>
            <a:ext cx="586849" cy="610377"/>
          </a:xfrm>
          <a:prstGeom prst="rect">
            <a:avLst/>
          </a:prstGeom>
        </p:spPr>
      </p:pic>
      <p:pic>
        <p:nvPicPr>
          <p:cNvPr id="13" name="Picture 12" descr="Logo&#10;&#10;Description automatically generated">
            <a:extLst>
              <a:ext uri="{FF2B5EF4-FFF2-40B4-BE49-F238E27FC236}">
                <a16:creationId xmlns:a16="http://schemas.microsoft.com/office/drawing/2014/main" id="{987CD9BB-8AC3-C65B-C533-069FFF79FEA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73492" y="138149"/>
            <a:ext cx="2309567" cy="544714"/>
          </a:xfrm>
          <a:prstGeom prst="rect">
            <a:avLst/>
          </a:prstGeom>
        </p:spPr>
      </p:pic>
    </p:spTree>
    <p:extLst>
      <p:ext uri="{BB962C8B-B14F-4D97-AF65-F5344CB8AC3E}">
        <p14:creationId xmlns:p14="http://schemas.microsoft.com/office/powerpoint/2010/main" val="3371903471"/>
      </p:ext>
    </p:extLst>
  </p:cSld>
  <p:clrMapOvr>
    <a:masterClrMapping/>
  </p:clrMapOvr>
  <p:transition spd="slow">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latin typeface="G.I. 530" pitchFamily="2" charset="0"/>
              </a:defRPr>
            </a:lvl1pPr>
          </a:lstStyle>
          <a:p>
            <a:fld id="{F9AF2913-2DB3-46CA-AB90-630B618DC110}" type="slidenum">
              <a:rPr lang="en-US" smtClean="0"/>
              <a:pPr/>
              <a:t>‹#›</a:t>
            </a:fld>
            <a:endParaRPr lang="en-US" dirty="0"/>
          </a:p>
        </p:txBody>
      </p:sp>
      <p:pic>
        <p:nvPicPr>
          <p:cNvPr id="3" name="Picture 2">
            <a:extLst>
              <a:ext uri="{FF2B5EF4-FFF2-40B4-BE49-F238E27FC236}">
                <a16:creationId xmlns:a16="http://schemas.microsoft.com/office/drawing/2014/main" id="{F544C851-4310-E903-5B42-BBBFCD0C11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38242" y="5494924"/>
            <a:ext cx="1902081" cy="1082022"/>
          </a:xfrm>
          <a:prstGeom prst="rect">
            <a:avLst/>
          </a:prstGeom>
        </p:spPr>
      </p:pic>
      <p:grpSp>
        <p:nvGrpSpPr>
          <p:cNvPr id="5" name="AMC insignia">
            <a:extLst>
              <a:ext uri="{FF2B5EF4-FFF2-40B4-BE49-F238E27FC236}">
                <a16:creationId xmlns:a16="http://schemas.microsoft.com/office/drawing/2014/main" id="{42DE0849-D6B1-45A9-D566-BFF73FBFED85}"/>
              </a:ext>
            </a:extLst>
          </p:cNvPr>
          <p:cNvGrpSpPr>
            <a:grpSpLocks noChangeAspect="1"/>
          </p:cNvGrpSpPr>
          <p:nvPr userDrawn="1"/>
        </p:nvGrpSpPr>
        <p:grpSpPr bwMode="auto">
          <a:xfrm>
            <a:off x="7645347" y="5807809"/>
            <a:ext cx="533159" cy="626380"/>
            <a:chOff x="4592" y="1364"/>
            <a:chExt cx="1161" cy="1364"/>
          </a:xfrm>
        </p:grpSpPr>
        <p:sp>
          <p:nvSpPr>
            <p:cNvPr id="6" name="Crest Freeform">
              <a:extLst>
                <a:ext uri="{FF2B5EF4-FFF2-40B4-BE49-F238E27FC236}">
                  <a16:creationId xmlns:a16="http://schemas.microsoft.com/office/drawing/2014/main" id="{B2190D8F-F1A5-9D10-47CA-0947AFC69C72}"/>
                </a:ext>
              </a:extLst>
            </p:cNvPr>
            <p:cNvSpPr>
              <a:spLocks/>
            </p:cNvSpPr>
            <p:nvPr userDrawn="1"/>
          </p:nvSpPr>
          <p:spPr bwMode="auto">
            <a:xfrm>
              <a:off x="4605" y="1378"/>
              <a:ext cx="1135" cy="1335"/>
            </a:xfrm>
            <a:custGeom>
              <a:avLst/>
              <a:gdLst>
                <a:gd name="T0" fmla="*/ 1477 w 2954"/>
                <a:gd name="T1" fmla="*/ 0 h 3479"/>
                <a:gd name="T2" fmla="*/ 2954 w 2954"/>
                <a:gd name="T3" fmla="*/ 356 h 3479"/>
                <a:gd name="T4" fmla="*/ 2954 w 2954"/>
                <a:gd name="T5" fmla="*/ 1377 h 3479"/>
                <a:gd name="T6" fmla="*/ 1477 w 2954"/>
                <a:gd name="T7" fmla="*/ 3479 h 3479"/>
                <a:gd name="T8" fmla="*/ 0 w 2954"/>
                <a:gd name="T9" fmla="*/ 1377 h 3479"/>
                <a:gd name="T10" fmla="*/ 0 w 2954"/>
                <a:gd name="T11" fmla="*/ 356 h 3479"/>
                <a:gd name="T12" fmla="*/ 1477 w 2954"/>
                <a:gd name="T13" fmla="*/ 0 h 3479"/>
              </a:gdLst>
              <a:ahLst/>
              <a:cxnLst>
                <a:cxn ang="0">
                  <a:pos x="T0" y="T1"/>
                </a:cxn>
                <a:cxn ang="0">
                  <a:pos x="T2" y="T3"/>
                </a:cxn>
                <a:cxn ang="0">
                  <a:pos x="T4" y="T5"/>
                </a:cxn>
                <a:cxn ang="0">
                  <a:pos x="T6" y="T7"/>
                </a:cxn>
                <a:cxn ang="0">
                  <a:pos x="T8" y="T9"/>
                </a:cxn>
                <a:cxn ang="0">
                  <a:pos x="T10" y="T11"/>
                </a:cxn>
                <a:cxn ang="0">
                  <a:pos x="T12" y="T13"/>
                </a:cxn>
              </a:cxnLst>
              <a:rect l="0" t="0" r="r" b="b"/>
              <a:pathLst>
                <a:path w="2954" h="3479">
                  <a:moveTo>
                    <a:pt x="1477" y="0"/>
                  </a:moveTo>
                  <a:cubicBezTo>
                    <a:pt x="2003" y="0"/>
                    <a:pt x="2609" y="127"/>
                    <a:pt x="2954" y="356"/>
                  </a:cubicBezTo>
                  <a:cubicBezTo>
                    <a:pt x="2954" y="1377"/>
                    <a:pt x="2954" y="1377"/>
                    <a:pt x="2954" y="1377"/>
                  </a:cubicBezTo>
                  <a:cubicBezTo>
                    <a:pt x="2954" y="2275"/>
                    <a:pt x="2402" y="3111"/>
                    <a:pt x="1477" y="3479"/>
                  </a:cubicBezTo>
                  <a:cubicBezTo>
                    <a:pt x="552" y="3111"/>
                    <a:pt x="0" y="2275"/>
                    <a:pt x="0" y="1377"/>
                  </a:cubicBezTo>
                  <a:cubicBezTo>
                    <a:pt x="0" y="356"/>
                    <a:pt x="0" y="356"/>
                    <a:pt x="0" y="356"/>
                  </a:cubicBezTo>
                  <a:cubicBezTo>
                    <a:pt x="345" y="127"/>
                    <a:pt x="951" y="0"/>
                    <a:pt x="14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7" name="Black Frame Freeform">
              <a:extLst>
                <a:ext uri="{FF2B5EF4-FFF2-40B4-BE49-F238E27FC236}">
                  <a16:creationId xmlns:a16="http://schemas.microsoft.com/office/drawing/2014/main" id="{7C974F45-7C53-1416-CF63-C0FD449572B0}"/>
                </a:ext>
              </a:extLst>
            </p:cNvPr>
            <p:cNvSpPr>
              <a:spLocks noEditPoints="1"/>
            </p:cNvSpPr>
            <p:nvPr userDrawn="1"/>
          </p:nvSpPr>
          <p:spPr bwMode="auto">
            <a:xfrm>
              <a:off x="4592" y="1364"/>
              <a:ext cx="1161" cy="1364"/>
            </a:xfrm>
            <a:custGeom>
              <a:avLst/>
              <a:gdLst>
                <a:gd name="T0" fmla="*/ 3010 w 3026"/>
                <a:gd name="T1" fmla="*/ 362 h 3554"/>
                <a:gd name="T2" fmla="*/ 2328 w 3026"/>
                <a:gd name="T3" fmla="*/ 93 h 3554"/>
                <a:gd name="T4" fmla="*/ 1513 w 3026"/>
                <a:gd name="T5" fmla="*/ 0 h 3554"/>
                <a:gd name="T6" fmla="*/ 698 w 3026"/>
                <a:gd name="T7" fmla="*/ 93 h 3554"/>
                <a:gd name="T8" fmla="*/ 16 w 3026"/>
                <a:gd name="T9" fmla="*/ 362 h 3554"/>
                <a:gd name="T10" fmla="*/ 0 w 3026"/>
                <a:gd name="T11" fmla="*/ 373 h 3554"/>
                <a:gd name="T12" fmla="*/ 0 w 3026"/>
                <a:gd name="T13" fmla="*/ 1413 h 3554"/>
                <a:gd name="T14" fmla="*/ 398 w 3026"/>
                <a:gd name="T15" fmla="*/ 2683 h 3554"/>
                <a:gd name="T16" fmla="*/ 1500 w 3026"/>
                <a:gd name="T17" fmla="*/ 3548 h 3554"/>
                <a:gd name="T18" fmla="*/ 1513 w 3026"/>
                <a:gd name="T19" fmla="*/ 3554 h 3554"/>
                <a:gd name="T20" fmla="*/ 1526 w 3026"/>
                <a:gd name="T21" fmla="*/ 3548 h 3554"/>
                <a:gd name="T22" fmla="*/ 2628 w 3026"/>
                <a:gd name="T23" fmla="*/ 2683 h 3554"/>
                <a:gd name="T24" fmla="*/ 3026 w 3026"/>
                <a:gd name="T25" fmla="*/ 1413 h 3554"/>
                <a:gd name="T26" fmla="*/ 3026 w 3026"/>
                <a:gd name="T27" fmla="*/ 373 h 3554"/>
                <a:gd name="T28" fmla="*/ 3010 w 3026"/>
                <a:gd name="T29" fmla="*/ 362 h 3554"/>
                <a:gd name="T30" fmla="*/ 2954 w 3026"/>
                <a:gd name="T31" fmla="*/ 1413 h 3554"/>
                <a:gd name="T32" fmla="*/ 1513 w 3026"/>
                <a:gd name="T33" fmla="*/ 3476 h 3554"/>
                <a:gd name="T34" fmla="*/ 72 w 3026"/>
                <a:gd name="T35" fmla="*/ 1413 h 3554"/>
                <a:gd name="T36" fmla="*/ 72 w 3026"/>
                <a:gd name="T37" fmla="*/ 412 h 3554"/>
                <a:gd name="T38" fmla="*/ 1513 w 3026"/>
                <a:gd name="T39" fmla="*/ 72 h 3554"/>
                <a:gd name="T40" fmla="*/ 2954 w 3026"/>
                <a:gd name="T41" fmla="*/ 412 h 3554"/>
                <a:gd name="T42" fmla="*/ 2954 w 3026"/>
                <a:gd name="T43" fmla="*/ 1413 h 3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26" h="3554">
                  <a:moveTo>
                    <a:pt x="3010" y="362"/>
                  </a:moveTo>
                  <a:cubicBezTo>
                    <a:pt x="2842" y="251"/>
                    <a:pt x="2606" y="158"/>
                    <a:pt x="2328" y="93"/>
                  </a:cubicBezTo>
                  <a:cubicBezTo>
                    <a:pt x="2069" y="33"/>
                    <a:pt x="1779" y="0"/>
                    <a:pt x="1513" y="0"/>
                  </a:cubicBezTo>
                  <a:cubicBezTo>
                    <a:pt x="1247" y="0"/>
                    <a:pt x="957" y="33"/>
                    <a:pt x="698" y="93"/>
                  </a:cubicBezTo>
                  <a:cubicBezTo>
                    <a:pt x="420" y="158"/>
                    <a:pt x="184" y="251"/>
                    <a:pt x="16" y="362"/>
                  </a:cubicBezTo>
                  <a:cubicBezTo>
                    <a:pt x="0" y="373"/>
                    <a:pt x="0" y="373"/>
                    <a:pt x="0" y="373"/>
                  </a:cubicBezTo>
                  <a:cubicBezTo>
                    <a:pt x="0" y="1413"/>
                    <a:pt x="0" y="1413"/>
                    <a:pt x="0" y="1413"/>
                  </a:cubicBezTo>
                  <a:cubicBezTo>
                    <a:pt x="0" y="1867"/>
                    <a:pt x="138" y="2306"/>
                    <a:pt x="398" y="2683"/>
                  </a:cubicBezTo>
                  <a:cubicBezTo>
                    <a:pt x="664" y="3068"/>
                    <a:pt x="1045" y="3368"/>
                    <a:pt x="1500" y="3548"/>
                  </a:cubicBezTo>
                  <a:cubicBezTo>
                    <a:pt x="1513" y="3554"/>
                    <a:pt x="1513" y="3554"/>
                    <a:pt x="1513" y="3554"/>
                  </a:cubicBezTo>
                  <a:cubicBezTo>
                    <a:pt x="1526" y="3548"/>
                    <a:pt x="1526" y="3548"/>
                    <a:pt x="1526" y="3548"/>
                  </a:cubicBezTo>
                  <a:cubicBezTo>
                    <a:pt x="1981" y="3368"/>
                    <a:pt x="2362" y="3068"/>
                    <a:pt x="2628" y="2683"/>
                  </a:cubicBezTo>
                  <a:cubicBezTo>
                    <a:pt x="2888" y="2306"/>
                    <a:pt x="3026" y="1867"/>
                    <a:pt x="3026" y="1413"/>
                  </a:cubicBezTo>
                  <a:cubicBezTo>
                    <a:pt x="3026" y="373"/>
                    <a:pt x="3026" y="373"/>
                    <a:pt x="3026" y="373"/>
                  </a:cubicBezTo>
                  <a:lnTo>
                    <a:pt x="3010" y="362"/>
                  </a:lnTo>
                  <a:close/>
                  <a:moveTo>
                    <a:pt x="2954" y="1413"/>
                  </a:moveTo>
                  <a:cubicBezTo>
                    <a:pt x="2954" y="2314"/>
                    <a:pt x="2389" y="3122"/>
                    <a:pt x="1513" y="3476"/>
                  </a:cubicBezTo>
                  <a:cubicBezTo>
                    <a:pt x="637" y="3122"/>
                    <a:pt x="72" y="2314"/>
                    <a:pt x="72" y="1413"/>
                  </a:cubicBezTo>
                  <a:cubicBezTo>
                    <a:pt x="72" y="412"/>
                    <a:pt x="72" y="412"/>
                    <a:pt x="72" y="412"/>
                  </a:cubicBezTo>
                  <a:cubicBezTo>
                    <a:pt x="391" y="208"/>
                    <a:pt x="966" y="72"/>
                    <a:pt x="1513" y="72"/>
                  </a:cubicBezTo>
                  <a:cubicBezTo>
                    <a:pt x="2060" y="72"/>
                    <a:pt x="2635" y="208"/>
                    <a:pt x="2954" y="412"/>
                  </a:cubicBezTo>
                  <a:lnTo>
                    <a:pt x="2954" y="14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8" name="Blue Freeform">
              <a:extLst>
                <a:ext uri="{FF2B5EF4-FFF2-40B4-BE49-F238E27FC236}">
                  <a16:creationId xmlns:a16="http://schemas.microsoft.com/office/drawing/2014/main" id="{4CA632E0-474F-5632-7AF8-5C56E93155F2}"/>
                </a:ext>
              </a:extLst>
            </p:cNvPr>
            <p:cNvSpPr>
              <a:spLocks/>
            </p:cNvSpPr>
            <p:nvPr userDrawn="1"/>
          </p:nvSpPr>
          <p:spPr bwMode="auto">
            <a:xfrm>
              <a:off x="5172" y="1540"/>
              <a:ext cx="511" cy="1116"/>
            </a:xfrm>
            <a:custGeom>
              <a:avLst/>
              <a:gdLst>
                <a:gd name="T0" fmla="*/ 1329 w 1329"/>
                <a:gd name="T1" fmla="*/ 40 h 2908"/>
                <a:gd name="T2" fmla="*/ 302 w 1329"/>
                <a:gd name="T3" fmla="*/ 1068 h 2908"/>
                <a:gd name="T4" fmla="*/ 544 w 1329"/>
                <a:gd name="T5" fmla="*/ 1370 h 2908"/>
                <a:gd name="T6" fmla="*/ 0 w 1329"/>
                <a:gd name="T7" fmla="*/ 1991 h 2908"/>
                <a:gd name="T8" fmla="*/ 0 w 1329"/>
                <a:gd name="T9" fmla="*/ 2908 h 2908"/>
                <a:gd name="T10" fmla="*/ 1329 w 1329"/>
                <a:gd name="T11" fmla="*/ 930 h 2908"/>
                <a:gd name="T12" fmla="*/ 1329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1329" y="40"/>
                  </a:moveTo>
                  <a:cubicBezTo>
                    <a:pt x="302" y="1068"/>
                    <a:pt x="302" y="1068"/>
                    <a:pt x="302" y="1068"/>
                  </a:cubicBezTo>
                  <a:cubicBezTo>
                    <a:pt x="544" y="1370"/>
                    <a:pt x="544" y="1370"/>
                    <a:pt x="544" y="1370"/>
                  </a:cubicBezTo>
                  <a:cubicBezTo>
                    <a:pt x="0" y="1991"/>
                    <a:pt x="0" y="1991"/>
                    <a:pt x="0" y="1991"/>
                  </a:cubicBezTo>
                  <a:cubicBezTo>
                    <a:pt x="0" y="2908"/>
                    <a:pt x="0" y="2908"/>
                    <a:pt x="0" y="2908"/>
                  </a:cubicBezTo>
                  <a:cubicBezTo>
                    <a:pt x="540" y="2665"/>
                    <a:pt x="1329" y="2054"/>
                    <a:pt x="1329" y="930"/>
                  </a:cubicBezTo>
                  <a:cubicBezTo>
                    <a:pt x="1329" y="0"/>
                    <a:pt x="1329" y="41"/>
                    <a:pt x="1329" y="40"/>
                  </a:cubicBezTo>
                  <a:close/>
                </a:path>
              </a:pathLst>
            </a:custGeom>
            <a:solidFill>
              <a:srgbClr val="0056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9" name="Red Freeform">
              <a:extLst>
                <a:ext uri="{FF2B5EF4-FFF2-40B4-BE49-F238E27FC236}">
                  <a16:creationId xmlns:a16="http://schemas.microsoft.com/office/drawing/2014/main" id="{B7A8C01A-49F5-D44F-9DB1-BF98EBC8A525}"/>
                </a:ext>
              </a:extLst>
            </p:cNvPr>
            <p:cNvSpPr>
              <a:spLocks/>
            </p:cNvSpPr>
            <p:nvPr userDrawn="1"/>
          </p:nvSpPr>
          <p:spPr bwMode="auto">
            <a:xfrm>
              <a:off x="4662" y="1540"/>
              <a:ext cx="510" cy="1116"/>
            </a:xfrm>
            <a:custGeom>
              <a:avLst/>
              <a:gdLst>
                <a:gd name="T0" fmla="*/ 0 w 1329"/>
                <a:gd name="T1" fmla="*/ 40 h 2908"/>
                <a:gd name="T2" fmla="*/ 1027 w 1329"/>
                <a:gd name="T3" fmla="*/ 1068 h 2908"/>
                <a:gd name="T4" fmla="*/ 785 w 1329"/>
                <a:gd name="T5" fmla="*/ 1370 h 2908"/>
                <a:gd name="T6" fmla="*/ 1329 w 1329"/>
                <a:gd name="T7" fmla="*/ 1991 h 2908"/>
                <a:gd name="T8" fmla="*/ 1329 w 1329"/>
                <a:gd name="T9" fmla="*/ 2908 h 2908"/>
                <a:gd name="T10" fmla="*/ 0 w 1329"/>
                <a:gd name="T11" fmla="*/ 930 h 2908"/>
                <a:gd name="T12" fmla="*/ 0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0" y="40"/>
                  </a:moveTo>
                  <a:cubicBezTo>
                    <a:pt x="1027" y="1068"/>
                    <a:pt x="1027" y="1068"/>
                    <a:pt x="1027" y="1068"/>
                  </a:cubicBezTo>
                  <a:cubicBezTo>
                    <a:pt x="785" y="1370"/>
                    <a:pt x="785" y="1370"/>
                    <a:pt x="785" y="1370"/>
                  </a:cubicBezTo>
                  <a:cubicBezTo>
                    <a:pt x="1329" y="1991"/>
                    <a:pt x="1329" y="1991"/>
                    <a:pt x="1329" y="1991"/>
                  </a:cubicBezTo>
                  <a:cubicBezTo>
                    <a:pt x="1329" y="2908"/>
                    <a:pt x="1329" y="2908"/>
                    <a:pt x="1329" y="2908"/>
                  </a:cubicBezTo>
                  <a:cubicBezTo>
                    <a:pt x="789" y="2665"/>
                    <a:pt x="0" y="2054"/>
                    <a:pt x="0" y="930"/>
                  </a:cubicBezTo>
                  <a:cubicBezTo>
                    <a:pt x="0" y="0"/>
                    <a:pt x="0" y="41"/>
                    <a:pt x="0" y="40"/>
                  </a:cubicBezTo>
                  <a:close/>
                </a:path>
              </a:pathLst>
            </a:custGeom>
            <a:solidFill>
              <a:srgbClr val="C320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grpSp>
      <p:pic>
        <p:nvPicPr>
          <p:cNvPr id="10" name="Picture 9">
            <a:extLst>
              <a:ext uri="{FF2B5EF4-FFF2-40B4-BE49-F238E27FC236}">
                <a16:creationId xmlns:a16="http://schemas.microsoft.com/office/drawing/2014/main" id="{DE43F703-5C27-3090-FAA6-F69AD2C36AB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363035" y="5815580"/>
            <a:ext cx="586849" cy="610377"/>
          </a:xfrm>
          <a:prstGeom prst="rect">
            <a:avLst/>
          </a:prstGeom>
        </p:spPr>
      </p:pic>
      <p:sp>
        <p:nvSpPr>
          <p:cNvPr id="2" name="Title Placeholder 1">
            <a:extLst>
              <a:ext uri="{FF2B5EF4-FFF2-40B4-BE49-F238E27FC236}">
                <a16:creationId xmlns:a16="http://schemas.microsoft.com/office/drawing/2014/main" id="{F2D716D9-3EF7-ACE5-A48B-50D449D57B42}"/>
              </a:ext>
            </a:extLst>
          </p:cNvPr>
          <p:cNvSpPr>
            <a:spLocks noGrp="1"/>
          </p:cNvSpPr>
          <p:nvPr>
            <p:ph type="title" hasCustomPrompt="1"/>
          </p:nvPr>
        </p:nvSpPr>
        <p:spPr bwMode="gray">
          <a:xfrm>
            <a:off x="836761" y="99565"/>
            <a:ext cx="7955280" cy="480131"/>
          </a:xfrm>
          <a:prstGeom prst="rect">
            <a:avLst/>
          </a:prstGeom>
        </p:spPr>
        <p:txBody>
          <a:bodyPr vert="horz" lIns="182880" tIns="45720" rIns="91440" bIns="45720" rtlCol="0" anchor="t" anchorCtr="0">
            <a:spAutoFit/>
          </a:bodyPr>
          <a:lstStyle>
            <a:lvl1pPr marL="0">
              <a:defRPr sz="2800" b="1">
                <a:solidFill>
                  <a:schemeClr val="tx1"/>
                </a:solidFill>
                <a:latin typeface="G.I. 400" pitchFamily="2" charset="0"/>
              </a:defRPr>
            </a:lvl1pPr>
          </a:lstStyle>
          <a:p>
            <a:pPr marL="0" lvl="0"/>
            <a:r>
              <a:rPr lang="en-US" dirty="0"/>
              <a:t>Slide Title — G.I. 400</a:t>
            </a:r>
          </a:p>
        </p:txBody>
      </p:sp>
      <p:sp>
        <p:nvSpPr>
          <p:cNvPr id="11" name="Text Placeholder 36">
            <a:extLst>
              <a:ext uri="{FF2B5EF4-FFF2-40B4-BE49-F238E27FC236}">
                <a16:creationId xmlns:a16="http://schemas.microsoft.com/office/drawing/2014/main" id="{BFC3035E-24D0-7F55-F64D-11627A7EBEDB}"/>
              </a:ext>
            </a:extLst>
          </p:cNvPr>
          <p:cNvSpPr>
            <a:spLocks noGrp="1"/>
          </p:cNvSpPr>
          <p:nvPr>
            <p:ph type="body" sz="quarter" idx="14"/>
          </p:nvPr>
        </p:nvSpPr>
        <p:spPr>
          <a:xfrm>
            <a:off x="836761" y="683879"/>
            <a:ext cx="7955280" cy="914400"/>
          </a:xfrm>
          <a:prstGeom prst="rect">
            <a:avLst/>
          </a:prstGeom>
        </p:spPr>
        <p:txBody>
          <a:bodyPr/>
          <a:lstStyle>
            <a:lvl1pPr marL="228600" indent="-228600">
              <a:buFont typeface="Wingdings" panose="05000000000000000000" pitchFamily="2" charset="2"/>
              <a:buChar char="ü"/>
              <a:defRPr b="0">
                <a:latin typeface="G.I. 530" pitchFamily="2" charset="0"/>
              </a:defRPr>
            </a:lvl1pPr>
            <a:lvl2pPr>
              <a:defRPr b="0">
                <a:latin typeface="G.I. 530" pitchFamily="2" charset="0"/>
              </a:defRPr>
            </a:lvl2pPr>
            <a:lvl3pPr>
              <a:defRPr b="0">
                <a:latin typeface="G.I. 530" pitchFamily="2" charset="0"/>
              </a:defRPr>
            </a:lvl3pPr>
            <a:lvl4pPr>
              <a:defRPr b="0">
                <a:latin typeface="G.I. 530" pitchFamily="2" charset="0"/>
              </a:defRPr>
            </a:lvl4pPr>
            <a:lvl5pPr>
              <a:defRPr b="0">
                <a:latin typeface="G.I. 53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13057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heme" Target="../theme/them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9.gif"/><Relationship Id="rId3" Type="http://schemas.openxmlformats.org/officeDocument/2006/relationships/theme" Target="../theme/theme2.xml"/><Relationship Id="rId7" Type="http://schemas.openxmlformats.org/officeDocument/2006/relationships/image" Target="../media/image4.png"/><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2.jpeg"/><Relationship Id="rId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3.xml"/><Relationship Id="rId1" Type="http://schemas.openxmlformats.org/officeDocument/2006/relationships/slideLayout" Target="../slideLayouts/slideLayout5.xml"/><Relationship Id="rId6" Type="http://schemas.openxmlformats.org/officeDocument/2006/relationships/image" Target="../media/image9.gif"/><Relationship Id="rId5" Type="http://schemas.openxmlformats.org/officeDocument/2006/relationships/image" Target="../media/image4.png"/><Relationship Id="rId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theme" Target="../theme/theme5.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image" Target="../media/image15.png"/><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14.jpe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image" Target="../media/image16.png"/><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6.xml"/><Relationship Id="rId2" Type="http://schemas.openxmlformats.org/officeDocument/2006/relationships/slideLayout" Target="../slideLayouts/slideLayout20.xml"/><Relationship Id="rId16" Type="http://schemas.openxmlformats.org/officeDocument/2006/relationships/image" Target="../media/image19.png"/><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image" Target="../media/image18.png"/><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image" Target="../media/image17.png"/></Relationships>
</file>

<file path=ppt/slideMasters/_rels/slideMaster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32.xml"/><Relationship Id="rId7" Type="http://schemas.openxmlformats.org/officeDocument/2006/relationships/image" Target="../media/image5.png"/><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image" Target="../media/image2.jpeg"/><Relationship Id="rId5" Type="http://schemas.openxmlformats.org/officeDocument/2006/relationships/image" Target="../media/image1.jpeg"/><Relationship Id="rId4" Type="http://schemas.openxmlformats.org/officeDocument/2006/relationships/theme" Target="../theme/theme7.xml"/><Relationship Id="rId9" Type="http://schemas.openxmlformats.org/officeDocument/2006/relationships/image" Target="../media/image9.gif"/></Relationships>
</file>

<file path=ppt/slideMasters/_rels/slideMaster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slideLayout" Target="../slideLayouts/slideLayout35.xml"/><Relationship Id="rId7" Type="http://schemas.openxmlformats.org/officeDocument/2006/relationships/theme" Target="../theme/theme8.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7" Type="http://schemas.openxmlformats.org/officeDocument/2006/relationships/image" Target="../media/image9.gif"/><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2.jpeg"/></Relationships>
</file>

<file path=ppt/slideMasters/_rels/slideMaster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43.xml"/><Relationship Id="rId7" Type="http://schemas.openxmlformats.org/officeDocument/2006/relationships/image" Target="../media/image3.png"/><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image" Target="../media/image2.jpeg"/><Relationship Id="rId5" Type="http://schemas.openxmlformats.org/officeDocument/2006/relationships/image" Target="../media/image1.jpeg"/><Relationship Id="rId4" Type="http://schemas.openxmlformats.org/officeDocument/2006/relationships/theme" Target="../theme/theme10.xml"/><Relationship Id="rId9" Type="http://schemas.openxmlformats.org/officeDocument/2006/relationships/image" Target="../media/image5.png"/></Relationships>
</file>

<file path=ppt/slideMasters/_rels/slideMaster11.xml.rels><?xml version="1.0" encoding="UTF-8" standalone="yes"?>
<Relationships xmlns="http://schemas.openxmlformats.org/package/2006/relationships"><Relationship Id="rId3" Type="http://schemas.openxmlformats.org/officeDocument/2006/relationships/theme" Target="../theme/theme11.xml"/><Relationship Id="rId2" Type="http://schemas.openxmlformats.org/officeDocument/2006/relationships/slideLayout" Target="../slideLayouts/slideLayout45.xml"/><Relationship Id="rId1" Type="http://schemas.openxmlformats.org/officeDocument/2006/relationships/slideLayout" Target="../slideLayouts/slideLayout44.xml"/><Relationship Id="rId5" Type="http://schemas.openxmlformats.org/officeDocument/2006/relationships/image" Target="../media/image25.png"/><Relationship Id="rId4" Type="http://schemas.openxmlformats.org/officeDocument/2006/relationships/image" Target="../media/image24.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8" name="Picture 7" descr="Metal Header.jpg"/>
          <p:cNvPicPr>
            <a:picLocks noChangeAspect="1"/>
          </p:cNvPicPr>
          <p:nvPr userDrawn="1"/>
        </p:nvPicPr>
        <p:blipFill>
          <a:blip r:embed="rId4" cstate="print"/>
          <a:stretch>
            <a:fillRect/>
          </a:stretch>
        </p:blipFill>
        <p:spPr>
          <a:xfrm>
            <a:off x="0" y="6443663"/>
            <a:ext cx="9144000" cy="414337"/>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pic>
        <p:nvPicPr>
          <p:cNvPr id="9" name="Picture 8" descr="Metal Header.jpg"/>
          <p:cNvPicPr>
            <a:picLocks noChangeAspect="1"/>
          </p:cNvPicPr>
          <p:nvPr userDrawn="1"/>
        </p:nvPicPr>
        <p:blipFill>
          <a:blip r:embed="rId5"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10" name="Footer Placeholder 16"/>
          <p:cNvSpPr txBox="1">
            <a:spLocks/>
          </p:cNvSpPr>
          <p:nvPr userDrawn="1"/>
        </p:nvSpPr>
        <p:spPr>
          <a:xfrm>
            <a:off x="-17930" y="-29528"/>
            <a:ext cx="9144000" cy="231776"/>
          </a:xfrm>
          <a:prstGeom prst="rect">
            <a:avLst/>
          </a:prstGeom>
        </p:spPr>
        <p:txBody>
          <a:bodyPr/>
          <a:lstStyle/>
          <a:p>
            <a:pPr algn="ctr">
              <a:defRPr/>
            </a:pPr>
            <a:r>
              <a:rPr lang="en-US" sz="1000" b="1" dirty="0">
                <a:solidFill>
                  <a:srgbClr val="000000"/>
                </a:solidFill>
                <a:latin typeface="Arial" pitchFamily="34" charset="0"/>
                <a:ea typeface="MS PGothic" pitchFamily="34" charset="-128"/>
                <a:cs typeface="Arial" pitchFamily="34" charset="0"/>
              </a:rPr>
              <a:t>UNCLASSIFIED//FOUO</a:t>
            </a:r>
          </a:p>
        </p:txBody>
      </p:sp>
      <p:sp>
        <p:nvSpPr>
          <p:cNvPr id="11" name="Footer Placeholder 16"/>
          <p:cNvSpPr txBox="1">
            <a:spLocks/>
          </p:cNvSpPr>
          <p:nvPr userDrawn="1"/>
        </p:nvSpPr>
        <p:spPr>
          <a:xfrm>
            <a:off x="39624" y="6620256"/>
            <a:ext cx="1752600" cy="228600"/>
          </a:xfrm>
          <a:prstGeom prst="rect">
            <a:avLst/>
          </a:prstGeom>
        </p:spPr>
        <p:txBody>
          <a:bodyPr/>
          <a:lstStyle/>
          <a:p>
            <a:pPr algn="l">
              <a:defRPr/>
            </a:pPr>
            <a:r>
              <a:rPr lang="en-US" sz="1000" b="1" dirty="0">
                <a:solidFill>
                  <a:prstClr val="white"/>
                </a:solidFill>
                <a:latin typeface="Arial" pitchFamily="34" charset="0"/>
                <a:ea typeface="MS PGothic" pitchFamily="34" charset="-128"/>
                <a:cs typeface="Arial" pitchFamily="34" charset="0"/>
              </a:rPr>
              <a:t>UNCLASSIFIED//FOUO</a:t>
            </a:r>
          </a:p>
        </p:txBody>
      </p:sp>
      <p:pic>
        <p:nvPicPr>
          <p:cNvPr id="21" name="Picture 2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46878" y="105766"/>
            <a:ext cx="784898" cy="784898"/>
          </a:xfrm>
          <a:prstGeom prst="rect">
            <a:avLst/>
          </a:prstGeom>
        </p:spPr>
      </p:pic>
      <p:pic>
        <p:nvPicPr>
          <p:cNvPr id="22" name="Picture 2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604681" y="113614"/>
            <a:ext cx="625162" cy="735484"/>
          </a:xfrm>
          <a:prstGeom prst="rect">
            <a:avLst/>
          </a:prstGeom>
          <a:effectLst>
            <a:outerShdw blurRad="50800" dist="38100" dir="2700000" algn="tl" rotWithShape="0">
              <a:prstClr val="black">
                <a:alpha val="40000"/>
              </a:prstClr>
            </a:outerShdw>
          </a:effectLst>
        </p:spPr>
      </p:pic>
      <p:pic>
        <p:nvPicPr>
          <p:cNvPr id="23" name="Picture 22"/>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44954" y="79430"/>
            <a:ext cx="699323" cy="903338"/>
          </a:xfrm>
          <a:prstGeom prst="rect">
            <a:avLst/>
          </a:prstGeom>
        </p:spPr>
      </p:pic>
    </p:spTree>
  </p:cSld>
  <p:clrMap bg1="lt1" tx1="dk1" bg2="lt2" tx2="dk2" accent1="accent1" accent2="accent2" accent3="accent3" accent4="accent4" accent5="accent5" accent6="accent6" hlink="hlink" folHlink="folHlink"/>
  <p:sldLayoutIdLst>
    <p:sldLayoutId id="2147483710" r:id="rId1"/>
    <p:sldLayoutId id="2147483713" r:id="rId2"/>
  </p:sldLayoutIdLst>
  <p:txStyles>
    <p:titleStyle>
      <a:lvl1pPr algn="ctr" defTabSz="914400" rtl="0" eaLnBrk="1" latinLnBrk="0" hangingPunct="1">
        <a:spcBef>
          <a:spcPct val="0"/>
        </a:spcBef>
        <a:buNone/>
        <a:defRPr sz="2800" b="1" kern="1200" baseline="0">
          <a:solidFill>
            <a:schemeClr val="bg1"/>
          </a:solidFill>
          <a:latin typeface="Comic Sans MS" pitchFamily="66" charset="0"/>
          <a:ea typeface="+mj-ea"/>
          <a:cs typeface="+mj-cs"/>
        </a:defRPr>
      </a:lvl1pPr>
    </p:titleStyle>
    <p:bodyStyle>
      <a:lvl1pPr marL="342900" indent="-342900" algn="l" defTabSz="914400" rtl="0" eaLnBrk="1" latinLnBrk="0" hangingPunct="1">
        <a:spcBef>
          <a:spcPct val="20000"/>
        </a:spcBef>
        <a:buFontTx/>
        <a:buNone/>
        <a:defRPr sz="2000" kern="1200">
          <a:solidFill>
            <a:schemeClr val="tx1"/>
          </a:solidFill>
          <a:latin typeface="Comic Sans MS" pitchFamily="66"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8" name="Picture 7" descr="Metal Header.jpg"/>
          <p:cNvPicPr>
            <a:picLocks noChangeAspect="1"/>
          </p:cNvPicPr>
          <p:nvPr userDrawn="1"/>
        </p:nvPicPr>
        <p:blipFill>
          <a:blip r:embed="rId4" cstate="print"/>
          <a:stretch>
            <a:fillRect/>
          </a:stretch>
        </p:blipFill>
        <p:spPr>
          <a:xfrm>
            <a:off x="0" y="6443663"/>
            <a:ext cx="9144000" cy="414337"/>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pic>
        <p:nvPicPr>
          <p:cNvPr id="9" name="Picture 8" descr="Metal Header.jpg"/>
          <p:cNvPicPr>
            <a:picLocks noChangeAspect="1"/>
          </p:cNvPicPr>
          <p:nvPr userDrawn="1"/>
        </p:nvPicPr>
        <p:blipFill>
          <a:blip r:embed="rId5"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10" name="Footer Placeholder 16"/>
          <p:cNvSpPr txBox="1">
            <a:spLocks/>
          </p:cNvSpPr>
          <p:nvPr userDrawn="1"/>
        </p:nvSpPr>
        <p:spPr>
          <a:xfrm>
            <a:off x="-17930" y="-29528"/>
            <a:ext cx="9144000" cy="231776"/>
          </a:xfrm>
          <a:prstGeom prst="rect">
            <a:avLst/>
          </a:prstGeom>
        </p:spPr>
        <p:txBody>
          <a:bodyPr/>
          <a:lstStyle/>
          <a:p>
            <a:pPr algn="ctr">
              <a:defRPr/>
            </a:pPr>
            <a:r>
              <a:rPr lang="en-US" sz="1000" b="1" dirty="0">
                <a:solidFill>
                  <a:srgbClr val="000000"/>
                </a:solidFill>
                <a:latin typeface="Arial" pitchFamily="34" charset="0"/>
                <a:ea typeface="MS PGothic" pitchFamily="34" charset="-128"/>
                <a:cs typeface="Arial" pitchFamily="34" charset="0"/>
              </a:rPr>
              <a:t>UNCLASSIFIED//FOUO</a:t>
            </a:r>
          </a:p>
        </p:txBody>
      </p:sp>
      <p:sp>
        <p:nvSpPr>
          <p:cNvPr id="11" name="Footer Placeholder 16"/>
          <p:cNvSpPr txBox="1">
            <a:spLocks/>
          </p:cNvSpPr>
          <p:nvPr userDrawn="1"/>
        </p:nvSpPr>
        <p:spPr>
          <a:xfrm>
            <a:off x="39624" y="6620256"/>
            <a:ext cx="1752600" cy="228600"/>
          </a:xfrm>
          <a:prstGeom prst="rect">
            <a:avLst/>
          </a:prstGeom>
        </p:spPr>
        <p:txBody>
          <a:bodyPr/>
          <a:lstStyle/>
          <a:p>
            <a:pPr algn="l">
              <a:defRPr/>
            </a:pPr>
            <a:r>
              <a:rPr lang="en-US" sz="1000" b="1" dirty="0">
                <a:solidFill>
                  <a:prstClr val="white"/>
                </a:solidFill>
                <a:latin typeface="Arial" pitchFamily="34" charset="0"/>
                <a:ea typeface="MS PGothic" pitchFamily="34" charset="-128"/>
                <a:cs typeface="Arial" pitchFamily="34" charset="0"/>
              </a:rPr>
              <a:t>UNCLASSIFIED//FOUO</a:t>
            </a:r>
          </a:p>
        </p:txBody>
      </p:sp>
      <p:grpSp>
        <p:nvGrpSpPr>
          <p:cNvPr id="12" name="Group 11"/>
          <p:cNvGrpSpPr/>
          <p:nvPr userDrawn="1"/>
        </p:nvGrpSpPr>
        <p:grpSpPr>
          <a:xfrm>
            <a:off x="144954" y="79430"/>
            <a:ext cx="8084889" cy="903338"/>
            <a:chOff x="144954" y="71442"/>
            <a:chExt cx="8084889" cy="903338"/>
          </a:xfrm>
        </p:grpSpPr>
        <p:pic>
          <p:nvPicPr>
            <p:cNvPr id="13" name="Picture 1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16" name="Picture 15"/>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2" name="Picture 1"/>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284187" y="112981"/>
            <a:ext cx="723544" cy="725219"/>
          </a:xfrm>
          <a:prstGeom prst="rect">
            <a:avLst/>
          </a:prstGeom>
        </p:spPr>
      </p:pic>
    </p:spTree>
    <p:extLst>
      <p:ext uri="{BB962C8B-B14F-4D97-AF65-F5344CB8AC3E}">
        <p14:creationId xmlns:p14="http://schemas.microsoft.com/office/powerpoint/2010/main" val="1313682540"/>
      </p:ext>
    </p:extLst>
  </p:cSld>
  <p:clrMap bg1="lt1" tx1="dk1" bg2="lt2" tx2="dk2" accent1="accent1" accent2="accent2" accent3="accent3" accent4="accent4" accent5="accent5" accent6="accent6" hlink="hlink" folHlink="folHlink"/>
  <p:sldLayoutIdLst>
    <p:sldLayoutId id="2147483731" r:id="rId1"/>
    <p:sldLayoutId id="2147483732" r:id="rId2"/>
  </p:sldLayoutIdLst>
  <p:txStyles>
    <p:titleStyle>
      <a:lvl1pPr algn="ctr" defTabSz="914400" rtl="0" eaLnBrk="1" latinLnBrk="0" hangingPunct="1">
        <a:spcBef>
          <a:spcPct val="0"/>
        </a:spcBef>
        <a:buNone/>
        <a:defRPr sz="2800" b="1" kern="1200" baseline="0">
          <a:solidFill>
            <a:schemeClr val="bg1"/>
          </a:solidFill>
          <a:latin typeface="Comic Sans MS" pitchFamily="66" charset="0"/>
          <a:ea typeface="+mj-ea"/>
          <a:cs typeface="+mj-cs"/>
        </a:defRPr>
      </a:lvl1pPr>
    </p:titleStyle>
    <p:bodyStyle>
      <a:lvl1pPr marL="342900" indent="-342900" algn="l" defTabSz="914400" rtl="0" eaLnBrk="1" latinLnBrk="0" hangingPunct="1">
        <a:spcBef>
          <a:spcPct val="20000"/>
        </a:spcBef>
        <a:buFontTx/>
        <a:buNone/>
        <a:defRPr sz="2000" kern="1200">
          <a:solidFill>
            <a:schemeClr val="tx1"/>
          </a:solidFill>
          <a:latin typeface="Comic Sans MS" pitchFamily="66"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Rectangle 18"/>
          <p:cNvSpPr/>
          <p:nvPr userDrawn="1"/>
        </p:nvSpPr>
        <p:spPr>
          <a:xfrm>
            <a:off x="27334" y="6611779"/>
            <a:ext cx="1572866" cy="246221"/>
          </a:xfrm>
          <a:prstGeom prst="rect">
            <a:avLst/>
          </a:prstGeom>
        </p:spPr>
        <p:txBody>
          <a:bodyPr wrap="none">
            <a:spAutoFit/>
          </a:bodyPr>
          <a:lstStyle/>
          <a:p>
            <a:pPr>
              <a:defRPr/>
            </a:pPr>
            <a:r>
              <a:rPr lang="en-US" sz="1000" b="1" dirty="0">
                <a:solidFill>
                  <a:srgbClr val="000000"/>
                </a:solidFill>
                <a:latin typeface="Arial" pitchFamily="34" charset="0"/>
                <a:ea typeface="MS PGothic" pitchFamily="34" charset="-128"/>
                <a:cs typeface="Arial" pitchFamily="34" charset="0"/>
              </a:rPr>
              <a:t>UNCLASSIFIED//FOUO</a:t>
            </a:r>
          </a:p>
        </p:txBody>
      </p:sp>
      <p:pic>
        <p:nvPicPr>
          <p:cNvPr id="20" name="Picture 19" descr="Metal Header.jpg"/>
          <p:cNvPicPr>
            <a:picLocks noChangeAspect="1"/>
          </p:cNvPicPr>
          <p:nvPr userDrawn="1"/>
        </p:nvPicPr>
        <p:blipFill>
          <a:blip r:embed="rId3"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21" name="Footer Placeholder 16"/>
          <p:cNvSpPr txBox="1">
            <a:spLocks/>
          </p:cNvSpPr>
          <p:nvPr userDrawn="1"/>
        </p:nvSpPr>
        <p:spPr>
          <a:xfrm>
            <a:off x="-17930" y="-29528"/>
            <a:ext cx="9144000" cy="231776"/>
          </a:xfrm>
          <a:prstGeom prst="rect">
            <a:avLst/>
          </a:prstGeom>
        </p:spPr>
        <p:txBody>
          <a:bodyPr/>
          <a:lstStyle/>
          <a:p>
            <a:pPr algn="ctr">
              <a:defRPr/>
            </a:pPr>
            <a:r>
              <a:rPr lang="en-US" sz="1000" b="1" dirty="0">
                <a:solidFill>
                  <a:srgbClr val="000000"/>
                </a:solidFill>
                <a:latin typeface="Arial" pitchFamily="34" charset="0"/>
                <a:ea typeface="MS PGothic" pitchFamily="34" charset="-128"/>
                <a:cs typeface="Arial" pitchFamily="34" charset="0"/>
              </a:rPr>
              <a:t>UNCLASSIFIED//FOUO</a:t>
            </a:r>
          </a:p>
        </p:txBody>
      </p:sp>
      <p:grpSp>
        <p:nvGrpSpPr>
          <p:cNvPr id="8" name="Group 7"/>
          <p:cNvGrpSpPr/>
          <p:nvPr userDrawn="1"/>
        </p:nvGrpSpPr>
        <p:grpSpPr>
          <a:xfrm>
            <a:off x="144954" y="79430"/>
            <a:ext cx="8084889" cy="903338"/>
            <a:chOff x="144954" y="71442"/>
            <a:chExt cx="8084889" cy="903338"/>
          </a:xfrm>
        </p:grpSpPr>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2" name="Picture 1"/>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305800" y="113614"/>
            <a:ext cx="685800" cy="687388"/>
          </a:xfrm>
          <a:prstGeom prst="rect">
            <a:avLst/>
          </a:prstGeom>
        </p:spPr>
      </p:pic>
    </p:spTree>
  </p:cSld>
  <p:clrMap bg1="lt1" tx1="dk1" bg2="lt2" tx2="dk2" accent1="accent1" accent2="accent2" accent3="accent3" accent4="accent4" accent5="accent5" accent6="accent6" hlink="hlink" folHlink="folHlink"/>
  <p:sldLayoutIdLst>
    <p:sldLayoutId id="2147483728"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8" name="Footer Placeholder 16"/>
          <p:cNvSpPr txBox="1">
            <a:spLocks/>
          </p:cNvSpPr>
          <p:nvPr userDrawn="1"/>
        </p:nvSpPr>
        <p:spPr>
          <a:xfrm>
            <a:off x="-1" y="0"/>
            <a:ext cx="9144000" cy="231776"/>
          </a:xfrm>
          <a:prstGeom prst="rect">
            <a:avLst/>
          </a:prstGeom>
        </p:spPr>
        <p:txBody>
          <a:bodyPr/>
          <a:lstStyle/>
          <a:p>
            <a:pPr algn="ctr">
              <a:defRPr/>
            </a:pPr>
            <a:r>
              <a:rPr lang="en-US" sz="1000" b="1" dirty="0">
                <a:solidFill>
                  <a:schemeClr val="bg1"/>
                </a:solidFill>
                <a:latin typeface="Arial" pitchFamily="34" charset="0"/>
                <a:ea typeface="MS PGothic" pitchFamily="34" charset="-128"/>
                <a:cs typeface="Arial" pitchFamily="34" charset="0"/>
              </a:rPr>
              <a:t>UNCLASSIFIED//FOUO</a:t>
            </a:r>
          </a:p>
        </p:txBody>
      </p:sp>
      <p:sp>
        <p:nvSpPr>
          <p:cNvPr id="19" name="Rectangle 18"/>
          <p:cNvSpPr/>
          <p:nvPr userDrawn="1"/>
        </p:nvSpPr>
        <p:spPr>
          <a:xfrm>
            <a:off x="76200" y="6611779"/>
            <a:ext cx="1572866" cy="246221"/>
          </a:xfrm>
          <a:prstGeom prst="rect">
            <a:avLst/>
          </a:prstGeom>
        </p:spPr>
        <p:txBody>
          <a:bodyPr wrap="none">
            <a:spAutoFit/>
          </a:bodyPr>
          <a:lstStyle/>
          <a:p>
            <a:pPr>
              <a:defRPr/>
            </a:pPr>
            <a:r>
              <a:rPr lang="en-US" sz="1000" b="1" dirty="0">
                <a:solidFill>
                  <a:schemeClr val="bg1"/>
                </a:solidFill>
                <a:latin typeface="Arial" pitchFamily="34" charset="0"/>
                <a:ea typeface="MS PGothic" pitchFamily="34" charset="-128"/>
                <a:cs typeface="Arial" pitchFamily="34" charset="0"/>
              </a:rPr>
              <a:t>UNCLASSIFIED//FOUO</a:t>
            </a:r>
          </a:p>
        </p:txBody>
      </p:sp>
    </p:spTree>
  </p:cSld>
  <p:clrMap bg1="lt1" tx1="dk1" bg2="lt2" tx2="dk2" accent1="accent1" accent2="accent2" accent3="accent3" accent4="accent4" accent5="accent5" accent6="accent6" hlink="hlink" folHlink="folHlink"/>
  <p:sldLayoutIdLst>
    <p:sldLayoutId id="2147483729"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ext Box 2"/>
          <p:cNvSpPr txBox="1">
            <a:spLocks noChangeArrowheads="1"/>
          </p:cNvSpPr>
          <p:nvPr userDrawn="1"/>
        </p:nvSpPr>
        <p:spPr bwMode="auto">
          <a:xfrm>
            <a:off x="762006" y="494113"/>
            <a:ext cx="2143125" cy="353027"/>
          </a:xfrm>
          <a:prstGeom prst="rect">
            <a:avLst/>
          </a:prstGeom>
          <a:noFill/>
          <a:ln w="9525">
            <a:noFill/>
            <a:miter lim="800000"/>
            <a:headEnd/>
            <a:tailEnd/>
          </a:ln>
          <a:effectLst/>
        </p:spPr>
        <p:txBody>
          <a:bodyPr lIns="56622" tIns="28312" rIns="56622" bIns="28312">
            <a:spAutoFit/>
          </a:bodyPr>
          <a:lstStyle/>
          <a:p>
            <a:pPr algn="ctr" fontAlgn="base">
              <a:spcBef>
                <a:spcPct val="10000"/>
              </a:spcBef>
              <a:spcAft>
                <a:spcPct val="0"/>
              </a:spcAft>
              <a:defRPr/>
            </a:pPr>
            <a:r>
              <a:rPr lang="en-US" sz="601" b="1" dirty="0">
                <a:solidFill>
                  <a:srgbClr val="000000"/>
                </a:solidFill>
                <a:latin typeface="Arial" charset="0"/>
              </a:rPr>
              <a:t>Army Contracting Command</a:t>
            </a:r>
          </a:p>
          <a:p>
            <a:pPr algn="ctr" fontAlgn="base">
              <a:spcBef>
                <a:spcPct val="10000"/>
              </a:spcBef>
              <a:spcAft>
                <a:spcPct val="0"/>
              </a:spcAft>
              <a:defRPr/>
            </a:pPr>
            <a:r>
              <a:rPr lang="en-US" sz="601" b="1" dirty="0">
                <a:solidFill>
                  <a:srgbClr val="000000"/>
                </a:solidFill>
                <a:latin typeface="Arial" charset="0"/>
              </a:rPr>
              <a:t>Aberdeen Proving Ground</a:t>
            </a:r>
          </a:p>
          <a:p>
            <a:pPr algn="ctr" fontAlgn="base">
              <a:spcBef>
                <a:spcPct val="10000"/>
              </a:spcBef>
              <a:spcAft>
                <a:spcPct val="0"/>
              </a:spcAft>
              <a:defRPr/>
            </a:pPr>
            <a:r>
              <a:rPr lang="en-US" sz="601" b="1" dirty="0">
                <a:solidFill>
                  <a:srgbClr val="000000"/>
                </a:solidFill>
                <a:latin typeface="Arial" charset="0"/>
              </a:rPr>
              <a:t>Aberdeen Proving Ground, Maryland 21005</a:t>
            </a:r>
          </a:p>
        </p:txBody>
      </p:sp>
      <p:sp>
        <p:nvSpPr>
          <p:cNvPr id="1027" name="Text Box 3"/>
          <p:cNvSpPr txBox="1">
            <a:spLocks noChangeArrowheads="1"/>
          </p:cNvSpPr>
          <p:nvPr userDrawn="1"/>
        </p:nvSpPr>
        <p:spPr bwMode="auto">
          <a:xfrm>
            <a:off x="3298037" y="6560351"/>
            <a:ext cx="2083594" cy="265183"/>
          </a:xfrm>
          <a:prstGeom prst="rect">
            <a:avLst/>
          </a:prstGeom>
          <a:noFill/>
          <a:ln w="9525">
            <a:noFill/>
            <a:miter lim="800000"/>
            <a:headEnd/>
            <a:tailEnd/>
          </a:ln>
          <a:effectLst/>
        </p:spPr>
        <p:txBody>
          <a:bodyPr lIns="56622" tIns="28312" rIns="56622" bIns="28312">
            <a:spAutoFit/>
          </a:bodyPr>
          <a:lstStyle/>
          <a:p>
            <a:pPr algn="ctr" fontAlgn="base">
              <a:spcBef>
                <a:spcPct val="10000"/>
              </a:spcBef>
              <a:spcAft>
                <a:spcPct val="0"/>
              </a:spcAft>
              <a:defRPr/>
            </a:pPr>
            <a:r>
              <a:rPr lang="en-US" sz="676" b="1" dirty="0">
                <a:solidFill>
                  <a:srgbClr val="000000"/>
                </a:solidFill>
                <a:latin typeface="Arial" charset="0"/>
              </a:rPr>
              <a:t>			     	</a:t>
            </a:r>
          </a:p>
        </p:txBody>
      </p:sp>
      <p:grpSp>
        <p:nvGrpSpPr>
          <p:cNvPr id="1028" name="Group 10"/>
          <p:cNvGrpSpPr>
            <a:grpSpLocks/>
          </p:cNvGrpSpPr>
          <p:nvPr userDrawn="1"/>
        </p:nvGrpSpPr>
        <p:grpSpPr bwMode="auto">
          <a:xfrm>
            <a:off x="73424" y="80963"/>
            <a:ext cx="885032" cy="921545"/>
            <a:chOff x="8064" y="48"/>
            <a:chExt cx="892" cy="774"/>
          </a:xfrm>
        </p:grpSpPr>
        <p:pic>
          <p:nvPicPr>
            <p:cNvPr id="1029" name="Picture 8" descr="ARMY CONTRACTING COMMAND-DUI"/>
            <p:cNvPicPr>
              <a:picLocks noChangeAspect="1" noChangeArrowheads="1"/>
            </p:cNvPicPr>
            <p:nvPr userDrawn="1"/>
          </p:nvPicPr>
          <p:blipFill>
            <a:blip r:embed="rId14" cstate="print"/>
            <a:srcRect/>
            <a:stretch>
              <a:fillRect/>
            </a:stretch>
          </p:blipFill>
          <p:spPr bwMode="auto">
            <a:xfrm>
              <a:off x="8064" y="48"/>
              <a:ext cx="470" cy="480"/>
            </a:xfrm>
            <a:prstGeom prst="rect">
              <a:avLst/>
            </a:prstGeom>
            <a:noFill/>
            <a:ln w="9525">
              <a:noFill/>
              <a:miter lim="800000"/>
              <a:headEnd/>
              <a:tailEnd/>
            </a:ln>
          </p:spPr>
        </p:pic>
        <p:pic>
          <p:nvPicPr>
            <p:cNvPr id="1030" name="Picture 7"/>
            <p:cNvPicPr>
              <a:picLocks noChangeAspect="1" noChangeArrowheads="1"/>
            </p:cNvPicPr>
            <p:nvPr userDrawn="1"/>
          </p:nvPicPr>
          <p:blipFill>
            <a:blip r:embed="rId15" cstate="print"/>
            <a:srcRect/>
            <a:stretch>
              <a:fillRect/>
            </a:stretch>
          </p:blipFill>
          <p:spPr bwMode="auto">
            <a:xfrm>
              <a:off x="8400" y="288"/>
              <a:ext cx="556" cy="534"/>
            </a:xfrm>
            <a:prstGeom prst="rect">
              <a:avLst/>
            </a:prstGeom>
            <a:noFill/>
            <a:ln w="9525">
              <a:noFill/>
              <a:miter lim="800000"/>
              <a:headEnd/>
              <a:tailEnd/>
            </a:ln>
          </p:spPr>
        </p:pic>
      </p:grpSp>
    </p:spTree>
    <p:extLst>
      <p:ext uri="{BB962C8B-B14F-4D97-AF65-F5344CB8AC3E}">
        <p14:creationId xmlns:p14="http://schemas.microsoft.com/office/powerpoint/2010/main" val="615249679"/>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Lst>
  <p:txStyles>
    <p:titleStyle>
      <a:lvl1pPr algn="ctr" defTabSz="841514" rtl="0" eaLnBrk="0" fontAlgn="base" hangingPunct="0">
        <a:spcBef>
          <a:spcPct val="0"/>
        </a:spcBef>
        <a:spcAft>
          <a:spcPct val="0"/>
        </a:spcAft>
        <a:defRPr sz="3979">
          <a:solidFill>
            <a:schemeClr val="tx2"/>
          </a:solidFill>
          <a:latin typeface="+mj-lt"/>
          <a:ea typeface="+mj-ea"/>
          <a:cs typeface="+mj-cs"/>
        </a:defRPr>
      </a:lvl1pPr>
      <a:lvl2pPr algn="ctr" defTabSz="841514" rtl="0" eaLnBrk="0" fontAlgn="base" hangingPunct="0">
        <a:spcBef>
          <a:spcPct val="0"/>
        </a:spcBef>
        <a:spcAft>
          <a:spcPct val="0"/>
        </a:spcAft>
        <a:defRPr sz="3979">
          <a:solidFill>
            <a:schemeClr val="tx2"/>
          </a:solidFill>
          <a:latin typeface="Times New Roman" pitchFamily="18" charset="0"/>
        </a:defRPr>
      </a:lvl2pPr>
      <a:lvl3pPr algn="ctr" defTabSz="841514" rtl="0" eaLnBrk="0" fontAlgn="base" hangingPunct="0">
        <a:spcBef>
          <a:spcPct val="0"/>
        </a:spcBef>
        <a:spcAft>
          <a:spcPct val="0"/>
        </a:spcAft>
        <a:defRPr sz="3979">
          <a:solidFill>
            <a:schemeClr val="tx2"/>
          </a:solidFill>
          <a:latin typeface="Times New Roman" pitchFamily="18" charset="0"/>
        </a:defRPr>
      </a:lvl3pPr>
      <a:lvl4pPr algn="ctr" defTabSz="841514" rtl="0" eaLnBrk="0" fontAlgn="base" hangingPunct="0">
        <a:spcBef>
          <a:spcPct val="0"/>
        </a:spcBef>
        <a:spcAft>
          <a:spcPct val="0"/>
        </a:spcAft>
        <a:defRPr sz="3979">
          <a:solidFill>
            <a:schemeClr val="tx2"/>
          </a:solidFill>
          <a:latin typeface="Times New Roman" pitchFamily="18" charset="0"/>
        </a:defRPr>
      </a:lvl4pPr>
      <a:lvl5pPr algn="ctr" defTabSz="841514" rtl="0" eaLnBrk="0" fontAlgn="base" hangingPunct="0">
        <a:spcBef>
          <a:spcPct val="0"/>
        </a:spcBef>
        <a:spcAft>
          <a:spcPct val="0"/>
        </a:spcAft>
        <a:defRPr sz="3979">
          <a:solidFill>
            <a:schemeClr val="tx2"/>
          </a:solidFill>
          <a:latin typeface="Times New Roman" pitchFamily="18" charset="0"/>
        </a:defRPr>
      </a:lvl5pPr>
      <a:lvl6pPr marL="283127" algn="ctr" defTabSz="841514" rtl="0" fontAlgn="base">
        <a:spcBef>
          <a:spcPct val="0"/>
        </a:spcBef>
        <a:spcAft>
          <a:spcPct val="0"/>
        </a:spcAft>
        <a:defRPr sz="3979">
          <a:solidFill>
            <a:schemeClr val="tx2"/>
          </a:solidFill>
          <a:latin typeface="Times New Roman" pitchFamily="18" charset="0"/>
        </a:defRPr>
      </a:lvl6pPr>
      <a:lvl7pPr marL="566252" algn="ctr" defTabSz="841514" rtl="0" fontAlgn="base">
        <a:spcBef>
          <a:spcPct val="0"/>
        </a:spcBef>
        <a:spcAft>
          <a:spcPct val="0"/>
        </a:spcAft>
        <a:defRPr sz="3979">
          <a:solidFill>
            <a:schemeClr val="tx2"/>
          </a:solidFill>
          <a:latin typeface="Times New Roman" pitchFamily="18" charset="0"/>
        </a:defRPr>
      </a:lvl7pPr>
      <a:lvl8pPr marL="849379" algn="ctr" defTabSz="841514" rtl="0" fontAlgn="base">
        <a:spcBef>
          <a:spcPct val="0"/>
        </a:spcBef>
        <a:spcAft>
          <a:spcPct val="0"/>
        </a:spcAft>
        <a:defRPr sz="3979">
          <a:solidFill>
            <a:schemeClr val="tx2"/>
          </a:solidFill>
          <a:latin typeface="Times New Roman" pitchFamily="18" charset="0"/>
        </a:defRPr>
      </a:lvl8pPr>
      <a:lvl9pPr marL="1132505" algn="ctr" defTabSz="841514" rtl="0" fontAlgn="base">
        <a:spcBef>
          <a:spcPct val="0"/>
        </a:spcBef>
        <a:spcAft>
          <a:spcPct val="0"/>
        </a:spcAft>
        <a:defRPr sz="3979">
          <a:solidFill>
            <a:schemeClr val="tx2"/>
          </a:solidFill>
          <a:latin typeface="Times New Roman" pitchFamily="18" charset="0"/>
        </a:defRPr>
      </a:lvl9pPr>
    </p:titleStyle>
    <p:bodyStyle>
      <a:lvl1pPr marL="315568" indent="-315568" algn="l" defTabSz="841514" rtl="0" eaLnBrk="0" fontAlgn="base" hangingPunct="0">
        <a:spcBef>
          <a:spcPct val="20000"/>
        </a:spcBef>
        <a:spcAft>
          <a:spcPct val="0"/>
        </a:spcAft>
        <a:buChar char="•"/>
        <a:defRPr sz="3003">
          <a:solidFill>
            <a:schemeClr val="tx1"/>
          </a:solidFill>
          <a:latin typeface="+mn-lt"/>
          <a:ea typeface="+mn-ea"/>
          <a:cs typeface="+mn-cs"/>
        </a:defRPr>
      </a:lvl1pPr>
      <a:lvl2pPr marL="683239" indent="-262482" algn="l" defTabSz="841514" rtl="0" eaLnBrk="0" fontAlgn="base" hangingPunct="0">
        <a:spcBef>
          <a:spcPct val="20000"/>
        </a:spcBef>
        <a:spcAft>
          <a:spcPct val="0"/>
        </a:spcAft>
        <a:buChar char="–"/>
        <a:defRPr sz="2478">
          <a:solidFill>
            <a:schemeClr val="tx1"/>
          </a:solidFill>
          <a:latin typeface="+mn-lt"/>
        </a:defRPr>
      </a:lvl2pPr>
      <a:lvl3pPr marL="1051893" indent="-210379" algn="l" defTabSz="841514" rtl="0" eaLnBrk="0" fontAlgn="base" hangingPunct="0">
        <a:spcBef>
          <a:spcPct val="20000"/>
        </a:spcBef>
        <a:spcAft>
          <a:spcPct val="0"/>
        </a:spcAft>
        <a:buChar char="•"/>
        <a:defRPr sz="2252">
          <a:solidFill>
            <a:schemeClr val="tx1"/>
          </a:solidFill>
          <a:latin typeface="+mn-lt"/>
        </a:defRPr>
      </a:lvl3pPr>
      <a:lvl4pPr marL="1472649" indent="-210379" algn="l" defTabSz="841514" rtl="0" eaLnBrk="0" fontAlgn="base" hangingPunct="0">
        <a:spcBef>
          <a:spcPct val="20000"/>
        </a:spcBef>
        <a:spcAft>
          <a:spcPct val="0"/>
        </a:spcAft>
        <a:buChar char="–"/>
        <a:defRPr sz="1877">
          <a:solidFill>
            <a:schemeClr val="tx1"/>
          </a:solidFill>
          <a:latin typeface="+mn-lt"/>
        </a:defRPr>
      </a:lvl4pPr>
      <a:lvl5pPr marL="1892424" indent="-209396" algn="l" defTabSz="841514" rtl="0" eaLnBrk="0" fontAlgn="base" hangingPunct="0">
        <a:spcBef>
          <a:spcPct val="20000"/>
        </a:spcBef>
        <a:spcAft>
          <a:spcPct val="0"/>
        </a:spcAft>
        <a:buChar char="»"/>
        <a:defRPr sz="1877">
          <a:solidFill>
            <a:schemeClr val="tx1"/>
          </a:solidFill>
          <a:latin typeface="+mn-lt"/>
        </a:defRPr>
      </a:lvl5pPr>
      <a:lvl6pPr marL="2175551" indent="-209396" algn="l" defTabSz="841514" rtl="0" fontAlgn="base">
        <a:spcBef>
          <a:spcPct val="20000"/>
        </a:spcBef>
        <a:spcAft>
          <a:spcPct val="0"/>
        </a:spcAft>
        <a:buChar char="»"/>
        <a:defRPr sz="1877">
          <a:solidFill>
            <a:schemeClr val="tx1"/>
          </a:solidFill>
          <a:latin typeface="+mn-lt"/>
        </a:defRPr>
      </a:lvl6pPr>
      <a:lvl7pPr marL="2458677" indent="-209396" algn="l" defTabSz="841514" rtl="0" fontAlgn="base">
        <a:spcBef>
          <a:spcPct val="20000"/>
        </a:spcBef>
        <a:spcAft>
          <a:spcPct val="0"/>
        </a:spcAft>
        <a:buChar char="»"/>
        <a:defRPr sz="1877">
          <a:solidFill>
            <a:schemeClr val="tx1"/>
          </a:solidFill>
          <a:latin typeface="+mn-lt"/>
        </a:defRPr>
      </a:lvl7pPr>
      <a:lvl8pPr marL="2741804" indent="-209396" algn="l" defTabSz="841514" rtl="0" fontAlgn="base">
        <a:spcBef>
          <a:spcPct val="20000"/>
        </a:spcBef>
        <a:spcAft>
          <a:spcPct val="0"/>
        </a:spcAft>
        <a:buChar char="»"/>
        <a:defRPr sz="1877">
          <a:solidFill>
            <a:schemeClr val="tx1"/>
          </a:solidFill>
          <a:latin typeface="+mn-lt"/>
        </a:defRPr>
      </a:lvl8pPr>
      <a:lvl9pPr marL="3024930" indent="-209396" algn="l" defTabSz="841514" rtl="0" fontAlgn="base">
        <a:spcBef>
          <a:spcPct val="20000"/>
        </a:spcBef>
        <a:spcAft>
          <a:spcPct val="0"/>
        </a:spcAft>
        <a:buChar char="»"/>
        <a:defRPr sz="1877">
          <a:solidFill>
            <a:schemeClr val="tx1"/>
          </a:solidFill>
          <a:latin typeface="+mn-lt"/>
        </a:defRPr>
      </a:lvl9pPr>
    </p:bodyStyle>
    <p:otherStyle>
      <a:defPPr>
        <a:defRPr lang="en-US"/>
      </a:defPPr>
      <a:lvl1pPr marL="0" algn="l" defTabSz="566252" rtl="0" eaLnBrk="1" latinLnBrk="0" hangingPunct="1">
        <a:defRPr sz="1126" kern="1200">
          <a:solidFill>
            <a:schemeClr val="tx1"/>
          </a:solidFill>
          <a:latin typeface="+mn-lt"/>
          <a:ea typeface="+mn-ea"/>
          <a:cs typeface="+mn-cs"/>
        </a:defRPr>
      </a:lvl1pPr>
      <a:lvl2pPr marL="283127" algn="l" defTabSz="566252" rtl="0" eaLnBrk="1" latinLnBrk="0" hangingPunct="1">
        <a:defRPr sz="1126" kern="1200">
          <a:solidFill>
            <a:schemeClr val="tx1"/>
          </a:solidFill>
          <a:latin typeface="+mn-lt"/>
          <a:ea typeface="+mn-ea"/>
          <a:cs typeface="+mn-cs"/>
        </a:defRPr>
      </a:lvl2pPr>
      <a:lvl3pPr marL="566252" algn="l" defTabSz="566252" rtl="0" eaLnBrk="1" latinLnBrk="0" hangingPunct="1">
        <a:defRPr sz="1126" kern="1200">
          <a:solidFill>
            <a:schemeClr val="tx1"/>
          </a:solidFill>
          <a:latin typeface="+mn-lt"/>
          <a:ea typeface="+mn-ea"/>
          <a:cs typeface="+mn-cs"/>
        </a:defRPr>
      </a:lvl3pPr>
      <a:lvl4pPr marL="849379" algn="l" defTabSz="566252" rtl="0" eaLnBrk="1" latinLnBrk="0" hangingPunct="1">
        <a:defRPr sz="1126" kern="1200">
          <a:solidFill>
            <a:schemeClr val="tx1"/>
          </a:solidFill>
          <a:latin typeface="+mn-lt"/>
          <a:ea typeface="+mn-ea"/>
          <a:cs typeface="+mn-cs"/>
        </a:defRPr>
      </a:lvl4pPr>
      <a:lvl5pPr marL="1132505" algn="l" defTabSz="566252" rtl="0" eaLnBrk="1" latinLnBrk="0" hangingPunct="1">
        <a:defRPr sz="1126" kern="1200">
          <a:solidFill>
            <a:schemeClr val="tx1"/>
          </a:solidFill>
          <a:latin typeface="+mn-lt"/>
          <a:ea typeface="+mn-ea"/>
          <a:cs typeface="+mn-cs"/>
        </a:defRPr>
      </a:lvl5pPr>
      <a:lvl6pPr marL="1415633" algn="l" defTabSz="566252" rtl="0" eaLnBrk="1" latinLnBrk="0" hangingPunct="1">
        <a:defRPr sz="1126" kern="1200">
          <a:solidFill>
            <a:schemeClr val="tx1"/>
          </a:solidFill>
          <a:latin typeface="+mn-lt"/>
          <a:ea typeface="+mn-ea"/>
          <a:cs typeface="+mn-cs"/>
        </a:defRPr>
      </a:lvl6pPr>
      <a:lvl7pPr marL="1698759" algn="l" defTabSz="566252" rtl="0" eaLnBrk="1" latinLnBrk="0" hangingPunct="1">
        <a:defRPr sz="1126" kern="1200">
          <a:solidFill>
            <a:schemeClr val="tx1"/>
          </a:solidFill>
          <a:latin typeface="+mn-lt"/>
          <a:ea typeface="+mn-ea"/>
          <a:cs typeface="+mn-cs"/>
        </a:defRPr>
      </a:lvl7pPr>
      <a:lvl8pPr marL="1981885" algn="l" defTabSz="566252" rtl="0" eaLnBrk="1" latinLnBrk="0" hangingPunct="1">
        <a:defRPr sz="1126" kern="1200">
          <a:solidFill>
            <a:schemeClr val="tx1"/>
          </a:solidFill>
          <a:latin typeface="+mn-lt"/>
          <a:ea typeface="+mn-ea"/>
          <a:cs typeface="+mn-cs"/>
        </a:defRPr>
      </a:lvl8pPr>
      <a:lvl9pPr marL="2265011" algn="l" defTabSz="566252" rtl="0" eaLnBrk="1" latinLnBrk="0" hangingPunct="1">
        <a:defRPr sz="1126"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Picture 12" hidden="1"/>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0" name="Classification Lower"/>
          <p:cNvSpPr txBox="1">
            <a:spLocks/>
          </p:cNvSpPr>
          <p:nvPr userDrawn="1"/>
        </p:nvSpPr>
        <p:spPr>
          <a:xfrm>
            <a:off x="0" y="6724796"/>
            <a:ext cx="8515350" cy="103875"/>
          </a:xfrm>
          <a:prstGeom prst="rect">
            <a:avLst/>
          </a:prstGeom>
        </p:spPr>
        <p:txBody>
          <a:bodyPr vert="horz" wrap="square" lIns="68580" tIns="0" rIns="0" bIns="0" rtlCol="0" anchor="t" anchorCtr="0">
            <a:spAutoFit/>
          </a:bodyPr>
          <a:lstStyle>
            <a:defPPr>
              <a:defRPr lang="en-US"/>
            </a:defPPr>
            <a:lvl1pPr marL="0" algn="ct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675" b="1" dirty="0">
                <a:solidFill>
                  <a:prstClr val="black"/>
                </a:solidFill>
              </a:rPr>
              <a:t>UNCLASSIFIED</a:t>
            </a:r>
          </a:p>
        </p:txBody>
      </p:sp>
      <p:sp>
        <p:nvSpPr>
          <p:cNvPr id="41" name="Slide Number Placeholder 5"/>
          <p:cNvSpPr>
            <a:spLocks noGrp="1"/>
          </p:cNvSpPr>
          <p:nvPr>
            <p:ph type="sldNum" sz="quarter" idx="4"/>
          </p:nvPr>
        </p:nvSpPr>
        <p:spPr>
          <a:xfrm>
            <a:off x="4373070" y="6618649"/>
            <a:ext cx="349891" cy="338505"/>
          </a:xfrm>
          <a:prstGeom prst="rect">
            <a:avLst/>
          </a:prstGeom>
        </p:spPr>
        <p:txBody>
          <a:bodyPr/>
          <a:lstStyle>
            <a:lvl1pPr>
              <a:defRPr sz="900"/>
            </a:lvl1pPr>
          </a:lstStyle>
          <a:p>
            <a:fld id="{1A3C3F5D-9F0A-4D26-898B-10DC4C85EEE6}" type="slidenum">
              <a:rPr lang="en-US" smtClean="0">
                <a:solidFill>
                  <a:prstClr val="black"/>
                </a:solidFill>
              </a:rPr>
              <a:pPr/>
              <a:t>‹#›</a:t>
            </a:fld>
            <a:endParaRPr lang="en-US" dirty="0">
              <a:solidFill>
                <a:prstClr val="black"/>
              </a:solidFill>
            </a:endParaRPr>
          </a:p>
        </p:txBody>
      </p:sp>
      <p:grpSp>
        <p:nvGrpSpPr>
          <p:cNvPr id="5" name="Group 4"/>
          <p:cNvGrpSpPr/>
          <p:nvPr userDrawn="1"/>
        </p:nvGrpSpPr>
        <p:grpSpPr>
          <a:xfrm>
            <a:off x="0" y="-793"/>
            <a:ext cx="9144000" cy="1028700"/>
            <a:chOff x="0" y="-793"/>
            <a:chExt cx="12345388" cy="1028700"/>
          </a:xfrm>
        </p:grpSpPr>
        <p:pic>
          <p:nvPicPr>
            <p:cNvPr id="6" name="TopBa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793"/>
              <a:ext cx="9144000" cy="1028700"/>
            </a:xfrm>
            <a:prstGeom prst="rect">
              <a:avLst/>
            </a:prstGeom>
          </p:spPr>
        </p:pic>
        <p:pic>
          <p:nvPicPr>
            <p:cNvPr id="7" name="TopBar"/>
            <p:cNvPicPr>
              <a:picLocks noChangeAspect="1"/>
            </p:cNvPicPr>
            <p:nvPr userDrawn="1"/>
          </p:nvPicPr>
          <p:blipFill rotWithShape="1">
            <a:blip r:embed="rId14">
              <a:extLst>
                <a:ext uri="{28A0092B-C50C-407E-A947-70E740481C1C}">
                  <a14:useLocalDpi xmlns:a14="http://schemas.microsoft.com/office/drawing/2010/main" val="0"/>
                </a:ext>
              </a:extLst>
            </a:blip>
            <a:srcRect l="33704"/>
            <a:stretch/>
          </p:blipFill>
          <p:spPr>
            <a:xfrm>
              <a:off x="6283234" y="-793"/>
              <a:ext cx="6062154" cy="1028700"/>
            </a:xfrm>
            <a:prstGeom prst="rect">
              <a:avLst/>
            </a:prstGeom>
          </p:spPr>
        </p:pic>
      </p:grpSp>
      <p:grpSp>
        <p:nvGrpSpPr>
          <p:cNvPr id="8" name="Group 7"/>
          <p:cNvGrpSpPr/>
          <p:nvPr userDrawn="1"/>
        </p:nvGrpSpPr>
        <p:grpSpPr>
          <a:xfrm>
            <a:off x="3195" y="5935407"/>
            <a:ext cx="9144001" cy="923926"/>
            <a:chOff x="0" y="5934078"/>
            <a:chExt cx="12318274" cy="923926"/>
          </a:xfrm>
        </p:grpSpPr>
        <p:grpSp>
          <p:nvGrpSpPr>
            <p:cNvPr id="9" name="Group 8"/>
            <p:cNvGrpSpPr/>
            <p:nvPr userDrawn="1"/>
          </p:nvGrpSpPr>
          <p:grpSpPr>
            <a:xfrm>
              <a:off x="0" y="5934078"/>
              <a:ext cx="12318274" cy="923926"/>
              <a:chOff x="0" y="5934078"/>
              <a:chExt cx="12318274" cy="923926"/>
            </a:xfrm>
          </p:grpSpPr>
          <p:pic>
            <p:nvPicPr>
              <p:cNvPr id="11" name="LowerBa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3174274" y="5934079"/>
                <a:ext cx="9144000" cy="923925"/>
              </a:xfrm>
              <a:prstGeom prst="rect">
                <a:avLst/>
              </a:prstGeom>
            </p:spPr>
          </p:pic>
          <p:pic>
            <p:nvPicPr>
              <p:cNvPr id="12" name="LowerBar"/>
              <p:cNvPicPr>
                <a:picLocks noChangeAspect="1"/>
              </p:cNvPicPr>
              <p:nvPr userDrawn="1"/>
            </p:nvPicPr>
            <p:blipFill rotWithShape="1">
              <a:blip r:embed="rId15">
                <a:extLst>
                  <a:ext uri="{28A0092B-C50C-407E-A947-70E740481C1C}">
                    <a14:useLocalDpi xmlns:a14="http://schemas.microsoft.com/office/drawing/2010/main" val="0"/>
                  </a:ext>
                </a:extLst>
              </a:blip>
              <a:srcRect r="65286"/>
              <a:stretch/>
            </p:blipFill>
            <p:spPr>
              <a:xfrm flipH="1">
                <a:off x="0" y="5934078"/>
                <a:ext cx="3174274" cy="923925"/>
              </a:xfrm>
              <a:prstGeom prst="rect">
                <a:avLst/>
              </a:prstGeom>
            </p:spPr>
          </p:pic>
        </p:grpSp>
        <p:pic>
          <p:nvPicPr>
            <p:cNvPr id="10" name="Picture 9"/>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11359593" y="6128800"/>
              <a:ext cx="555373" cy="555373"/>
            </a:xfrm>
            <a:prstGeom prst="rect">
              <a:avLst/>
            </a:prstGeom>
          </p:spPr>
        </p:pic>
      </p:grpSp>
      <p:sp>
        <p:nvSpPr>
          <p:cNvPr id="19" name="Classification Lower"/>
          <p:cNvSpPr txBox="1">
            <a:spLocks/>
          </p:cNvSpPr>
          <p:nvPr userDrawn="1"/>
        </p:nvSpPr>
        <p:spPr>
          <a:xfrm>
            <a:off x="114300" y="6702623"/>
            <a:ext cx="8515350" cy="103875"/>
          </a:xfrm>
          <a:prstGeom prst="rect">
            <a:avLst/>
          </a:prstGeom>
        </p:spPr>
        <p:txBody>
          <a:bodyPr vert="horz" wrap="square" lIns="68580" tIns="0" rIns="0" bIns="0" rtlCol="0" anchor="t" anchorCtr="0">
            <a:spAutoFit/>
          </a:bodyPr>
          <a:lstStyle>
            <a:defPPr>
              <a:defRPr lang="en-US"/>
            </a:defPPr>
            <a:lvl1pPr marL="0" algn="ct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675" b="1" dirty="0">
                <a:solidFill>
                  <a:prstClr val="black"/>
                </a:solidFill>
              </a:rPr>
              <a:t>UNCLASSIFIED</a:t>
            </a:r>
          </a:p>
        </p:txBody>
      </p:sp>
    </p:spTree>
    <p:extLst>
      <p:ext uri="{BB962C8B-B14F-4D97-AF65-F5344CB8AC3E}">
        <p14:creationId xmlns:p14="http://schemas.microsoft.com/office/powerpoint/2010/main" val="477396293"/>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Lst>
  <p:hf sldNum="0" hdr="0" ftr="0" dt="0"/>
  <p:txStyles>
    <p:titleStyle>
      <a:lvl1pPr marL="0" algn="l" defTabSz="685800" rtl="0" eaLnBrk="1" latinLnBrk="0" hangingPunct="1">
        <a:lnSpc>
          <a:spcPct val="90000"/>
        </a:lnSpc>
        <a:spcBef>
          <a:spcPct val="0"/>
        </a:spcBef>
        <a:buNone/>
        <a:defRPr lang="en-US" sz="2100" b="1" kern="1200" dirty="0">
          <a:solidFill>
            <a:srgbClr val="7F7F73"/>
          </a:solidFill>
          <a:latin typeface="Arial" panose="020B0604020202020204" pitchFamily="34" charset="0"/>
          <a:ea typeface="+mj-ea"/>
          <a:cs typeface="Arial" panose="020B0604020202020204" pitchFamily="34" charset="0"/>
        </a:defRPr>
      </a:lvl1pPr>
    </p:titleStyle>
    <p:bodyStyle>
      <a:lvl1pPr marL="129779" indent="-129779" algn="l" defTabSz="685800" rtl="0" eaLnBrk="1" latinLnBrk="0" hangingPunct="1">
        <a:lnSpc>
          <a:spcPct val="90000"/>
        </a:lnSpc>
        <a:spcBef>
          <a:spcPts val="750"/>
        </a:spcBef>
        <a:buClrTx/>
        <a:buFont typeface="Wingdings" panose="05000000000000000000" pitchFamily="2" charset="2"/>
        <a:buChar char="ü"/>
        <a:defRPr lang="en-US" sz="1800" b="1" kern="1200" dirty="0" smtClean="0">
          <a:solidFill>
            <a:schemeClr val="tx1"/>
          </a:solidFill>
          <a:latin typeface="Arial" panose="020B0604020202020204" pitchFamily="34" charset="0"/>
          <a:ea typeface="+mn-ea"/>
          <a:cs typeface="Arial" panose="020B0604020202020204" pitchFamily="34" charset="0"/>
        </a:defRPr>
      </a:lvl1pPr>
      <a:lvl2pPr marL="385763" indent="-130969"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556022" indent="-167879"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3pPr>
      <a:lvl4pPr marL="731044" indent="-129779" algn="l" defTabSz="685800" rtl="0" eaLnBrk="1" latinLnBrk="0" hangingPunct="1">
        <a:lnSpc>
          <a:spcPct val="90000"/>
        </a:lnSpc>
        <a:spcBef>
          <a:spcPts val="375"/>
        </a:spcBef>
        <a:buFont typeface="Wingdings" panose="05000000000000000000" pitchFamily="2" charset="2"/>
        <a:buChar char="§"/>
        <a:defRPr sz="1350" kern="1200">
          <a:solidFill>
            <a:schemeClr val="tx1"/>
          </a:solidFill>
          <a:latin typeface="Arial" panose="020B0604020202020204" pitchFamily="34" charset="0"/>
          <a:ea typeface="+mn-ea"/>
          <a:cs typeface="Arial" panose="020B0604020202020204" pitchFamily="34" charset="0"/>
        </a:defRPr>
      </a:lvl4pPr>
      <a:lvl5pPr marL="898922"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431006" indent="-171450" algn="r"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5056">
          <p15:clr>
            <a:srgbClr val="F26B43"/>
          </p15:clr>
        </p15:guide>
        <p15:guide id="3" pos="7136">
          <p15:clr>
            <a:srgbClr val="F26B43"/>
          </p15:clr>
        </p15:guide>
        <p15:guide id="4" orient="horz" pos="1104">
          <p15:clr>
            <a:srgbClr val="F26B43"/>
          </p15:clr>
        </p15:guide>
        <p15:guide id="5" orient="horz" pos="2376">
          <p15:clr>
            <a:srgbClr val="F26B43"/>
          </p15:clr>
        </p15:guide>
        <p15:guide id="6" orient="horz" pos="3432">
          <p15:clr>
            <a:srgbClr val="F26B43"/>
          </p15:clr>
        </p15:guide>
        <p15:guide id="7" pos="7680">
          <p15:clr>
            <a:srgbClr val="F26B43"/>
          </p15:clr>
        </p15:guide>
        <p15:guide id="8" orient="horz">
          <p15:clr>
            <a:srgbClr val="F26B43"/>
          </p15:clr>
        </p15:guide>
        <p15:guide id="9">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8" name="Picture 7" descr="Metal Header.jpg"/>
          <p:cNvPicPr>
            <a:picLocks noChangeAspect="1"/>
          </p:cNvPicPr>
          <p:nvPr userDrawn="1"/>
        </p:nvPicPr>
        <p:blipFill>
          <a:blip r:embed="rId5" cstate="print"/>
          <a:stretch>
            <a:fillRect/>
          </a:stretch>
        </p:blipFill>
        <p:spPr>
          <a:xfrm>
            <a:off x="0" y="6443663"/>
            <a:ext cx="9144000" cy="414337"/>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pic>
        <p:nvPicPr>
          <p:cNvPr id="9" name="Picture 8" descr="Metal Header.jpg"/>
          <p:cNvPicPr>
            <a:picLocks noChangeAspect="1"/>
          </p:cNvPicPr>
          <p:nvPr userDrawn="1"/>
        </p:nvPicPr>
        <p:blipFill>
          <a:blip r:embed="rId6"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10" name="Footer Placeholder 16"/>
          <p:cNvSpPr txBox="1">
            <a:spLocks/>
          </p:cNvSpPr>
          <p:nvPr userDrawn="1"/>
        </p:nvSpPr>
        <p:spPr>
          <a:xfrm>
            <a:off x="-17930" y="-29528"/>
            <a:ext cx="9144000" cy="231776"/>
          </a:xfrm>
          <a:prstGeom prst="rect">
            <a:avLst/>
          </a:prstGeom>
        </p:spPr>
        <p:txBody>
          <a:bodyPr/>
          <a:lstStyle/>
          <a:p>
            <a:pPr algn="ctr">
              <a:defRPr/>
            </a:pPr>
            <a:r>
              <a:rPr lang="en-US" sz="1000" b="1" dirty="0">
                <a:solidFill>
                  <a:srgbClr val="000000"/>
                </a:solidFill>
                <a:latin typeface="Arial" pitchFamily="34" charset="0"/>
                <a:ea typeface="MS PGothic" pitchFamily="34" charset="-128"/>
                <a:cs typeface="Arial" pitchFamily="34" charset="0"/>
              </a:rPr>
              <a:t>UNCLASSIFIED//FOUO</a:t>
            </a:r>
          </a:p>
        </p:txBody>
      </p:sp>
      <p:sp>
        <p:nvSpPr>
          <p:cNvPr id="11" name="Footer Placeholder 16"/>
          <p:cNvSpPr txBox="1">
            <a:spLocks/>
          </p:cNvSpPr>
          <p:nvPr userDrawn="1"/>
        </p:nvSpPr>
        <p:spPr>
          <a:xfrm>
            <a:off x="39624" y="6620256"/>
            <a:ext cx="1752600" cy="228600"/>
          </a:xfrm>
          <a:prstGeom prst="rect">
            <a:avLst/>
          </a:prstGeom>
        </p:spPr>
        <p:txBody>
          <a:bodyPr/>
          <a:lstStyle/>
          <a:p>
            <a:pPr algn="l">
              <a:defRPr/>
            </a:pPr>
            <a:r>
              <a:rPr lang="en-US" sz="1000" b="1" dirty="0">
                <a:solidFill>
                  <a:prstClr val="white"/>
                </a:solidFill>
                <a:latin typeface="Arial" pitchFamily="34" charset="0"/>
                <a:ea typeface="MS PGothic" pitchFamily="34" charset="-128"/>
                <a:cs typeface="Arial" pitchFamily="34" charset="0"/>
              </a:rPr>
              <a:t>UNCLASSIFIED//FOUO</a:t>
            </a:r>
          </a:p>
        </p:txBody>
      </p:sp>
      <p:grpSp>
        <p:nvGrpSpPr>
          <p:cNvPr id="12" name="Group 11"/>
          <p:cNvGrpSpPr/>
          <p:nvPr userDrawn="1"/>
        </p:nvGrpSpPr>
        <p:grpSpPr>
          <a:xfrm>
            <a:off x="144954" y="79430"/>
            <a:ext cx="8084889" cy="903338"/>
            <a:chOff x="144954" y="71442"/>
            <a:chExt cx="8084889" cy="903338"/>
          </a:xfrm>
        </p:grpSpPr>
        <p:pic>
          <p:nvPicPr>
            <p:cNvPr id="13" name="Picture 12"/>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16" name="Picture 15"/>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2" name="Picture 1"/>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284187" y="112981"/>
            <a:ext cx="723544" cy="725219"/>
          </a:xfrm>
          <a:prstGeom prst="rect">
            <a:avLst/>
          </a:prstGeom>
        </p:spPr>
      </p:pic>
    </p:spTree>
    <p:extLst>
      <p:ext uri="{BB962C8B-B14F-4D97-AF65-F5344CB8AC3E}">
        <p14:creationId xmlns:p14="http://schemas.microsoft.com/office/powerpoint/2010/main" val="4070388990"/>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Lst>
  <p:txStyles>
    <p:titleStyle>
      <a:lvl1pPr algn="ctr" defTabSz="914400" rtl="0" eaLnBrk="1" latinLnBrk="0" hangingPunct="1">
        <a:spcBef>
          <a:spcPct val="0"/>
        </a:spcBef>
        <a:buNone/>
        <a:defRPr sz="2800" b="1" kern="1200" baseline="0">
          <a:solidFill>
            <a:schemeClr val="bg1"/>
          </a:solidFill>
          <a:latin typeface="Comic Sans MS" pitchFamily="66" charset="0"/>
          <a:ea typeface="+mj-ea"/>
          <a:cs typeface="+mj-cs"/>
        </a:defRPr>
      </a:lvl1pPr>
    </p:titleStyle>
    <p:bodyStyle>
      <a:lvl1pPr marL="342900" indent="-342900" algn="l" defTabSz="914400" rtl="0" eaLnBrk="1" latinLnBrk="0" hangingPunct="1">
        <a:spcBef>
          <a:spcPct val="20000"/>
        </a:spcBef>
        <a:buFontTx/>
        <a:buNone/>
        <a:defRPr sz="2000" kern="1200">
          <a:solidFill>
            <a:schemeClr val="tx1"/>
          </a:solidFill>
          <a:latin typeface="Comic Sans MS" pitchFamily="66"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836760" y="99565"/>
            <a:ext cx="8232971" cy="480131"/>
          </a:xfrm>
          <a:prstGeom prst="rect">
            <a:avLst/>
          </a:prstGeom>
        </p:spPr>
        <p:txBody>
          <a:bodyPr vert="horz" wrap="square" lIns="182880" tIns="45720" rIns="91440" bIns="45720" rtlCol="0" anchor="t" anchorCtr="0">
            <a:spAutoFit/>
          </a:bodyPr>
          <a:lstStyle/>
          <a:p>
            <a:pPr marL="0" lvl="0"/>
            <a:r>
              <a:rPr kumimoji="0" lang="en-US" sz="2800" b="1" i="0" u="none" strike="noStrike" kern="1200" cap="none" spc="0" normalizeH="0" baseline="0" noProof="0">
                <a:ln>
                  <a:noFill/>
                </a:ln>
                <a:solidFill>
                  <a:prstClr val="black"/>
                </a:solidFill>
                <a:effectLst/>
                <a:uLnTx/>
                <a:uFillTx/>
                <a:latin typeface="Arial" panose="020B0604020202020204"/>
                <a:ea typeface="+mj-ea"/>
                <a:cs typeface="+mj-cs"/>
              </a:rPr>
              <a:t>Click to edit Master title style – Arial 28pt Bold</a:t>
            </a:r>
            <a:endParaRPr lang="en-US"/>
          </a:p>
        </p:txBody>
      </p:sp>
      <p:sp>
        <p:nvSpPr>
          <p:cNvPr id="3" name="Text Placeholder 2"/>
          <p:cNvSpPr>
            <a:spLocks noGrp="1"/>
          </p:cNvSpPr>
          <p:nvPr>
            <p:ph type="body" idx="1"/>
          </p:nvPr>
        </p:nvSpPr>
        <p:spPr>
          <a:xfrm>
            <a:off x="836761" y="711257"/>
            <a:ext cx="7772400" cy="4351338"/>
          </a:xfrm>
          <a:prstGeom prst="rect">
            <a:avLst/>
          </a:prstGeom>
        </p:spPr>
        <p:txBody>
          <a:bodyPr vert="horz" lIns="91440" tIns="45720" rIns="91440" bIns="45720" rtlCol="0">
            <a:no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Arial" panose="020B060402020202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a:ln>
                  <a:noFill/>
                </a:ln>
                <a:solidFill>
                  <a:prstClr val="black"/>
                </a:solidFill>
                <a:effectLst/>
                <a:uLnTx/>
                <a:uFillTx/>
                <a:latin typeface="Arial" panose="020B060402020202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Arial" panose="020B060402020202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Arial" panose="020B060402020202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Arial" panose="020B0604020202020204"/>
                <a:ea typeface="+mn-ea"/>
                <a:cs typeface="+mn-cs"/>
              </a:rPr>
              <a:t>Fifth level</a:t>
            </a:r>
          </a:p>
          <a:p>
            <a:pPr lvl="4"/>
            <a:endParaRPr lang="en-US"/>
          </a:p>
        </p:txBody>
      </p:sp>
      <p:sp>
        <p:nvSpPr>
          <p:cNvPr id="7" name="Classification Top"/>
          <p:cNvSpPr txBox="1">
            <a:spLocks/>
          </p:cNvSpPr>
          <p:nvPr userDrawn="1"/>
        </p:nvSpPr>
        <p:spPr bwMode="white">
          <a:xfrm>
            <a:off x="781050" y="0"/>
            <a:ext cx="7886700" cy="107722"/>
          </a:xfrm>
          <a:prstGeom prst="rect">
            <a:avLst/>
          </a:prstGeom>
        </p:spPr>
        <p:txBody>
          <a:bodyPr vert="horz" lIns="0" tIns="0" rIns="0" bIns="0" rtlCol="0" anchor="t" anchorCtr="0">
            <a:spAutoFit/>
          </a:bodyPr>
          <a:lstStyle>
            <a:defPPr>
              <a:defRPr lang="en-US"/>
            </a:defPPr>
            <a:lvl1pPr marL="0" algn="ct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700" b="1">
                <a:solidFill>
                  <a:schemeClr val="tx1"/>
                </a:solidFill>
              </a:rPr>
              <a:t>CUI</a:t>
            </a:r>
          </a:p>
        </p:txBody>
      </p:sp>
      <p:sp>
        <p:nvSpPr>
          <p:cNvPr id="33" name="Classification bottom"/>
          <p:cNvSpPr txBox="1"/>
          <p:nvPr userDrawn="1"/>
        </p:nvSpPr>
        <p:spPr bwMode="black">
          <a:xfrm>
            <a:off x="0" y="6753453"/>
            <a:ext cx="1188720" cy="107722"/>
          </a:xfrm>
          <a:prstGeom prst="rect">
            <a:avLst/>
          </a:prstGeom>
          <a:noFill/>
        </p:spPr>
        <p:txBody>
          <a:bodyPr wrap="none" lIns="45720" tIns="0" rIns="0" bIns="0" anchor="b" anchorCtr="0">
            <a:noAutofit/>
          </a:bodyPr>
          <a:lstStyle/>
          <a:p>
            <a:pPr>
              <a:defRPr/>
            </a:pPr>
            <a:r>
              <a:rPr lang="en-US" sz="700" b="1" kern="600">
                <a:solidFill>
                  <a:prstClr val="black"/>
                </a:solidFill>
                <a:cs typeface="Arial" panose="020B0604020202020204" pitchFamily="34" charset="0"/>
              </a:rPr>
              <a:t>CUI</a:t>
            </a:r>
          </a:p>
        </p:txBody>
      </p:sp>
      <p:grpSp>
        <p:nvGrpSpPr>
          <p:cNvPr id="34" name="Group 33"/>
          <p:cNvGrpSpPr>
            <a:grpSpLocks noChangeAspect="1"/>
          </p:cNvGrpSpPr>
          <p:nvPr userDrawn="1"/>
        </p:nvGrpSpPr>
        <p:grpSpPr>
          <a:xfrm>
            <a:off x="43924" y="0"/>
            <a:ext cx="614993" cy="731520"/>
            <a:chOff x="125730" y="0"/>
            <a:chExt cx="526946" cy="626790"/>
          </a:xfrm>
        </p:grpSpPr>
        <p:sp>
          <p:nvSpPr>
            <p:cNvPr id="35" name="Round Same Side Corner Rectangle 34"/>
            <p:cNvSpPr/>
            <p:nvPr userDrawn="1"/>
          </p:nvSpPr>
          <p:spPr>
            <a:xfrm>
              <a:off x="125730" y="0"/>
              <a:ext cx="526946" cy="626790"/>
            </a:xfrm>
            <a:prstGeom prst="round2SameRect">
              <a:avLst>
                <a:gd name="adj1" fmla="val 0"/>
                <a:gd name="adj2" fmla="val 7443"/>
              </a:avLst>
            </a:prstGeom>
            <a:gradFill>
              <a:gsLst>
                <a:gs pos="0">
                  <a:sysClr val="windowText" lastClr="000000">
                    <a:lumMod val="50000"/>
                    <a:lumOff val="50000"/>
                  </a:sysClr>
                </a:gs>
                <a:gs pos="68000">
                  <a:sysClr val="windowText" lastClr="000000">
                    <a:lumMod val="95000"/>
                    <a:lumOff val="5000"/>
                  </a:sysClr>
                </a:gs>
                <a:gs pos="34000">
                  <a:sysClr val="windowText" lastClr="000000">
                    <a:lumMod val="85000"/>
                    <a:lumOff val="15000"/>
                  </a:sysClr>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a:ea typeface="+mn-ea"/>
                <a:cs typeface="+mn-cs"/>
              </a:endParaRPr>
            </a:p>
          </p:txBody>
        </p:sp>
        <p:grpSp>
          <p:nvGrpSpPr>
            <p:cNvPr id="36" name="U.S. ARMY for dark bkgrnds"/>
            <p:cNvGrpSpPr>
              <a:grpSpLocks noChangeAspect="1"/>
            </p:cNvGrpSpPr>
            <p:nvPr userDrawn="1"/>
          </p:nvGrpSpPr>
          <p:grpSpPr bwMode="auto">
            <a:xfrm>
              <a:off x="208305" y="59287"/>
              <a:ext cx="361795" cy="457200"/>
              <a:chOff x="2205" y="1186"/>
              <a:chExt cx="1425" cy="1802"/>
            </a:xfrm>
          </p:grpSpPr>
          <p:sp>
            <p:nvSpPr>
              <p:cNvPr id="37" name="Freeform 36"/>
              <p:cNvSpPr>
                <a:spLocks noEditPoints="1"/>
              </p:cNvSpPr>
              <p:nvPr/>
            </p:nvSpPr>
            <p:spPr bwMode="invGray">
              <a:xfrm>
                <a:off x="3562" y="2500"/>
                <a:ext cx="68" cy="66"/>
              </a:xfrm>
              <a:custGeom>
                <a:avLst/>
                <a:gdLst>
                  <a:gd name="T0" fmla="*/ 0 w 125"/>
                  <a:gd name="T1" fmla="*/ 18 h 122"/>
                  <a:gd name="T2" fmla="*/ 18 w 125"/>
                  <a:gd name="T3" fmla="*/ 0 h 122"/>
                  <a:gd name="T4" fmla="*/ 37 w 125"/>
                  <a:gd name="T5" fmla="*/ 18 h 122"/>
                  <a:gd name="T6" fmla="*/ 18 w 125"/>
                  <a:gd name="T7" fmla="*/ 36 h 122"/>
                  <a:gd name="T8" fmla="*/ 0 w 125"/>
                  <a:gd name="T9" fmla="*/ 18 h 122"/>
                  <a:gd name="T10" fmla="*/ 18 w 125"/>
                  <a:gd name="T11" fmla="*/ 4 h 122"/>
                  <a:gd name="T12" fmla="*/ 5 w 125"/>
                  <a:gd name="T13" fmla="*/ 18 h 122"/>
                  <a:gd name="T14" fmla="*/ 18 w 125"/>
                  <a:gd name="T15" fmla="*/ 32 h 122"/>
                  <a:gd name="T16" fmla="*/ 32 w 125"/>
                  <a:gd name="T17" fmla="*/ 18 h 122"/>
                  <a:gd name="T18" fmla="*/ 18 w 125"/>
                  <a:gd name="T19" fmla="*/ 4 h 122"/>
                  <a:gd name="T20" fmla="*/ 15 w 125"/>
                  <a:gd name="T21" fmla="*/ 28 h 122"/>
                  <a:gd name="T22" fmla="*/ 11 w 125"/>
                  <a:gd name="T23" fmla="*/ 28 h 122"/>
                  <a:gd name="T24" fmla="*/ 11 w 125"/>
                  <a:gd name="T25" fmla="*/ 8 h 122"/>
                  <a:gd name="T26" fmla="*/ 19 w 125"/>
                  <a:gd name="T27" fmla="*/ 8 h 122"/>
                  <a:gd name="T28" fmla="*/ 27 w 125"/>
                  <a:gd name="T29" fmla="*/ 14 h 122"/>
                  <a:gd name="T30" fmla="*/ 22 w 125"/>
                  <a:gd name="T31" fmla="*/ 19 h 122"/>
                  <a:gd name="T32" fmla="*/ 22 w 125"/>
                  <a:gd name="T33" fmla="*/ 19 h 122"/>
                  <a:gd name="T34" fmla="*/ 27 w 125"/>
                  <a:gd name="T35" fmla="*/ 28 h 122"/>
                  <a:gd name="T36" fmla="*/ 22 w 125"/>
                  <a:gd name="T37" fmla="*/ 28 h 122"/>
                  <a:gd name="T38" fmla="*/ 18 w 125"/>
                  <a:gd name="T39" fmla="*/ 19 h 122"/>
                  <a:gd name="T40" fmla="*/ 15 w 125"/>
                  <a:gd name="T41" fmla="*/ 19 h 122"/>
                  <a:gd name="T42" fmla="*/ 15 w 125"/>
                  <a:gd name="T43" fmla="*/ 28 h 122"/>
                  <a:gd name="T44" fmla="*/ 15 w 125"/>
                  <a:gd name="T45" fmla="*/ 16 h 122"/>
                  <a:gd name="T46" fmla="*/ 18 w 125"/>
                  <a:gd name="T47" fmla="*/ 16 h 122"/>
                  <a:gd name="T48" fmla="*/ 23 w 125"/>
                  <a:gd name="T49" fmla="*/ 14 h 122"/>
                  <a:gd name="T50" fmla="*/ 18 w 125"/>
                  <a:gd name="T51" fmla="*/ 11 h 122"/>
                  <a:gd name="T52" fmla="*/ 15 w 125"/>
                  <a:gd name="T53" fmla="*/ 11 h 122"/>
                  <a:gd name="T54" fmla="*/ 15 w 125"/>
                  <a:gd name="T55" fmla="*/ 16 h 12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25" h="122">
                    <a:moveTo>
                      <a:pt x="0" y="61"/>
                    </a:moveTo>
                    <a:cubicBezTo>
                      <a:pt x="0" y="24"/>
                      <a:pt x="29" y="0"/>
                      <a:pt x="62" y="0"/>
                    </a:cubicBezTo>
                    <a:cubicBezTo>
                      <a:pt x="95" y="0"/>
                      <a:pt x="125" y="24"/>
                      <a:pt x="125" y="61"/>
                    </a:cubicBezTo>
                    <a:cubicBezTo>
                      <a:pt x="125" y="98"/>
                      <a:pt x="96" y="122"/>
                      <a:pt x="62" y="122"/>
                    </a:cubicBezTo>
                    <a:cubicBezTo>
                      <a:pt x="29" y="122"/>
                      <a:pt x="0" y="98"/>
                      <a:pt x="0" y="61"/>
                    </a:cubicBezTo>
                    <a:close/>
                    <a:moveTo>
                      <a:pt x="62" y="13"/>
                    </a:moveTo>
                    <a:cubicBezTo>
                      <a:pt x="36" y="13"/>
                      <a:pt x="16" y="33"/>
                      <a:pt x="16" y="61"/>
                    </a:cubicBezTo>
                    <a:cubicBezTo>
                      <a:pt x="16" y="89"/>
                      <a:pt x="36" y="109"/>
                      <a:pt x="62" y="109"/>
                    </a:cubicBezTo>
                    <a:cubicBezTo>
                      <a:pt x="89" y="109"/>
                      <a:pt x="109" y="89"/>
                      <a:pt x="109" y="61"/>
                    </a:cubicBezTo>
                    <a:cubicBezTo>
                      <a:pt x="109" y="33"/>
                      <a:pt x="88" y="13"/>
                      <a:pt x="62" y="13"/>
                    </a:cubicBezTo>
                    <a:close/>
                    <a:moveTo>
                      <a:pt x="52" y="95"/>
                    </a:moveTo>
                    <a:cubicBezTo>
                      <a:pt x="38" y="95"/>
                      <a:pt x="38" y="95"/>
                      <a:pt x="38" y="95"/>
                    </a:cubicBezTo>
                    <a:cubicBezTo>
                      <a:pt x="38" y="27"/>
                      <a:pt x="38" y="27"/>
                      <a:pt x="38" y="27"/>
                    </a:cubicBezTo>
                    <a:cubicBezTo>
                      <a:pt x="64" y="27"/>
                      <a:pt x="64" y="27"/>
                      <a:pt x="64" y="27"/>
                    </a:cubicBezTo>
                    <a:cubicBezTo>
                      <a:pt x="81" y="27"/>
                      <a:pt x="90" y="32"/>
                      <a:pt x="90" y="47"/>
                    </a:cubicBezTo>
                    <a:cubicBezTo>
                      <a:pt x="91" y="56"/>
                      <a:pt x="84" y="64"/>
                      <a:pt x="75" y="65"/>
                    </a:cubicBezTo>
                    <a:cubicBezTo>
                      <a:pt x="75" y="65"/>
                      <a:pt x="74" y="65"/>
                      <a:pt x="74" y="65"/>
                    </a:cubicBezTo>
                    <a:cubicBezTo>
                      <a:pt x="90" y="95"/>
                      <a:pt x="90" y="95"/>
                      <a:pt x="90" y="95"/>
                    </a:cubicBezTo>
                    <a:cubicBezTo>
                      <a:pt x="75" y="95"/>
                      <a:pt x="75" y="95"/>
                      <a:pt x="75" y="95"/>
                    </a:cubicBezTo>
                    <a:cubicBezTo>
                      <a:pt x="60" y="66"/>
                      <a:pt x="60" y="66"/>
                      <a:pt x="60" y="66"/>
                    </a:cubicBezTo>
                    <a:cubicBezTo>
                      <a:pt x="52" y="66"/>
                      <a:pt x="52" y="66"/>
                      <a:pt x="52" y="66"/>
                    </a:cubicBezTo>
                    <a:lnTo>
                      <a:pt x="52" y="95"/>
                    </a:lnTo>
                    <a:close/>
                    <a:moveTo>
                      <a:pt x="52" y="55"/>
                    </a:moveTo>
                    <a:cubicBezTo>
                      <a:pt x="63" y="55"/>
                      <a:pt x="63" y="55"/>
                      <a:pt x="63" y="55"/>
                    </a:cubicBezTo>
                    <a:cubicBezTo>
                      <a:pt x="73" y="55"/>
                      <a:pt x="77" y="52"/>
                      <a:pt x="77" y="46"/>
                    </a:cubicBezTo>
                    <a:cubicBezTo>
                      <a:pt x="77" y="39"/>
                      <a:pt x="72" y="37"/>
                      <a:pt x="63" y="37"/>
                    </a:cubicBezTo>
                    <a:cubicBezTo>
                      <a:pt x="52" y="37"/>
                      <a:pt x="52" y="37"/>
                      <a:pt x="52" y="37"/>
                    </a:cubicBezTo>
                    <a:lnTo>
                      <a:pt x="52" y="55"/>
                    </a:lnTo>
                    <a:close/>
                  </a:path>
                </a:pathLst>
              </a:custGeom>
              <a:solidFill>
                <a:srgbClr val="FFC425"/>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38" name="Freeform 37"/>
              <p:cNvSpPr>
                <a:spLocks/>
              </p:cNvSpPr>
              <p:nvPr/>
            </p:nvSpPr>
            <p:spPr bwMode="invGray">
              <a:xfrm>
                <a:off x="2205" y="2508"/>
                <a:ext cx="1354" cy="480"/>
              </a:xfrm>
              <a:custGeom>
                <a:avLst/>
                <a:gdLst>
                  <a:gd name="T0" fmla="*/ 61 w 2500"/>
                  <a:gd name="T1" fmla="*/ 0 h 887"/>
                  <a:gd name="T2" fmla="*/ 0 w 2500"/>
                  <a:gd name="T3" fmla="*/ 60 h 887"/>
                  <a:gd name="T4" fmla="*/ 0 w 2500"/>
                  <a:gd name="T5" fmla="*/ 200 h 887"/>
                  <a:gd name="T6" fmla="*/ 61 w 2500"/>
                  <a:gd name="T7" fmla="*/ 260 h 887"/>
                  <a:gd name="T8" fmla="*/ 673 w 2500"/>
                  <a:gd name="T9" fmla="*/ 260 h 887"/>
                  <a:gd name="T10" fmla="*/ 733 w 2500"/>
                  <a:gd name="T11" fmla="*/ 200 h 887"/>
                  <a:gd name="T12" fmla="*/ 733 w 2500"/>
                  <a:gd name="T13" fmla="*/ 60 h 887"/>
                  <a:gd name="T14" fmla="*/ 673 w 2500"/>
                  <a:gd name="T15" fmla="*/ 0 h 887"/>
                  <a:gd name="T16" fmla="*/ 61 w 2500"/>
                  <a:gd name="T17" fmla="*/ 0 h 8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00" h="887">
                    <a:moveTo>
                      <a:pt x="206" y="0"/>
                    </a:moveTo>
                    <a:cubicBezTo>
                      <a:pt x="92" y="0"/>
                      <a:pt x="0" y="92"/>
                      <a:pt x="0" y="206"/>
                    </a:cubicBezTo>
                    <a:cubicBezTo>
                      <a:pt x="0" y="681"/>
                      <a:pt x="0" y="681"/>
                      <a:pt x="0" y="681"/>
                    </a:cubicBezTo>
                    <a:cubicBezTo>
                      <a:pt x="0" y="795"/>
                      <a:pt x="92" y="887"/>
                      <a:pt x="206" y="887"/>
                    </a:cubicBezTo>
                    <a:cubicBezTo>
                      <a:pt x="2294" y="887"/>
                      <a:pt x="2294" y="887"/>
                      <a:pt x="2294" y="887"/>
                    </a:cubicBezTo>
                    <a:cubicBezTo>
                      <a:pt x="2408" y="887"/>
                      <a:pt x="2500" y="795"/>
                      <a:pt x="2500" y="681"/>
                    </a:cubicBezTo>
                    <a:cubicBezTo>
                      <a:pt x="2500" y="206"/>
                      <a:pt x="2500" y="206"/>
                      <a:pt x="2500" y="206"/>
                    </a:cubicBezTo>
                    <a:cubicBezTo>
                      <a:pt x="2500" y="92"/>
                      <a:pt x="2408" y="0"/>
                      <a:pt x="2294" y="0"/>
                    </a:cubicBezTo>
                    <a:lnTo>
                      <a:pt x="206"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39" name="Freeform 38"/>
              <p:cNvSpPr>
                <a:spLocks noEditPoints="1"/>
              </p:cNvSpPr>
              <p:nvPr/>
            </p:nvSpPr>
            <p:spPr bwMode="invGray">
              <a:xfrm>
                <a:off x="2241" y="2543"/>
                <a:ext cx="1283" cy="409"/>
              </a:xfrm>
              <a:custGeom>
                <a:avLst/>
                <a:gdLst>
                  <a:gd name="T0" fmla="*/ 654 w 2369"/>
                  <a:gd name="T1" fmla="*/ 0 h 755"/>
                  <a:gd name="T2" fmla="*/ 41 w 2369"/>
                  <a:gd name="T3" fmla="*/ 0 h 755"/>
                  <a:gd name="T4" fmla="*/ 0 w 2369"/>
                  <a:gd name="T5" fmla="*/ 41 h 755"/>
                  <a:gd name="T6" fmla="*/ 0 w 2369"/>
                  <a:gd name="T7" fmla="*/ 180 h 755"/>
                  <a:gd name="T8" fmla="*/ 41 w 2369"/>
                  <a:gd name="T9" fmla="*/ 222 h 755"/>
                  <a:gd name="T10" fmla="*/ 654 w 2369"/>
                  <a:gd name="T11" fmla="*/ 222 h 755"/>
                  <a:gd name="T12" fmla="*/ 695 w 2369"/>
                  <a:gd name="T13" fmla="*/ 180 h 755"/>
                  <a:gd name="T14" fmla="*/ 695 w 2369"/>
                  <a:gd name="T15" fmla="*/ 41 h 755"/>
                  <a:gd name="T16" fmla="*/ 654 w 2369"/>
                  <a:gd name="T17" fmla="*/ 0 h 755"/>
                  <a:gd name="T18" fmla="*/ 675 w 2369"/>
                  <a:gd name="T19" fmla="*/ 180 h 755"/>
                  <a:gd name="T20" fmla="*/ 654 w 2369"/>
                  <a:gd name="T21" fmla="*/ 202 h 755"/>
                  <a:gd name="T22" fmla="*/ 41 w 2369"/>
                  <a:gd name="T23" fmla="*/ 202 h 755"/>
                  <a:gd name="T24" fmla="*/ 19 w 2369"/>
                  <a:gd name="T25" fmla="*/ 180 h 755"/>
                  <a:gd name="T26" fmla="*/ 19 w 2369"/>
                  <a:gd name="T27" fmla="*/ 41 h 755"/>
                  <a:gd name="T28" fmla="*/ 41 w 2369"/>
                  <a:gd name="T29" fmla="*/ 19 h 755"/>
                  <a:gd name="T30" fmla="*/ 654 w 2369"/>
                  <a:gd name="T31" fmla="*/ 19 h 755"/>
                  <a:gd name="T32" fmla="*/ 675 w 2369"/>
                  <a:gd name="T33" fmla="*/ 41 h 755"/>
                  <a:gd name="T34" fmla="*/ 675 w 2369"/>
                  <a:gd name="T35" fmla="*/ 180 h 7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369" h="755">
                    <a:moveTo>
                      <a:pt x="2228" y="0"/>
                    </a:moveTo>
                    <a:cubicBezTo>
                      <a:pt x="140" y="0"/>
                      <a:pt x="140" y="0"/>
                      <a:pt x="140" y="0"/>
                    </a:cubicBezTo>
                    <a:cubicBezTo>
                      <a:pt x="63" y="0"/>
                      <a:pt x="0" y="63"/>
                      <a:pt x="0" y="140"/>
                    </a:cubicBezTo>
                    <a:cubicBezTo>
                      <a:pt x="0" y="615"/>
                      <a:pt x="0" y="615"/>
                      <a:pt x="0" y="615"/>
                    </a:cubicBezTo>
                    <a:cubicBezTo>
                      <a:pt x="0" y="692"/>
                      <a:pt x="63" y="755"/>
                      <a:pt x="140" y="755"/>
                    </a:cubicBezTo>
                    <a:cubicBezTo>
                      <a:pt x="2228" y="755"/>
                      <a:pt x="2228" y="755"/>
                      <a:pt x="2228" y="755"/>
                    </a:cubicBezTo>
                    <a:cubicBezTo>
                      <a:pt x="2306" y="755"/>
                      <a:pt x="2369" y="692"/>
                      <a:pt x="2369" y="615"/>
                    </a:cubicBezTo>
                    <a:cubicBezTo>
                      <a:pt x="2369" y="140"/>
                      <a:pt x="2369" y="140"/>
                      <a:pt x="2369" y="140"/>
                    </a:cubicBezTo>
                    <a:cubicBezTo>
                      <a:pt x="2369" y="63"/>
                      <a:pt x="2306" y="0"/>
                      <a:pt x="2228" y="0"/>
                    </a:cubicBezTo>
                    <a:close/>
                    <a:moveTo>
                      <a:pt x="2303" y="615"/>
                    </a:moveTo>
                    <a:cubicBezTo>
                      <a:pt x="2303" y="656"/>
                      <a:pt x="2269" y="689"/>
                      <a:pt x="2228" y="689"/>
                    </a:cubicBezTo>
                    <a:cubicBezTo>
                      <a:pt x="140" y="689"/>
                      <a:pt x="140" y="689"/>
                      <a:pt x="140" y="689"/>
                    </a:cubicBezTo>
                    <a:cubicBezTo>
                      <a:pt x="99" y="689"/>
                      <a:pt x="66" y="656"/>
                      <a:pt x="66" y="615"/>
                    </a:cubicBezTo>
                    <a:cubicBezTo>
                      <a:pt x="66" y="140"/>
                      <a:pt x="66" y="140"/>
                      <a:pt x="66" y="140"/>
                    </a:cubicBezTo>
                    <a:cubicBezTo>
                      <a:pt x="66" y="99"/>
                      <a:pt x="99" y="66"/>
                      <a:pt x="140" y="65"/>
                    </a:cubicBezTo>
                    <a:cubicBezTo>
                      <a:pt x="2228" y="65"/>
                      <a:pt x="2228" y="65"/>
                      <a:pt x="2228" y="65"/>
                    </a:cubicBezTo>
                    <a:cubicBezTo>
                      <a:pt x="2269" y="66"/>
                      <a:pt x="2303" y="99"/>
                      <a:pt x="2303" y="140"/>
                    </a:cubicBezTo>
                    <a:lnTo>
                      <a:pt x="2303" y="615"/>
                    </a:lnTo>
                    <a:close/>
                  </a:path>
                </a:pathLst>
              </a:custGeom>
              <a:solidFill>
                <a:srgbClr val="FFC425"/>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40" name="Freeform 39"/>
              <p:cNvSpPr>
                <a:spLocks/>
              </p:cNvSpPr>
              <p:nvPr/>
            </p:nvSpPr>
            <p:spPr bwMode="invGray">
              <a:xfrm>
                <a:off x="2205" y="1186"/>
                <a:ext cx="1354" cy="1287"/>
              </a:xfrm>
              <a:custGeom>
                <a:avLst/>
                <a:gdLst>
                  <a:gd name="T0" fmla="*/ 61 w 2500"/>
                  <a:gd name="T1" fmla="*/ 0 h 2376"/>
                  <a:gd name="T2" fmla="*/ 0 w 2500"/>
                  <a:gd name="T3" fmla="*/ 61 h 2376"/>
                  <a:gd name="T4" fmla="*/ 0 w 2500"/>
                  <a:gd name="T5" fmla="*/ 636 h 2376"/>
                  <a:gd name="T6" fmla="*/ 61 w 2500"/>
                  <a:gd name="T7" fmla="*/ 697 h 2376"/>
                  <a:gd name="T8" fmla="*/ 673 w 2500"/>
                  <a:gd name="T9" fmla="*/ 697 h 2376"/>
                  <a:gd name="T10" fmla="*/ 733 w 2500"/>
                  <a:gd name="T11" fmla="*/ 636 h 2376"/>
                  <a:gd name="T12" fmla="*/ 733 w 2500"/>
                  <a:gd name="T13" fmla="*/ 61 h 2376"/>
                  <a:gd name="T14" fmla="*/ 673 w 2500"/>
                  <a:gd name="T15" fmla="*/ 0 h 2376"/>
                  <a:gd name="T16" fmla="*/ 61 w 2500"/>
                  <a:gd name="T17" fmla="*/ 0 h 23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00" h="2376">
                    <a:moveTo>
                      <a:pt x="206" y="0"/>
                    </a:moveTo>
                    <a:cubicBezTo>
                      <a:pt x="92" y="1"/>
                      <a:pt x="0" y="93"/>
                      <a:pt x="0" y="207"/>
                    </a:cubicBezTo>
                    <a:cubicBezTo>
                      <a:pt x="0" y="2170"/>
                      <a:pt x="0" y="2170"/>
                      <a:pt x="0" y="2170"/>
                    </a:cubicBezTo>
                    <a:cubicBezTo>
                      <a:pt x="0" y="2284"/>
                      <a:pt x="92" y="2376"/>
                      <a:pt x="206" y="2376"/>
                    </a:cubicBezTo>
                    <a:cubicBezTo>
                      <a:pt x="2294" y="2376"/>
                      <a:pt x="2294" y="2376"/>
                      <a:pt x="2294" y="2376"/>
                    </a:cubicBezTo>
                    <a:cubicBezTo>
                      <a:pt x="2408" y="2376"/>
                      <a:pt x="2500" y="2284"/>
                      <a:pt x="2500" y="2170"/>
                    </a:cubicBezTo>
                    <a:cubicBezTo>
                      <a:pt x="2500" y="207"/>
                      <a:pt x="2500" y="207"/>
                      <a:pt x="2500" y="207"/>
                    </a:cubicBezTo>
                    <a:cubicBezTo>
                      <a:pt x="2500" y="93"/>
                      <a:pt x="2408" y="1"/>
                      <a:pt x="2294" y="0"/>
                    </a:cubicBezTo>
                    <a:lnTo>
                      <a:pt x="206"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41" name="Freeform 40"/>
              <p:cNvSpPr>
                <a:spLocks noEditPoints="1"/>
              </p:cNvSpPr>
              <p:nvPr/>
            </p:nvSpPr>
            <p:spPr bwMode="invGray">
              <a:xfrm>
                <a:off x="2241" y="1222"/>
                <a:ext cx="1283" cy="1216"/>
              </a:xfrm>
              <a:custGeom>
                <a:avLst/>
                <a:gdLst>
                  <a:gd name="T0" fmla="*/ 654 w 2369"/>
                  <a:gd name="T1" fmla="*/ 0 h 2245"/>
                  <a:gd name="T2" fmla="*/ 41 w 2369"/>
                  <a:gd name="T3" fmla="*/ 0 h 2245"/>
                  <a:gd name="T4" fmla="*/ 0 w 2369"/>
                  <a:gd name="T5" fmla="*/ 41 h 2245"/>
                  <a:gd name="T6" fmla="*/ 0 w 2369"/>
                  <a:gd name="T7" fmla="*/ 617 h 2245"/>
                  <a:gd name="T8" fmla="*/ 41 w 2369"/>
                  <a:gd name="T9" fmla="*/ 659 h 2245"/>
                  <a:gd name="T10" fmla="*/ 654 w 2369"/>
                  <a:gd name="T11" fmla="*/ 659 h 2245"/>
                  <a:gd name="T12" fmla="*/ 695 w 2369"/>
                  <a:gd name="T13" fmla="*/ 617 h 2245"/>
                  <a:gd name="T14" fmla="*/ 695 w 2369"/>
                  <a:gd name="T15" fmla="*/ 41 h 2245"/>
                  <a:gd name="T16" fmla="*/ 654 w 2369"/>
                  <a:gd name="T17" fmla="*/ 0 h 2245"/>
                  <a:gd name="T18" fmla="*/ 675 w 2369"/>
                  <a:gd name="T19" fmla="*/ 617 h 2245"/>
                  <a:gd name="T20" fmla="*/ 654 w 2369"/>
                  <a:gd name="T21" fmla="*/ 639 h 2245"/>
                  <a:gd name="T22" fmla="*/ 41 w 2369"/>
                  <a:gd name="T23" fmla="*/ 639 h 2245"/>
                  <a:gd name="T24" fmla="*/ 19 w 2369"/>
                  <a:gd name="T25" fmla="*/ 617 h 2245"/>
                  <a:gd name="T26" fmla="*/ 19 w 2369"/>
                  <a:gd name="T27" fmla="*/ 41 h 2245"/>
                  <a:gd name="T28" fmla="*/ 41 w 2369"/>
                  <a:gd name="T29" fmla="*/ 19 h 2245"/>
                  <a:gd name="T30" fmla="*/ 654 w 2369"/>
                  <a:gd name="T31" fmla="*/ 19 h 2245"/>
                  <a:gd name="T32" fmla="*/ 675 w 2369"/>
                  <a:gd name="T33" fmla="*/ 41 h 2245"/>
                  <a:gd name="T34" fmla="*/ 675 w 2369"/>
                  <a:gd name="T35" fmla="*/ 617 h 224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369" h="2245">
                    <a:moveTo>
                      <a:pt x="2228" y="0"/>
                    </a:moveTo>
                    <a:cubicBezTo>
                      <a:pt x="140" y="0"/>
                      <a:pt x="140" y="0"/>
                      <a:pt x="140" y="0"/>
                    </a:cubicBezTo>
                    <a:cubicBezTo>
                      <a:pt x="63" y="0"/>
                      <a:pt x="0" y="63"/>
                      <a:pt x="0" y="141"/>
                    </a:cubicBezTo>
                    <a:cubicBezTo>
                      <a:pt x="0" y="2104"/>
                      <a:pt x="0" y="2104"/>
                      <a:pt x="0" y="2104"/>
                    </a:cubicBezTo>
                    <a:cubicBezTo>
                      <a:pt x="0" y="2182"/>
                      <a:pt x="63" y="2245"/>
                      <a:pt x="140" y="2245"/>
                    </a:cubicBezTo>
                    <a:cubicBezTo>
                      <a:pt x="2228" y="2245"/>
                      <a:pt x="2228" y="2245"/>
                      <a:pt x="2228" y="2245"/>
                    </a:cubicBezTo>
                    <a:cubicBezTo>
                      <a:pt x="2306" y="2245"/>
                      <a:pt x="2369" y="2182"/>
                      <a:pt x="2369" y="2104"/>
                    </a:cubicBezTo>
                    <a:cubicBezTo>
                      <a:pt x="2369" y="141"/>
                      <a:pt x="2369" y="141"/>
                      <a:pt x="2369" y="141"/>
                    </a:cubicBezTo>
                    <a:cubicBezTo>
                      <a:pt x="2369" y="63"/>
                      <a:pt x="2306" y="0"/>
                      <a:pt x="2228" y="0"/>
                    </a:cubicBezTo>
                    <a:close/>
                    <a:moveTo>
                      <a:pt x="2303" y="2104"/>
                    </a:moveTo>
                    <a:cubicBezTo>
                      <a:pt x="2303" y="2145"/>
                      <a:pt x="2269" y="2179"/>
                      <a:pt x="2228" y="2179"/>
                    </a:cubicBezTo>
                    <a:cubicBezTo>
                      <a:pt x="140" y="2179"/>
                      <a:pt x="140" y="2179"/>
                      <a:pt x="140" y="2179"/>
                    </a:cubicBezTo>
                    <a:cubicBezTo>
                      <a:pt x="99" y="2179"/>
                      <a:pt x="66" y="2145"/>
                      <a:pt x="66" y="2104"/>
                    </a:cubicBezTo>
                    <a:cubicBezTo>
                      <a:pt x="66" y="141"/>
                      <a:pt x="66" y="141"/>
                      <a:pt x="66" y="141"/>
                    </a:cubicBezTo>
                    <a:cubicBezTo>
                      <a:pt x="66" y="100"/>
                      <a:pt x="99" y="66"/>
                      <a:pt x="140" y="66"/>
                    </a:cubicBezTo>
                    <a:cubicBezTo>
                      <a:pt x="2228" y="66"/>
                      <a:pt x="2228" y="66"/>
                      <a:pt x="2228" y="66"/>
                    </a:cubicBezTo>
                    <a:cubicBezTo>
                      <a:pt x="2269" y="66"/>
                      <a:pt x="2303" y="100"/>
                      <a:pt x="2303" y="141"/>
                    </a:cubicBezTo>
                    <a:lnTo>
                      <a:pt x="2303" y="2104"/>
                    </a:lnTo>
                    <a:close/>
                  </a:path>
                </a:pathLst>
              </a:custGeom>
              <a:solidFill>
                <a:srgbClr val="FFC425"/>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42" name="Freeform 41"/>
              <p:cNvSpPr>
                <a:spLocks/>
              </p:cNvSpPr>
              <p:nvPr/>
            </p:nvSpPr>
            <p:spPr bwMode="invGray">
              <a:xfrm>
                <a:off x="2359" y="2636"/>
                <a:ext cx="124" cy="223"/>
              </a:xfrm>
              <a:custGeom>
                <a:avLst/>
                <a:gdLst>
                  <a:gd name="T0" fmla="*/ 124 w 124"/>
                  <a:gd name="T1" fmla="*/ 191 h 223"/>
                  <a:gd name="T2" fmla="*/ 91 w 124"/>
                  <a:gd name="T3" fmla="*/ 223 h 223"/>
                  <a:gd name="T4" fmla="*/ 34 w 124"/>
                  <a:gd name="T5" fmla="*/ 223 h 223"/>
                  <a:gd name="T6" fmla="*/ 0 w 124"/>
                  <a:gd name="T7" fmla="*/ 191 h 223"/>
                  <a:gd name="T8" fmla="*/ 0 w 124"/>
                  <a:gd name="T9" fmla="*/ 0 h 223"/>
                  <a:gd name="T10" fmla="*/ 51 w 124"/>
                  <a:gd name="T11" fmla="*/ 0 h 223"/>
                  <a:gd name="T12" fmla="*/ 51 w 124"/>
                  <a:gd name="T13" fmla="*/ 181 h 223"/>
                  <a:gd name="T14" fmla="*/ 73 w 124"/>
                  <a:gd name="T15" fmla="*/ 181 h 223"/>
                  <a:gd name="T16" fmla="*/ 73 w 124"/>
                  <a:gd name="T17" fmla="*/ 0 h 223"/>
                  <a:gd name="T18" fmla="*/ 124 w 124"/>
                  <a:gd name="T19" fmla="*/ 0 h 223"/>
                  <a:gd name="T20" fmla="*/ 124 w 124"/>
                  <a:gd name="T21" fmla="*/ 191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4" h="223">
                    <a:moveTo>
                      <a:pt x="124" y="191"/>
                    </a:moveTo>
                    <a:lnTo>
                      <a:pt x="91" y="223"/>
                    </a:lnTo>
                    <a:lnTo>
                      <a:pt x="34" y="223"/>
                    </a:lnTo>
                    <a:lnTo>
                      <a:pt x="0" y="191"/>
                    </a:lnTo>
                    <a:lnTo>
                      <a:pt x="0" y="0"/>
                    </a:lnTo>
                    <a:lnTo>
                      <a:pt x="51" y="0"/>
                    </a:lnTo>
                    <a:lnTo>
                      <a:pt x="51" y="181"/>
                    </a:lnTo>
                    <a:lnTo>
                      <a:pt x="73" y="181"/>
                    </a:lnTo>
                    <a:lnTo>
                      <a:pt x="73" y="0"/>
                    </a:lnTo>
                    <a:lnTo>
                      <a:pt x="124" y="0"/>
                    </a:lnTo>
                    <a:lnTo>
                      <a:pt x="124" y="19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43" name="Rectangle 42"/>
              <p:cNvSpPr>
                <a:spLocks noChangeArrowheads="1"/>
              </p:cNvSpPr>
              <p:nvPr/>
            </p:nvSpPr>
            <p:spPr bwMode="invGray">
              <a:xfrm>
                <a:off x="2503" y="2817"/>
                <a:ext cx="49" cy="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44" name="Freeform 43"/>
              <p:cNvSpPr>
                <a:spLocks/>
              </p:cNvSpPr>
              <p:nvPr/>
            </p:nvSpPr>
            <p:spPr bwMode="invGray">
              <a:xfrm>
                <a:off x="2573" y="2636"/>
                <a:ext cx="123" cy="223"/>
              </a:xfrm>
              <a:custGeom>
                <a:avLst/>
                <a:gdLst>
                  <a:gd name="T0" fmla="*/ 87 w 123"/>
                  <a:gd name="T1" fmla="*/ 0 h 223"/>
                  <a:gd name="T2" fmla="*/ 123 w 123"/>
                  <a:gd name="T3" fmla="*/ 33 h 223"/>
                  <a:gd name="T4" fmla="*/ 123 w 123"/>
                  <a:gd name="T5" fmla="*/ 73 h 223"/>
                  <a:gd name="T6" fmla="*/ 72 w 123"/>
                  <a:gd name="T7" fmla="*/ 73 h 223"/>
                  <a:gd name="T8" fmla="*/ 72 w 123"/>
                  <a:gd name="T9" fmla="*/ 43 h 223"/>
                  <a:gd name="T10" fmla="*/ 51 w 123"/>
                  <a:gd name="T11" fmla="*/ 43 h 223"/>
                  <a:gd name="T12" fmla="*/ 51 w 123"/>
                  <a:gd name="T13" fmla="*/ 88 h 223"/>
                  <a:gd name="T14" fmla="*/ 88 w 123"/>
                  <a:gd name="T15" fmla="*/ 91 h 223"/>
                  <a:gd name="T16" fmla="*/ 123 w 123"/>
                  <a:gd name="T17" fmla="*/ 123 h 223"/>
                  <a:gd name="T18" fmla="*/ 123 w 123"/>
                  <a:gd name="T19" fmla="*/ 191 h 223"/>
                  <a:gd name="T20" fmla="*/ 90 w 123"/>
                  <a:gd name="T21" fmla="*/ 223 h 223"/>
                  <a:gd name="T22" fmla="*/ 33 w 123"/>
                  <a:gd name="T23" fmla="*/ 223 h 223"/>
                  <a:gd name="T24" fmla="*/ 0 w 123"/>
                  <a:gd name="T25" fmla="*/ 191 h 223"/>
                  <a:gd name="T26" fmla="*/ 0 w 123"/>
                  <a:gd name="T27" fmla="*/ 152 h 223"/>
                  <a:gd name="T28" fmla="*/ 51 w 123"/>
                  <a:gd name="T29" fmla="*/ 152 h 223"/>
                  <a:gd name="T30" fmla="*/ 51 w 123"/>
                  <a:gd name="T31" fmla="*/ 181 h 223"/>
                  <a:gd name="T32" fmla="*/ 72 w 123"/>
                  <a:gd name="T33" fmla="*/ 181 h 223"/>
                  <a:gd name="T34" fmla="*/ 72 w 123"/>
                  <a:gd name="T35" fmla="*/ 134 h 223"/>
                  <a:gd name="T36" fmla="*/ 36 w 123"/>
                  <a:gd name="T37" fmla="*/ 132 h 223"/>
                  <a:gd name="T38" fmla="*/ 0 w 123"/>
                  <a:gd name="T39" fmla="*/ 100 h 223"/>
                  <a:gd name="T40" fmla="*/ 0 w 123"/>
                  <a:gd name="T41" fmla="*/ 33 h 223"/>
                  <a:gd name="T42" fmla="*/ 34 w 123"/>
                  <a:gd name="T43" fmla="*/ 0 h 223"/>
                  <a:gd name="T44" fmla="*/ 87 w 123"/>
                  <a:gd name="T45" fmla="*/ 0 h 22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3" h="223">
                    <a:moveTo>
                      <a:pt x="87" y="0"/>
                    </a:moveTo>
                    <a:lnTo>
                      <a:pt x="123" y="33"/>
                    </a:lnTo>
                    <a:lnTo>
                      <a:pt x="123" y="73"/>
                    </a:lnTo>
                    <a:lnTo>
                      <a:pt x="72" y="73"/>
                    </a:lnTo>
                    <a:lnTo>
                      <a:pt x="72" y="43"/>
                    </a:lnTo>
                    <a:lnTo>
                      <a:pt x="51" y="43"/>
                    </a:lnTo>
                    <a:lnTo>
                      <a:pt x="51" y="88"/>
                    </a:lnTo>
                    <a:lnTo>
                      <a:pt x="88" y="91"/>
                    </a:lnTo>
                    <a:lnTo>
                      <a:pt x="123" y="123"/>
                    </a:lnTo>
                    <a:lnTo>
                      <a:pt x="123" y="191"/>
                    </a:lnTo>
                    <a:lnTo>
                      <a:pt x="90" y="223"/>
                    </a:lnTo>
                    <a:lnTo>
                      <a:pt x="33" y="223"/>
                    </a:lnTo>
                    <a:lnTo>
                      <a:pt x="0" y="191"/>
                    </a:lnTo>
                    <a:lnTo>
                      <a:pt x="0" y="152"/>
                    </a:lnTo>
                    <a:lnTo>
                      <a:pt x="51" y="152"/>
                    </a:lnTo>
                    <a:lnTo>
                      <a:pt x="51" y="181"/>
                    </a:lnTo>
                    <a:lnTo>
                      <a:pt x="72" y="181"/>
                    </a:lnTo>
                    <a:lnTo>
                      <a:pt x="72" y="134"/>
                    </a:lnTo>
                    <a:lnTo>
                      <a:pt x="36" y="132"/>
                    </a:lnTo>
                    <a:lnTo>
                      <a:pt x="0" y="100"/>
                    </a:lnTo>
                    <a:lnTo>
                      <a:pt x="0" y="33"/>
                    </a:lnTo>
                    <a:lnTo>
                      <a:pt x="34" y="0"/>
                    </a:lnTo>
                    <a:lnTo>
                      <a:pt x="8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45" name="Rectangle 44"/>
              <p:cNvSpPr>
                <a:spLocks noChangeArrowheads="1"/>
              </p:cNvSpPr>
              <p:nvPr/>
            </p:nvSpPr>
            <p:spPr bwMode="invGray">
              <a:xfrm>
                <a:off x="2713" y="2817"/>
                <a:ext cx="54" cy="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46" name="Freeform 45"/>
              <p:cNvSpPr>
                <a:spLocks noEditPoints="1"/>
              </p:cNvSpPr>
              <p:nvPr/>
            </p:nvSpPr>
            <p:spPr bwMode="invGray">
              <a:xfrm>
                <a:off x="2787" y="2636"/>
                <a:ext cx="138" cy="223"/>
              </a:xfrm>
              <a:custGeom>
                <a:avLst/>
                <a:gdLst>
                  <a:gd name="T0" fmla="*/ 80 w 138"/>
                  <a:gd name="T1" fmla="*/ 140 h 223"/>
                  <a:gd name="T2" fmla="*/ 58 w 138"/>
                  <a:gd name="T3" fmla="*/ 140 h 223"/>
                  <a:gd name="T4" fmla="*/ 66 w 138"/>
                  <a:gd name="T5" fmla="*/ 48 h 223"/>
                  <a:gd name="T6" fmla="*/ 71 w 138"/>
                  <a:gd name="T7" fmla="*/ 48 h 223"/>
                  <a:gd name="T8" fmla="*/ 80 w 138"/>
                  <a:gd name="T9" fmla="*/ 140 h 223"/>
                  <a:gd name="T10" fmla="*/ 105 w 138"/>
                  <a:gd name="T11" fmla="*/ 0 h 223"/>
                  <a:gd name="T12" fmla="*/ 31 w 138"/>
                  <a:gd name="T13" fmla="*/ 0 h 223"/>
                  <a:gd name="T14" fmla="*/ 0 w 138"/>
                  <a:gd name="T15" fmla="*/ 223 h 223"/>
                  <a:gd name="T16" fmla="*/ 49 w 138"/>
                  <a:gd name="T17" fmla="*/ 223 h 223"/>
                  <a:gd name="T18" fmla="*/ 54 w 138"/>
                  <a:gd name="T19" fmla="*/ 182 h 223"/>
                  <a:gd name="T20" fmla="*/ 84 w 138"/>
                  <a:gd name="T21" fmla="*/ 182 h 223"/>
                  <a:gd name="T22" fmla="*/ 88 w 138"/>
                  <a:gd name="T23" fmla="*/ 223 h 223"/>
                  <a:gd name="T24" fmla="*/ 138 w 138"/>
                  <a:gd name="T25" fmla="*/ 223 h 223"/>
                  <a:gd name="T26" fmla="*/ 105 w 138"/>
                  <a:gd name="T27" fmla="*/ 0 h 22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38" h="223">
                    <a:moveTo>
                      <a:pt x="80" y="140"/>
                    </a:moveTo>
                    <a:lnTo>
                      <a:pt x="58" y="140"/>
                    </a:lnTo>
                    <a:lnTo>
                      <a:pt x="66" y="48"/>
                    </a:lnTo>
                    <a:lnTo>
                      <a:pt x="71" y="48"/>
                    </a:lnTo>
                    <a:lnTo>
                      <a:pt x="80" y="140"/>
                    </a:lnTo>
                    <a:close/>
                    <a:moveTo>
                      <a:pt x="105" y="0"/>
                    </a:moveTo>
                    <a:lnTo>
                      <a:pt x="31" y="0"/>
                    </a:lnTo>
                    <a:lnTo>
                      <a:pt x="0" y="223"/>
                    </a:lnTo>
                    <a:lnTo>
                      <a:pt x="49" y="223"/>
                    </a:lnTo>
                    <a:lnTo>
                      <a:pt x="54" y="182"/>
                    </a:lnTo>
                    <a:lnTo>
                      <a:pt x="84" y="182"/>
                    </a:lnTo>
                    <a:lnTo>
                      <a:pt x="88" y="223"/>
                    </a:lnTo>
                    <a:lnTo>
                      <a:pt x="138" y="223"/>
                    </a:lnTo>
                    <a:lnTo>
                      <a:pt x="10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47" name="Freeform 46"/>
              <p:cNvSpPr>
                <a:spLocks noEditPoints="1"/>
              </p:cNvSpPr>
              <p:nvPr/>
            </p:nvSpPr>
            <p:spPr bwMode="invGray">
              <a:xfrm>
                <a:off x="2946" y="2636"/>
                <a:ext cx="122" cy="223"/>
              </a:xfrm>
              <a:custGeom>
                <a:avLst/>
                <a:gdLst>
                  <a:gd name="T0" fmla="*/ 72 w 122"/>
                  <a:gd name="T1" fmla="*/ 43 h 223"/>
                  <a:gd name="T2" fmla="*/ 72 w 122"/>
                  <a:gd name="T3" fmla="*/ 93 h 223"/>
                  <a:gd name="T4" fmla="*/ 51 w 122"/>
                  <a:gd name="T5" fmla="*/ 93 h 223"/>
                  <a:gd name="T6" fmla="*/ 51 w 122"/>
                  <a:gd name="T7" fmla="*/ 43 h 223"/>
                  <a:gd name="T8" fmla="*/ 72 w 122"/>
                  <a:gd name="T9" fmla="*/ 43 h 223"/>
                  <a:gd name="T10" fmla="*/ 122 w 122"/>
                  <a:gd name="T11" fmla="*/ 33 h 223"/>
                  <a:gd name="T12" fmla="*/ 87 w 122"/>
                  <a:gd name="T13" fmla="*/ 0 h 223"/>
                  <a:gd name="T14" fmla="*/ 0 w 122"/>
                  <a:gd name="T15" fmla="*/ 0 h 223"/>
                  <a:gd name="T16" fmla="*/ 0 w 122"/>
                  <a:gd name="T17" fmla="*/ 223 h 223"/>
                  <a:gd name="T18" fmla="*/ 51 w 122"/>
                  <a:gd name="T19" fmla="*/ 223 h 223"/>
                  <a:gd name="T20" fmla="*/ 51 w 122"/>
                  <a:gd name="T21" fmla="*/ 134 h 223"/>
                  <a:gd name="T22" fmla="*/ 72 w 122"/>
                  <a:gd name="T23" fmla="*/ 134 h 223"/>
                  <a:gd name="T24" fmla="*/ 72 w 122"/>
                  <a:gd name="T25" fmla="*/ 223 h 223"/>
                  <a:gd name="T26" fmla="*/ 122 w 122"/>
                  <a:gd name="T27" fmla="*/ 223 h 223"/>
                  <a:gd name="T28" fmla="*/ 122 w 122"/>
                  <a:gd name="T29" fmla="*/ 134 h 223"/>
                  <a:gd name="T30" fmla="*/ 96 w 122"/>
                  <a:gd name="T31" fmla="*/ 113 h 223"/>
                  <a:gd name="T32" fmla="*/ 122 w 122"/>
                  <a:gd name="T33" fmla="*/ 91 h 223"/>
                  <a:gd name="T34" fmla="*/ 122 w 122"/>
                  <a:gd name="T35" fmla="*/ 33 h 2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22" h="223">
                    <a:moveTo>
                      <a:pt x="72" y="43"/>
                    </a:moveTo>
                    <a:lnTo>
                      <a:pt x="72" y="93"/>
                    </a:lnTo>
                    <a:lnTo>
                      <a:pt x="51" y="93"/>
                    </a:lnTo>
                    <a:lnTo>
                      <a:pt x="51" y="43"/>
                    </a:lnTo>
                    <a:lnTo>
                      <a:pt x="72" y="43"/>
                    </a:lnTo>
                    <a:close/>
                    <a:moveTo>
                      <a:pt x="122" y="33"/>
                    </a:moveTo>
                    <a:lnTo>
                      <a:pt x="87" y="0"/>
                    </a:lnTo>
                    <a:lnTo>
                      <a:pt x="0" y="0"/>
                    </a:lnTo>
                    <a:lnTo>
                      <a:pt x="0" y="223"/>
                    </a:lnTo>
                    <a:lnTo>
                      <a:pt x="51" y="223"/>
                    </a:lnTo>
                    <a:lnTo>
                      <a:pt x="51" y="134"/>
                    </a:lnTo>
                    <a:lnTo>
                      <a:pt x="72" y="134"/>
                    </a:lnTo>
                    <a:lnTo>
                      <a:pt x="72" y="223"/>
                    </a:lnTo>
                    <a:lnTo>
                      <a:pt x="122" y="223"/>
                    </a:lnTo>
                    <a:lnTo>
                      <a:pt x="122" y="134"/>
                    </a:lnTo>
                    <a:lnTo>
                      <a:pt x="96" y="113"/>
                    </a:lnTo>
                    <a:lnTo>
                      <a:pt x="122" y="91"/>
                    </a:lnTo>
                    <a:lnTo>
                      <a:pt x="122" y="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48" name="Freeform 47"/>
              <p:cNvSpPr>
                <a:spLocks/>
              </p:cNvSpPr>
              <p:nvPr/>
            </p:nvSpPr>
            <p:spPr bwMode="invGray">
              <a:xfrm>
                <a:off x="3094" y="2636"/>
                <a:ext cx="159" cy="223"/>
              </a:xfrm>
              <a:custGeom>
                <a:avLst/>
                <a:gdLst>
                  <a:gd name="T0" fmla="*/ 159 w 159"/>
                  <a:gd name="T1" fmla="*/ 223 h 223"/>
                  <a:gd name="T2" fmla="*/ 112 w 159"/>
                  <a:gd name="T3" fmla="*/ 223 h 223"/>
                  <a:gd name="T4" fmla="*/ 112 w 159"/>
                  <a:gd name="T5" fmla="*/ 82 h 223"/>
                  <a:gd name="T6" fmla="*/ 110 w 159"/>
                  <a:gd name="T7" fmla="*/ 82 h 223"/>
                  <a:gd name="T8" fmla="*/ 89 w 159"/>
                  <a:gd name="T9" fmla="*/ 223 h 223"/>
                  <a:gd name="T10" fmla="*/ 70 w 159"/>
                  <a:gd name="T11" fmla="*/ 223 h 223"/>
                  <a:gd name="T12" fmla="*/ 48 w 159"/>
                  <a:gd name="T13" fmla="*/ 82 h 223"/>
                  <a:gd name="T14" fmla="*/ 46 w 159"/>
                  <a:gd name="T15" fmla="*/ 82 h 223"/>
                  <a:gd name="T16" fmla="*/ 46 w 159"/>
                  <a:gd name="T17" fmla="*/ 223 h 223"/>
                  <a:gd name="T18" fmla="*/ 0 w 159"/>
                  <a:gd name="T19" fmla="*/ 223 h 223"/>
                  <a:gd name="T20" fmla="*/ 0 w 159"/>
                  <a:gd name="T21" fmla="*/ 0 h 223"/>
                  <a:gd name="T22" fmla="*/ 60 w 159"/>
                  <a:gd name="T23" fmla="*/ 0 h 223"/>
                  <a:gd name="T24" fmla="*/ 78 w 159"/>
                  <a:gd name="T25" fmla="*/ 108 h 223"/>
                  <a:gd name="T26" fmla="*/ 82 w 159"/>
                  <a:gd name="T27" fmla="*/ 108 h 223"/>
                  <a:gd name="T28" fmla="*/ 99 w 159"/>
                  <a:gd name="T29" fmla="*/ 0 h 223"/>
                  <a:gd name="T30" fmla="*/ 159 w 159"/>
                  <a:gd name="T31" fmla="*/ 0 h 223"/>
                  <a:gd name="T32" fmla="*/ 159 w 159"/>
                  <a:gd name="T33" fmla="*/ 223 h 2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59" h="223">
                    <a:moveTo>
                      <a:pt x="159" y="223"/>
                    </a:moveTo>
                    <a:lnTo>
                      <a:pt x="112" y="223"/>
                    </a:lnTo>
                    <a:lnTo>
                      <a:pt x="112" y="82"/>
                    </a:lnTo>
                    <a:lnTo>
                      <a:pt x="110" y="82"/>
                    </a:lnTo>
                    <a:lnTo>
                      <a:pt x="89" y="223"/>
                    </a:lnTo>
                    <a:lnTo>
                      <a:pt x="70" y="223"/>
                    </a:lnTo>
                    <a:lnTo>
                      <a:pt x="48" y="82"/>
                    </a:lnTo>
                    <a:lnTo>
                      <a:pt x="46" y="82"/>
                    </a:lnTo>
                    <a:lnTo>
                      <a:pt x="46" y="223"/>
                    </a:lnTo>
                    <a:lnTo>
                      <a:pt x="0" y="223"/>
                    </a:lnTo>
                    <a:lnTo>
                      <a:pt x="0" y="0"/>
                    </a:lnTo>
                    <a:lnTo>
                      <a:pt x="60" y="0"/>
                    </a:lnTo>
                    <a:lnTo>
                      <a:pt x="78" y="108"/>
                    </a:lnTo>
                    <a:lnTo>
                      <a:pt x="82" y="108"/>
                    </a:lnTo>
                    <a:lnTo>
                      <a:pt x="99" y="0"/>
                    </a:lnTo>
                    <a:lnTo>
                      <a:pt x="159" y="0"/>
                    </a:lnTo>
                    <a:lnTo>
                      <a:pt x="159" y="22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49" name="Freeform 48"/>
              <p:cNvSpPr>
                <a:spLocks/>
              </p:cNvSpPr>
              <p:nvPr/>
            </p:nvSpPr>
            <p:spPr bwMode="invGray">
              <a:xfrm>
                <a:off x="3274" y="2636"/>
                <a:ext cx="139" cy="223"/>
              </a:xfrm>
              <a:custGeom>
                <a:avLst/>
                <a:gdLst>
                  <a:gd name="T0" fmla="*/ 95 w 139"/>
                  <a:gd name="T1" fmla="*/ 130 h 223"/>
                  <a:gd name="T2" fmla="*/ 95 w 139"/>
                  <a:gd name="T3" fmla="*/ 223 h 223"/>
                  <a:gd name="T4" fmla="*/ 44 w 139"/>
                  <a:gd name="T5" fmla="*/ 223 h 223"/>
                  <a:gd name="T6" fmla="*/ 44 w 139"/>
                  <a:gd name="T7" fmla="*/ 130 h 223"/>
                  <a:gd name="T8" fmla="*/ 0 w 139"/>
                  <a:gd name="T9" fmla="*/ 0 h 223"/>
                  <a:gd name="T10" fmla="*/ 51 w 139"/>
                  <a:gd name="T11" fmla="*/ 0 h 223"/>
                  <a:gd name="T12" fmla="*/ 69 w 139"/>
                  <a:gd name="T13" fmla="*/ 81 h 223"/>
                  <a:gd name="T14" fmla="*/ 70 w 139"/>
                  <a:gd name="T15" fmla="*/ 81 h 223"/>
                  <a:gd name="T16" fmla="*/ 88 w 139"/>
                  <a:gd name="T17" fmla="*/ 0 h 223"/>
                  <a:gd name="T18" fmla="*/ 139 w 139"/>
                  <a:gd name="T19" fmla="*/ 0 h 223"/>
                  <a:gd name="T20" fmla="*/ 95 w 139"/>
                  <a:gd name="T21" fmla="*/ 13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9" h="223">
                    <a:moveTo>
                      <a:pt x="95" y="130"/>
                    </a:moveTo>
                    <a:lnTo>
                      <a:pt x="95" y="223"/>
                    </a:lnTo>
                    <a:lnTo>
                      <a:pt x="44" y="223"/>
                    </a:lnTo>
                    <a:lnTo>
                      <a:pt x="44" y="130"/>
                    </a:lnTo>
                    <a:lnTo>
                      <a:pt x="0" y="0"/>
                    </a:lnTo>
                    <a:lnTo>
                      <a:pt x="51" y="0"/>
                    </a:lnTo>
                    <a:lnTo>
                      <a:pt x="69" y="81"/>
                    </a:lnTo>
                    <a:lnTo>
                      <a:pt x="70" y="81"/>
                    </a:lnTo>
                    <a:lnTo>
                      <a:pt x="88" y="0"/>
                    </a:lnTo>
                    <a:lnTo>
                      <a:pt x="139" y="0"/>
                    </a:lnTo>
                    <a:lnTo>
                      <a:pt x="95" y="1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50" name="Freeform 49"/>
              <p:cNvSpPr>
                <a:spLocks/>
              </p:cNvSpPr>
              <p:nvPr/>
            </p:nvSpPr>
            <p:spPr bwMode="invGray">
              <a:xfrm>
                <a:off x="2371" y="1344"/>
                <a:ext cx="1022" cy="971"/>
              </a:xfrm>
              <a:custGeom>
                <a:avLst/>
                <a:gdLst>
                  <a:gd name="T0" fmla="*/ 827 w 1022"/>
                  <a:gd name="T1" fmla="*/ 971 h 971"/>
                  <a:gd name="T2" fmla="*/ 511 w 1022"/>
                  <a:gd name="T3" fmla="*/ 741 h 971"/>
                  <a:gd name="T4" fmla="*/ 196 w 1022"/>
                  <a:gd name="T5" fmla="*/ 971 h 971"/>
                  <a:gd name="T6" fmla="*/ 316 w 1022"/>
                  <a:gd name="T7" fmla="*/ 600 h 971"/>
                  <a:gd name="T8" fmla="*/ 0 w 1022"/>
                  <a:gd name="T9" fmla="*/ 371 h 971"/>
                  <a:gd name="T10" fmla="*/ 391 w 1022"/>
                  <a:gd name="T11" fmla="*/ 371 h 971"/>
                  <a:gd name="T12" fmla="*/ 511 w 1022"/>
                  <a:gd name="T13" fmla="*/ 0 h 971"/>
                  <a:gd name="T14" fmla="*/ 632 w 1022"/>
                  <a:gd name="T15" fmla="*/ 371 h 971"/>
                  <a:gd name="T16" fmla="*/ 1022 w 1022"/>
                  <a:gd name="T17" fmla="*/ 371 h 971"/>
                  <a:gd name="T18" fmla="*/ 706 w 1022"/>
                  <a:gd name="T19" fmla="*/ 600 h 971"/>
                  <a:gd name="T20" fmla="*/ 827 w 1022"/>
                  <a:gd name="T21" fmla="*/ 971 h 971"/>
                  <a:gd name="T22" fmla="*/ 827 w 1022"/>
                  <a:gd name="T23" fmla="*/ 971 h 9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22" h="971">
                    <a:moveTo>
                      <a:pt x="827" y="971"/>
                    </a:moveTo>
                    <a:lnTo>
                      <a:pt x="511" y="741"/>
                    </a:lnTo>
                    <a:lnTo>
                      <a:pt x="196" y="971"/>
                    </a:lnTo>
                    <a:lnTo>
                      <a:pt x="316" y="600"/>
                    </a:lnTo>
                    <a:lnTo>
                      <a:pt x="0" y="371"/>
                    </a:lnTo>
                    <a:lnTo>
                      <a:pt x="391" y="371"/>
                    </a:lnTo>
                    <a:lnTo>
                      <a:pt x="511" y="0"/>
                    </a:lnTo>
                    <a:lnTo>
                      <a:pt x="632" y="371"/>
                    </a:lnTo>
                    <a:lnTo>
                      <a:pt x="1022" y="371"/>
                    </a:lnTo>
                    <a:lnTo>
                      <a:pt x="706" y="600"/>
                    </a:lnTo>
                    <a:lnTo>
                      <a:pt x="827" y="971"/>
                    </a:lnTo>
                    <a:close/>
                  </a:path>
                </a:pathLst>
              </a:custGeom>
              <a:solidFill>
                <a:srgbClr val="FFC425"/>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51" name="Freeform 50"/>
              <p:cNvSpPr>
                <a:spLocks/>
              </p:cNvSpPr>
              <p:nvPr/>
            </p:nvSpPr>
            <p:spPr bwMode="invGray">
              <a:xfrm>
                <a:off x="2486" y="1463"/>
                <a:ext cx="793" cy="755"/>
              </a:xfrm>
              <a:custGeom>
                <a:avLst/>
                <a:gdLst>
                  <a:gd name="T0" fmla="*/ 641 w 793"/>
                  <a:gd name="T1" fmla="*/ 755 h 755"/>
                  <a:gd name="T2" fmla="*/ 396 w 793"/>
                  <a:gd name="T3" fmla="*/ 577 h 755"/>
                  <a:gd name="T4" fmla="*/ 151 w 793"/>
                  <a:gd name="T5" fmla="*/ 755 h 755"/>
                  <a:gd name="T6" fmla="*/ 245 w 793"/>
                  <a:gd name="T7" fmla="*/ 467 h 755"/>
                  <a:gd name="T8" fmla="*/ 0 w 793"/>
                  <a:gd name="T9" fmla="*/ 288 h 755"/>
                  <a:gd name="T10" fmla="*/ 303 w 793"/>
                  <a:gd name="T11" fmla="*/ 288 h 755"/>
                  <a:gd name="T12" fmla="*/ 396 w 793"/>
                  <a:gd name="T13" fmla="*/ 0 h 755"/>
                  <a:gd name="T14" fmla="*/ 490 w 793"/>
                  <a:gd name="T15" fmla="*/ 288 h 755"/>
                  <a:gd name="T16" fmla="*/ 793 w 793"/>
                  <a:gd name="T17" fmla="*/ 288 h 755"/>
                  <a:gd name="T18" fmla="*/ 548 w 793"/>
                  <a:gd name="T19" fmla="*/ 467 h 755"/>
                  <a:gd name="T20" fmla="*/ 641 w 793"/>
                  <a:gd name="T21" fmla="*/ 755 h 755"/>
                  <a:gd name="T22" fmla="*/ 641 w 793"/>
                  <a:gd name="T23" fmla="*/ 755 h 7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3" h="755">
                    <a:moveTo>
                      <a:pt x="641" y="755"/>
                    </a:moveTo>
                    <a:lnTo>
                      <a:pt x="396" y="577"/>
                    </a:lnTo>
                    <a:lnTo>
                      <a:pt x="151" y="755"/>
                    </a:lnTo>
                    <a:lnTo>
                      <a:pt x="245" y="467"/>
                    </a:lnTo>
                    <a:lnTo>
                      <a:pt x="0" y="288"/>
                    </a:lnTo>
                    <a:lnTo>
                      <a:pt x="303" y="288"/>
                    </a:lnTo>
                    <a:lnTo>
                      <a:pt x="396" y="0"/>
                    </a:lnTo>
                    <a:lnTo>
                      <a:pt x="490" y="288"/>
                    </a:lnTo>
                    <a:lnTo>
                      <a:pt x="793" y="288"/>
                    </a:lnTo>
                    <a:lnTo>
                      <a:pt x="548" y="467"/>
                    </a:lnTo>
                    <a:lnTo>
                      <a:pt x="641" y="755"/>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sp>
            <p:nvSpPr>
              <p:cNvPr id="52" name="Freeform 51"/>
              <p:cNvSpPr>
                <a:spLocks/>
              </p:cNvSpPr>
              <p:nvPr/>
            </p:nvSpPr>
            <p:spPr bwMode="invGray">
              <a:xfrm>
                <a:off x="2595" y="1579"/>
                <a:ext cx="574" cy="545"/>
              </a:xfrm>
              <a:custGeom>
                <a:avLst/>
                <a:gdLst>
                  <a:gd name="T0" fmla="*/ 287 w 574"/>
                  <a:gd name="T1" fmla="*/ 0 h 545"/>
                  <a:gd name="T2" fmla="*/ 355 w 574"/>
                  <a:gd name="T3" fmla="*/ 208 h 545"/>
                  <a:gd name="T4" fmla="*/ 574 w 574"/>
                  <a:gd name="T5" fmla="*/ 208 h 545"/>
                  <a:gd name="T6" fmla="*/ 396 w 574"/>
                  <a:gd name="T7" fmla="*/ 337 h 545"/>
                  <a:gd name="T8" fmla="*/ 464 w 574"/>
                  <a:gd name="T9" fmla="*/ 545 h 545"/>
                  <a:gd name="T10" fmla="*/ 287 w 574"/>
                  <a:gd name="T11" fmla="*/ 416 h 545"/>
                  <a:gd name="T12" fmla="*/ 110 w 574"/>
                  <a:gd name="T13" fmla="*/ 545 h 545"/>
                  <a:gd name="T14" fmla="*/ 178 w 574"/>
                  <a:gd name="T15" fmla="*/ 337 h 545"/>
                  <a:gd name="T16" fmla="*/ 0 w 574"/>
                  <a:gd name="T17" fmla="*/ 208 h 545"/>
                  <a:gd name="T18" fmla="*/ 219 w 574"/>
                  <a:gd name="T19" fmla="*/ 208 h 545"/>
                  <a:gd name="T20" fmla="*/ 287 w 574"/>
                  <a:gd name="T21" fmla="*/ 0 h 5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74" h="545">
                    <a:moveTo>
                      <a:pt x="287" y="0"/>
                    </a:moveTo>
                    <a:lnTo>
                      <a:pt x="355" y="208"/>
                    </a:lnTo>
                    <a:lnTo>
                      <a:pt x="574" y="208"/>
                    </a:lnTo>
                    <a:lnTo>
                      <a:pt x="396" y="337"/>
                    </a:lnTo>
                    <a:lnTo>
                      <a:pt x="464" y="545"/>
                    </a:lnTo>
                    <a:lnTo>
                      <a:pt x="287" y="416"/>
                    </a:lnTo>
                    <a:lnTo>
                      <a:pt x="110" y="545"/>
                    </a:lnTo>
                    <a:lnTo>
                      <a:pt x="178" y="337"/>
                    </a:lnTo>
                    <a:lnTo>
                      <a:pt x="0" y="208"/>
                    </a:lnTo>
                    <a:lnTo>
                      <a:pt x="219" y="208"/>
                    </a:lnTo>
                    <a:lnTo>
                      <a:pt x="28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dobe Garamond Pro" panose="02020502060506020403" pitchFamily="18" charset="0"/>
                  <a:ea typeface="+mn-ea"/>
                  <a:cs typeface="+mn-cs"/>
                </a:endParaRPr>
              </a:p>
            </p:txBody>
          </p:sp>
        </p:grpSp>
      </p:grpSp>
      <p:grpSp>
        <p:nvGrpSpPr>
          <p:cNvPr id="4" name="Group 3"/>
          <p:cNvGrpSpPr/>
          <p:nvPr userDrawn="1"/>
        </p:nvGrpSpPr>
        <p:grpSpPr>
          <a:xfrm>
            <a:off x="7662672" y="6125553"/>
            <a:ext cx="1408176" cy="734917"/>
            <a:chOff x="7662672" y="6108192"/>
            <a:chExt cx="1408176" cy="734917"/>
          </a:xfrm>
        </p:grpSpPr>
        <p:sp>
          <p:nvSpPr>
            <p:cNvPr id="60" name="Round Same Side Corner Rectangle 59"/>
            <p:cNvSpPr/>
            <p:nvPr userDrawn="1"/>
          </p:nvSpPr>
          <p:spPr>
            <a:xfrm>
              <a:off x="7662672" y="6135624"/>
              <a:ext cx="1408176" cy="706828"/>
            </a:xfrm>
            <a:prstGeom prst="round2SameRect">
              <a:avLst>
                <a:gd name="adj1" fmla="val 9581"/>
                <a:gd name="adj2" fmla="val 0"/>
              </a:avLst>
            </a:prstGeom>
            <a:gradFill>
              <a:gsLst>
                <a:gs pos="59000">
                  <a:sysClr val="window" lastClr="FFFFFF">
                    <a:alpha val="20000"/>
                    <a:lumMod val="60000"/>
                  </a:sysClr>
                </a:gs>
                <a:gs pos="67000">
                  <a:sysClr val="window" lastClr="FFFFFF">
                    <a:alpha val="20000"/>
                  </a:sysClr>
                </a:gs>
                <a:gs pos="100000">
                  <a:sysClr val="window" lastClr="FFFFFF">
                    <a:alpha val="20000"/>
                    <a:lumMod val="20000"/>
                  </a:sysClr>
                </a:gs>
                <a:gs pos="23000">
                  <a:sysClr val="windowText" lastClr="000000">
                    <a:lumMod val="52000"/>
                    <a:lumOff val="48000"/>
                    <a:alpha val="20000"/>
                  </a:sysClr>
                </a:gs>
                <a:gs pos="9000">
                  <a:sysClr val="windowText" lastClr="000000">
                    <a:alpha val="20000"/>
                    <a:lumMod val="0"/>
                    <a:lumOff val="100000"/>
                  </a:sysClr>
                </a:gs>
                <a:gs pos="35000">
                  <a:sysClr val="windowText" lastClr="000000">
                    <a:lumMod val="95000"/>
                    <a:lumOff val="5000"/>
                    <a:alpha val="20000"/>
                  </a:sysClr>
                </a:gs>
                <a:gs pos="43000">
                  <a:sysClr val="window" lastClr="FFFFFF">
                    <a:alpha val="20000"/>
                    <a:lumMod val="100000"/>
                  </a:sysClr>
                </a:gs>
              </a:gsLst>
              <a:lin ang="33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71" name="Round Same Side Corner Rectangle 70"/>
            <p:cNvSpPr/>
            <p:nvPr userDrawn="1"/>
          </p:nvSpPr>
          <p:spPr>
            <a:xfrm>
              <a:off x="7666210" y="6108192"/>
              <a:ext cx="1399032" cy="731520"/>
            </a:xfrm>
            <a:prstGeom prst="round2SameRect">
              <a:avLst>
                <a:gd name="adj1" fmla="val 9581"/>
                <a:gd name="adj2" fmla="val 0"/>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72" name="Round Same Side Corner Rectangle 71"/>
            <p:cNvSpPr/>
            <p:nvPr userDrawn="1"/>
          </p:nvSpPr>
          <p:spPr>
            <a:xfrm>
              <a:off x="7662672" y="6136281"/>
              <a:ext cx="1408176" cy="706828"/>
            </a:xfrm>
            <a:prstGeom prst="round2SameRect">
              <a:avLst>
                <a:gd name="adj1" fmla="val 9581"/>
                <a:gd name="adj2" fmla="val 0"/>
              </a:avLst>
            </a:prstGeom>
            <a:gradFill>
              <a:gsLst>
                <a:gs pos="0">
                  <a:sysClr val="windowText" lastClr="000000">
                    <a:lumMod val="52000"/>
                    <a:lumOff val="48000"/>
                    <a:alpha val="17000"/>
                  </a:sysClr>
                </a:gs>
                <a:gs pos="68000">
                  <a:sysClr val="windowText" lastClr="000000">
                    <a:lumMod val="95000"/>
                    <a:lumOff val="5000"/>
                    <a:alpha val="20000"/>
                  </a:sysClr>
                </a:gs>
                <a:gs pos="34000">
                  <a:sysClr val="windowText" lastClr="000000">
                    <a:lumMod val="85000"/>
                    <a:lumOff val="15000"/>
                    <a:alpha val="20000"/>
                  </a:sysClr>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61" name="Round Same Side Corner Rectangle 60"/>
            <p:cNvSpPr/>
            <p:nvPr userDrawn="1"/>
          </p:nvSpPr>
          <p:spPr>
            <a:xfrm>
              <a:off x="7662672" y="6135624"/>
              <a:ext cx="1408176" cy="706828"/>
            </a:xfrm>
            <a:prstGeom prst="round2SameRect">
              <a:avLst>
                <a:gd name="adj1" fmla="val 9581"/>
                <a:gd name="adj2" fmla="val 0"/>
              </a:avLst>
            </a:prstGeom>
            <a:gradFill>
              <a:gsLst>
                <a:gs pos="73000">
                  <a:sysClr val="window" lastClr="FFFFFF">
                    <a:lumMod val="75000"/>
                  </a:sysClr>
                </a:gs>
                <a:gs pos="91000">
                  <a:srgbClr val="7F7F7F"/>
                </a:gs>
                <a:gs pos="0">
                  <a:sysClr val="window" lastClr="FFFFFF">
                    <a:lumMod val="85000"/>
                  </a:sysClr>
                </a:gs>
                <a:gs pos="13000">
                  <a:sysClr val="window" lastClr="FFFFFF">
                    <a:lumMod val="95000"/>
                  </a:sysClr>
                </a:gs>
                <a:gs pos="34000">
                  <a:sysClr val="window" lastClr="FFFFFF">
                    <a:lumMod val="75000"/>
                  </a:sysClr>
                </a:gs>
                <a:gs pos="100000">
                  <a:sysClr val="windowText" lastClr="000000">
                    <a:lumMod val="50000"/>
                    <a:lumOff val="50000"/>
                  </a:sysClr>
                </a:gs>
                <a:gs pos="48000">
                  <a:sysClr val="window" lastClr="FFFFFF">
                    <a:lumMod val="95000"/>
                  </a:sysClr>
                </a:gs>
              </a:gsLst>
              <a:lin ang="42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a:ea typeface="+mn-ea"/>
                <a:cs typeface="+mn-cs"/>
              </a:endParaRPr>
            </a:p>
          </p:txBody>
        </p:sp>
        <p:grpSp>
          <p:nvGrpSpPr>
            <p:cNvPr id="74" name="AMC"/>
            <p:cNvGrpSpPr>
              <a:grpSpLocks noChangeAspect="1"/>
            </p:cNvGrpSpPr>
            <p:nvPr userDrawn="1"/>
          </p:nvGrpSpPr>
          <p:grpSpPr bwMode="auto">
            <a:xfrm>
              <a:off x="7857433" y="6251059"/>
              <a:ext cx="398631" cy="467776"/>
              <a:chOff x="3311" y="1094"/>
              <a:chExt cx="1816" cy="2131"/>
            </a:xfrm>
          </p:grpSpPr>
          <p:sp>
            <p:nvSpPr>
              <p:cNvPr id="75" name="WHITE bkgrnd"/>
              <p:cNvSpPr>
                <a:spLocks/>
              </p:cNvSpPr>
              <p:nvPr/>
            </p:nvSpPr>
            <p:spPr bwMode="auto">
              <a:xfrm>
                <a:off x="3333" y="1116"/>
                <a:ext cx="1772" cy="2086"/>
              </a:xfrm>
              <a:custGeom>
                <a:avLst/>
                <a:gdLst>
                  <a:gd name="T0" fmla="*/ 1477 w 2954"/>
                  <a:gd name="T1" fmla="*/ 0 h 3479"/>
                  <a:gd name="T2" fmla="*/ 2954 w 2954"/>
                  <a:gd name="T3" fmla="*/ 356 h 3479"/>
                  <a:gd name="T4" fmla="*/ 2954 w 2954"/>
                  <a:gd name="T5" fmla="*/ 1377 h 3479"/>
                  <a:gd name="T6" fmla="*/ 1477 w 2954"/>
                  <a:gd name="T7" fmla="*/ 3479 h 3479"/>
                  <a:gd name="T8" fmla="*/ 0 w 2954"/>
                  <a:gd name="T9" fmla="*/ 1377 h 3479"/>
                  <a:gd name="T10" fmla="*/ 0 w 2954"/>
                  <a:gd name="T11" fmla="*/ 356 h 3479"/>
                  <a:gd name="T12" fmla="*/ 1477 w 2954"/>
                  <a:gd name="T13" fmla="*/ 0 h 3479"/>
                </a:gdLst>
                <a:ahLst/>
                <a:cxnLst>
                  <a:cxn ang="0">
                    <a:pos x="T0" y="T1"/>
                  </a:cxn>
                  <a:cxn ang="0">
                    <a:pos x="T2" y="T3"/>
                  </a:cxn>
                  <a:cxn ang="0">
                    <a:pos x="T4" y="T5"/>
                  </a:cxn>
                  <a:cxn ang="0">
                    <a:pos x="T6" y="T7"/>
                  </a:cxn>
                  <a:cxn ang="0">
                    <a:pos x="T8" y="T9"/>
                  </a:cxn>
                  <a:cxn ang="0">
                    <a:pos x="T10" y="T11"/>
                  </a:cxn>
                  <a:cxn ang="0">
                    <a:pos x="T12" y="T13"/>
                  </a:cxn>
                </a:cxnLst>
                <a:rect l="0" t="0" r="r" b="b"/>
                <a:pathLst>
                  <a:path w="2954" h="3479">
                    <a:moveTo>
                      <a:pt x="1477" y="0"/>
                    </a:moveTo>
                    <a:cubicBezTo>
                      <a:pt x="2003" y="0"/>
                      <a:pt x="2609" y="127"/>
                      <a:pt x="2954" y="356"/>
                    </a:cubicBezTo>
                    <a:cubicBezTo>
                      <a:pt x="2954" y="1377"/>
                      <a:pt x="2954" y="1377"/>
                      <a:pt x="2954" y="1377"/>
                    </a:cubicBezTo>
                    <a:cubicBezTo>
                      <a:pt x="2954" y="2275"/>
                      <a:pt x="2402" y="3111"/>
                      <a:pt x="1477" y="3479"/>
                    </a:cubicBezTo>
                    <a:cubicBezTo>
                      <a:pt x="552" y="3111"/>
                      <a:pt x="0" y="2275"/>
                      <a:pt x="0" y="1377"/>
                    </a:cubicBezTo>
                    <a:cubicBezTo>
                      <a:pt x="0" y="356"/>
                      <a:pt x="0" y="356"/>
                      <a:pt x="0" y="356"/>
                    </a:cubicBezTo>
                    <a:cubicBezTo>
                      <a:pt x="345" y="127"/>
                      <a:pt x="951" y="0"/>
                      <a:pt x="14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a:solidFill>
                    <a:prstClr val="black"/>
                  </a:solidFill>
                  <a:latin typeface="Adobe Garamond Pro" panose="02020502060506020403" pitchFamily="18" charset="0"/>
                </a:endParaRPr>
              </a:p>
            </p:txBody>
          </p:sp>
          <p:sp>
            <p:nvSpPr>
              <p:cNvPr id="76" name="BLACK outline"/>
              <p:cNvSpPr>
                <a:spLocks noEditPoints="1"/>
              </p:cNvSpPr>
              <p:nvPr/>
            </p:nvSpPr>
            <p:spPr bwMode="auto">
              <a:xfrm>
                <a:off x="3311" y="1094"/>
                <a:ext cx="1816" cy="2131"/>
              </a:xfrm>
              <a:custGeom>
                <a:avLst/>
                <a:gdLst>
                  <a:gd name="T0" fmla="*/ 3010 w 3026"/>
                  <a:gd name="T1" fmla="*/ 362 h 3554"/>
                  <a:gd name="T2" fmla="*/ 2328 w 3026"/>
                  <a:gd name="T3" fmla="*/ 93 h 3554"/>
                  <a:gd name="T4" fmla="*/ 1513 w 3026"/>
                  <a:gd name="T5" fmla="*/ 0 h 3554"/>
                  <a:gd name="T6" fmla="*/ 698 w 3026"/>
                  <a:gd name="T7" fmla="*/ 93 h 3554"/>
                  <a:gd name="T8" fmla="*/ 16 w 3026"/>
                  <a:gd name="T9" fmla="*/ 362 h 3554"/>
                  <a:gd name="T10" fmla="*/ 0 w 3026"/>
                  <a:gd name="T11" fmla="*/ 373 h 3554"/>
                  <a:gd name="T12" fmla="*/ 0 w 3026"/>
                  <a:gd name="T13" fmla="*/ 1413 h 3554"/>
                  <a:gd name="T14" fmla="*/ 398 w 3026"/>
                  <a:gd name="T15" fmla="*/ 2683 h 3554"/>
                  <a:gd name="T16" fmla="*/ 1500 w 3026"/>
                  <a:gd name="T17" fmla="*/ 3548 h 3554"/>
                  <a:gd name="T18" fmla="*/ 1513 w 3026"/>
                  <a:gd name="T19" fmla="*/ 3554 h 3554"/>
                  <a:gd name="T20" fmla="*/ 1526 w 3026"/>
                  <a:gd name="T21" fmla="*/ 3548 h 3554"/>
                  <a:gd name="T22" fmla="*/ 2628 w 3026"/>
                  <a:gd name="T23" fmla="*/ 2683 h 3554"/>
                  <a:gd name="T24" fmla="*/ 3026 w 3026"/>
                  <a:gd name="T25" fmla="*/ 1413 h 3554"/>
                  <a:gd name="T26" fmla="*/ 3026 w 3026"/>
                  <a:gd name="T27" fmla="*/ 373 h 3554"/>
                  <a:gd name="T28" fmla="*/ 3010 w 3026"/>
                  <a:gd name="T29" fmla="*/ 362 h 3554"/>
                  <a:gd name="T30" fmla="*/ 2954 w 3026"/>
                  <a:gd name="T31" fmla="*/ 1413 h 3554"/>
                  <a:gd name="T32" fmla="*/ 1513 w 3026"/>
                  <a:gd name="T33" fmla="*/ 3476 h 3554"/>
                  <a:gd name="T34" fmla="*/ 72 w 3026"/>
                  <a:gd name="T35" fmla="*/ 1413 h 3554"/>
                  <a:gd name="T36" fmla="*/ 72 w 3026"/>
                  <a:gd name="T37" fmla="*/ 412 h 3554"/>
                  <a:gd name="T38" fmla="*/ 1513 w 3026"/>
                  <a:gd name="T39" fmla="*/ 72 h 3554"/>
                  <a:gd name="T40" fmla="*/ 2954 w 3026"/>
                  <a:gd name="T41" fmla="*/ 412 h 3554"/>
                  <a:gd name="T42" fmla="*/ 2954 w 3026"/>
                  <a:gd name="T43" fmla="*/ 1413 h 3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26" h="3554">
                    <a:moveTo>
                      <a:pt x="3010" y="362"/>
                    </a:moveTo>
                    <a:cubicBezTo>
                      <a:pt x="2842" y="251"/>
                      <a:pt x="2606" y="158"/>
                      <a:pt x="2328" y="93"/>
                    </a:cubicBezTo>
                    <a:cubicBezTo>
                      <a:pt x="2069" y="33"/>
                      <a:pt x="1779" y="0"/>
                      <a:pt x="1513" y="0"/>
                    </a:cubicBezTo>
                    <a:cubicBezTo>
                      <a:pt x="1247" y="0"/>
                      <a:pt x="957" y="33"/>
                      <a:pt x="698" y="93"/>
                    </a:cubicBezTo>
                    <a:cubicBezTo>
                      <a:pt x="420" y="158"/>
                      <a:pt x="184" y="251"/>
                      <a:pt x="16" y="362"/>
                    </a:cubicBezTo>
                    <a:cubicBezTo>
                      <a:pt x="0" y="373"/>
                      <a:pt x="0" y="373"/>
                      <a:pt x="0" y="373"/>
                    </a:cubicBezTo>
                    <a:cubicBezTo>
                      <a:pt x="0" y="1413"/>
                      <a:pt x="0" y="1413"/>
                      <a:pt x="0" y="1413"/>
                    </a:cubicBezTo>
                    <a:cubicBezTo>
                      <a:pt x="0" y="1867"/>
                      <a:pt x="138" y="2306"/>
                      <a:pt x="398" y="2683"/>
                    </a:cubicBezTo>
                    <a:cubicBezTo>
                      <a:pt x="664" y="3068"/>
                      <a:pt x="1045" y="3368"/>
                      <a:pt x="1500" y="3548"/>
                    </a:cubicBezTo>
                    <a:cubicBezTo>
                      <a:pt x="1513" y="3554"/>
                      <a:pt x="1513" y="3554"/>
                      <a:pt x="1513" y="3554"/>
                    </a:cubicBezTo>
                    <a:cubicBezTo>
                      <a:pt x="1526" y="3548"/>
                      <a:pt x="1526" y="3548"/>
                      <a:pt x="1526" y="3548"/>
                    </a:cubicBezTo>
                    <a:cubicBezTo>
                      <a:pt x="1981" y="3368"/>
                      <a:pt x="2362" y="3068"/>
                      <a:pt x="2628" y="2683"/>
                    </a:cubicBezTo>
                    <a:cubicBezTo>
                      <a:pt x="2888" y="2306"/>
                      <a:pt x="3026" y="1867"/>
                      <a:pt x="3026" y="1413"/>
                    </a:cubicBezTo>
                    <a:cubicBezTo>
                      <a:pt x="3026" y="373"/>
                      <a:pt x="3026" y="373"/>
                      <a:pt x="3026" y="373"/>
                    </a:cubicBezTo>
                    <a:lnTo>
                      <a:pt x="3010" y="362"/>
                    </a:lnTo>
                    <a:close/>
                    <a:moveTo>
                      <a:pt x="2954" y="1413"/>
                    </a:moveTo>
                    <a:cubicBezTo>
                      <a:pt x="2954" y="2314"/>
                      <a:pt x="2389" y="3122"/>
                      <a:pt x="1513" y="3476"/>
                    </a:cubicBezTo>
                    <a:cubicBezTo>
                      <a:pt x="637" y="3122"/>
                      <a:pt x="72" y="2314"/>
                      <a:pt x="72" y="1413"/>
                    </a:cubicBezTo>
                    <a:cubicBezTo>
                      <a:pt x="72" y="412"/>
                      <a:pt x="72" y="412"/>
                      <a:pt x="72" y="412"/>
                    </a:cubicBezTo>
                    <a:cubicBezTo>
                      <a:pt x="391" y="208"/>
                      <a:pt x="966" y="72"/>
                      <a:pt x="1513" y="72"/>
                    </a:cubicBezTo>
                    <a:cubicBezTo>
                      <a:pt x="2060" y="72"/>
                      <a:pt x="2635" y="208"/>
                      <a:pt x="2954" y="412"/>
                    </a:cubicBezTo>
                    <a:lnTo>
                      <a:pt x="2954" y="14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a:solidFill>
                    <a:prstClr val="black"/>
                  </a:solidFill>
                  <a:latin typeface="Adobe Garamond Pro" panose="02020502060506020403" pitchFamily="18" charset="0"/>
                </a:endParaRPr>
              </a:p>
            </p:txBody>
          </p:sp>
          <p:sp>
            <p:nvSpPr>
              <p:cNvPr id="77" name="BLUE"/>
              <p:cNvSpPr>
                <a:spLocks/>
              </p:cNvSpPr>
              <p:nvPr/>
            </p:nvSpPr>
            <p:spPr bwMode="auto">
              <a:xfrm>
                <a:off x="4219" y="1369"/>
                <a:ext cx="797" cy="1744"/>
              </a:xfrm>
              <a:custGeom>
                <a:avLst/>
                <a:gdLst>
                  <a:gd name="T0" fmla="*/ 1329 w 1329"/>
                  <a:gd name="T1" fmla="*/ 40 h 2908"/>
                  <a:gd name="T2" fmla="*/ 302 w 1329"/>
                  <a:gd name="T3" fmla="*/ 1068 h 2908"/>
                  <a:gd name="T4" fmla="*/ 544 w 1329"/>
                  <a:gd name="T5" fmla="*/ 1370 h 2908"/>
                  <a:gd name="T6" fmla="*/ 0 w 1329"/>
                  <a:gd name="T7" fmla="*/ 1991 h 2908"/>
                  <a:gd name="T8" fmla="*/ 0 w 1329"/>
                  <a:gd name="T9" fmla="*/ 2908 h 2908"/>
                  <a:gd name="T10" fmla="*/ 1329 w 1329"/>
                  <a:gd name="T11" fmla="*/ 930 h 2908"/>
                  <a:gd name="T12" fmla="*/ 1329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1329" y="40"/>
                    </a:moveTo>
                    <a:cubicBezTo>
                      <a:pt x="302" y="1068"/>
                      <a:pt x="302" y="1068"/>
                      <a:pt x="302" y="1068"/>
                    </a:cubicBezTo>
                    <a:cubicBezTo>
                      <a:pt x="544" y="1370"/>
                      <a:pt x="544" y="1370"/>
                      <a:pt x="544" y="1370"/>
                    </a:cubicBezTo>
                    <a:cubicBezTo>
                      <a:pt x="0" y="1991"/>
                      <a:pt x="0" y="1991"/>
                      <a:pt x="0" y="1991"/>
                    </a:cubicBezTo>
                    <a:cubicBezTo>
                      <a:pt x="0" y="2908"/>
                      <a:pt x="0" y="2908"/>
                      <a:pt x="0" y="2908"/>
                    </a:cubicBezTo>
                    <a:cubicBezTo>
                      <a:pt x="540" y="2665"/>
                      <a:pt x="1329" y="2054"/>
                      <a:pt x="1329" y="930"/>
                    </a:cubicBezTo>
                    <a:cubicBezTo>
                      <a:pt x="1329" y="0"/>
                      <a:pt x="1329" y="41"/>
                      <a:pt x="1329" y="40"/>
                    </a:cubicBezTo>
                    <a:close/>
                  </a:path>
                </a:pathLst>
              </a:custGeom>
              <a:solidFill>
                <a:srgbClr val="0056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a:solidFill>
                    <a:prstClr val="black"/>
                  </a:solidFill>
                  <a:latin typeface="Adobe Garamond Pro" panose="02020502060506020403" pitchFamily="18" charset="0"/>
                </a:endParaRPr>
              </a:p>
            </p:txBody>
          </p:sp>
          <p:sp>
            <p:nvSpPr>
              <p:cNvPr id="78" name="RED"/>
              <p:cNvSpPr>
                <a:spLocks/>
              </p:cNvSpPr>
              <p:nvPr/>
            </p:nvSpPr>
            <p:spPr bwMode="auto">
              <a:xfrm>
                <a:off x="3422" y="1369"/>
                <a:ext cx="797" cy="1744"/>
              </a:xfrm>
              <a:custGeom>
                <a:avLst/>
                <a:gdLst>
                  <a:gd name="T0" fmla="*/ 0 w 1329"/>
                  <a:gd name="T1" fmla="*/ 40 h 2908"/>
                  <a:gd name="T2" fmla="*/ 1027 w 1329"/>
                  <a:gd name="T3" fmla="*/ 1068 h 2908"/>
                  <a:gd name="T4" fmla="*/ 785 w 1329"/>
                  <a:gd name="T5" fmla="*/ 1370 h 2908"/>
                  <a:gd name="T6" fmla="*/ 1329 w 1329"/>
                  <a:gd name="T7" fmla="*/ 1991 h 2908"/>
                  <a:gd name="T8" fmla="*/ 1329 w 1329"/>
                  <a:gd name="T9" fmla="*/ 2908 h 2908"/>
                  <a:gd name="T10" fmla="*/ 0 w 1329"/>
                  <a:gd name="T11" fmla="*/ 930 h 2908"/>
                  <a:gd name="T12" fmla="*/ 0 w 1329"/>
                  <a:gd name="T13" fmla="*/ 40 h 2908"/>
                </a:gdLst>
                <a:ahLst/>
                <a:cxnLst>
                  <a:cxn ang="0">
                    <a:pos x="T0" y="T1"/>
                  </a:cxn>
                  <a:cxn ang="0">
                    <a:pos x="T2" y="T3"/>
                  </a:cxn>
                  <a:cxn ang="0">
                    <a:pos x="T4" y="T5"/>
                  </a:cxn>
                  <a:cxn ang="0">
                    <a:pos x="T6" y="T7"/>
                  </a:cxn>
                  <a:cxn ang="0">
                    <a:pos x="T8" y="T9"/>
                  </a:cxn>
                  <a:cxn ang="0">
                    <a:pos x="T10" y="T11"/>
                  </a:cxn>
                  <a:cxn ang="0">
                    <a:pos x="T12" y="T13"/>
                  </a:cxn>
                </a:cxnLst>
                <a:rect l="0" t="0" r="r" b="b"/>
                <a:pathLst>
                  <a:path w="1329" h="2908">
                    <a:moveTo>
                      <a:pt x="0" y="40"/>
                    </a:moveTo>
                    <a:cubicBezTo>
                      <a:pt x="1027" y="1068"/>
                      <a:pt x="1027" y="1068"/>
                      <a:pt x="1027" y="1068"/>
                    </a:cubicBezTo>
                    <a:cubicBezTo>
                      <a:pt x="785" y="1370"/>
                      <a:pt x="785" y="1370"/>
                      <a:pt x="785" y="1370"/>
                    </a:cubicBezTo>
                    <a:cubicBezTo>
                      <a:pt x="1329" y="1991"/>
                      <a:pt x="1329" y="1991"/>
                      <a:pt x="1329" y="1991"/>
                    </a:cubicBezTo>
                    <a:cubicBezTo>
                      <a:pt x="1329" y="2908"/>
                      <a:pt x="1329" y="2908"/>
                      <a:pt x="1329" y="2908"/>
                    </a:cubicBezTo>
                    <a:cubicBezTo>
                      <a:pt x="789" y="2665"/>
                      <a:pt x="0" y="2054"/>
                      <a:pt x="0" y="930"/>
                    </a:cubicBezTo>
                    <a:cubicBezTo>
                      <a:pt x="0" y="0"/>
                      <a:pt x="0" y="41"/>
                      <a:pt x="0" y="40"/>
                    </a:cubicBezTo>
                    <a:close/>
                  </a:path>
                </a:pathLst>
              </a:custGeom>
              <a:solidFill>
                <a:srgbClr val="C320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a:solidFill>
                    <a:prstClr val="black"/>
                  </a:solidFill>
                  <a:latin typeface="Adobe Garamond Pro" panose="02020502060506020403" pitchFamily="18" charset="0"/>
                </a:endParaRPr>
              </a:p>
            </p:txBody>
          </p:sp>
        </p:grpSp>
      </p:grpSp>
      <p:pic>
        <p:nvPicPr>
          <p:cNvPr id="53" name="Picture 52"/>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8406649" y="6268420"/>
            <a:ext cx="464977" cy="494134"/>
          </a:xfrm>
          <a:prstGeom prst="rect">
            <a:avLst/>
          </a:prstGeom>
        </p:spPr>
      </p:pic>
    </p:spTree>
    <p:extLst>
      <p:ext uri="{BB962C8B-B14F-4D97-AF65-F5344CB8AC3E}">
        <p14:creationId xmlns:p14="http://schemas.microsoft.com/office/powerpoint/2010/main" val="1078592221"/>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Lst>
  <p:transition spd="slow">
    <p:fade/>
  </p:transition>
  <p:hf hdr="0" ftr="0" dt="0"/>
  <p:txStyles>
    <p:titleStyle>
      <a:lvl1pPr marL="0" algn="l" defTabSz="914400" rtl="0" eaLnBrk="1" latinLnBrk="0" hangingPunct="1">
        <a:lnSpc>
          <a:spcPct val="90000"/>
        </a:lnSpc>
        <a:spcBef>
          <a:spcPct val="0"/>
        </a:spcBef>
        <a:buNone/>
        <a:defRPr lang="en-US" sz="2800" b="1" kern="1200" dirty="0">
          <a:solidFill>
            <a:srgbClr val="7F7F73"/>
          </a:solidFill>
          <a:latin typeface="Arial" panose="020B0604020202020204" pitchFamily="34" charset="0"/>
          <a:ea typeface="+mj-ea"/>
          <a:cs typeface="Arial" panose="020B0604020202020204" pitchFamily="34" charset="0"/>
        </a:defRPr>
      </a:lvl1pPr>
    </p:titleStyle>
    <p:bodyStyle>
      <a:lvl1pPr marL="228600" marR="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lang="en-US" sz="2400" b="1" kern="1200" dirty="0" smtClean="0">
          <a:solidFill>
            <a:schemeClr val="tx1"/>
          </a:solidFill>
          <a:latin typeface="Arial" panose="020B0604020202020204" pitchFamily="34" charset="0"/>
          <a:ea typeface="+mn-ea"/>
          <a:cs typeface="Arial" panose="020B0604020202020204" pitchFamily="34" charset="0"/>
        </a:defRPr>
      </a:lvl1pPr>
      <a:lvl2pPr marL="6858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4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20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5pPr>
      <a:lvl6pPr marL="574675" indent="-228600" algn="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792">
          <p15:clr>
            <a:srgbClr val="F26B43"/>
          </p15:clr>
        </p15:guide>
        <p15:guide id="3" pos="5352">
          <p15:clr>
            <a:srgbClr val="F26B43"/>
          </p15:clr>
        </p15:guide>
        <p15:guide id="4" orient="horz" pos="1104">
          <p15:clr>
            <a:srgbClr val="F26B43"/>
          </p15:clr>
        </p15:guide>
        <p15:guide id="5" orient="horz" pos="2376">
          <p15:clr>
            <a:srgbClr val="F26B43"/>
          </p15:clr>
        </p15:guide>
        <p15:guide id="6" orient="horz" pos="3432">
          <p15:clr>
            <a:srgbClr val="F26B43"/>
          </p15:clr>
        </p15:guide>
        <p15:guide id="7" pos="5760">
          <p15:clr>
            <a:srgbClr val="F26B43"/>
          </p15:clr>
        </p15:guide>
        <p15:guide id="8" orient="horz">
          <p15:clr>
            <a:srgbClr val="F26B43"/>
          </p15:clr>
        </p15:guide>
        <p15:guide id="9">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Rectangle 18"/>
          <p:cNvSpPr/>
          <p:nvPr userDrawn="1"/>
        </p:nvSpPr>
        <p:spPr>
          <a:xfrm>
            <a:off x="27334" y="6611779"/>
            <a:ext cx="1572866" cy="246221"/>
          </a:xfrm>
          <a:prstGeom prst="rect">
            <a:avLst/>
          </a:prstGeom>
        </p:spPr>
        <p:txBody>
          <a:bodyPr wrap="none">
            <a:spAutoFit/>
          </a:bodyPr>
          <a:lstStyle/>
          <a:p>
            <a:pPr>
              <a:defRPr/>
            </a:pPr>
            <a:r>
              <a:rPr lang="en-US" sz="1000" b="1" dirty="0">
                <a:solidFill>
                  <a:srgbClr val="000000"/>
                </a:solidFill>
                <a:latin typeface=" Arial"/>
                <a:ea typeface="MS PGothic" pitchFamily="34" charset="-128"/>
                <a:cs typeface="Arial" pitchFamily="34" charset="0"/>
              </a:rPr>
              <a:t>UNCLASSIFIED//FOUO</a:t>
            </a:r>
          </a:p>
        </p:txBody>
      </p:sp>
      <p:pic>
        <p:nvPicPr>
          <p:cNvPr id="20" name="Picture 19" descr="Metal Header.jpg"/>
          <p:cNvPicPr>
            <a:picLocks noChangeAspect="1"/>
          </p:cNvPicPr>
          <p:nvPr userDrawn="1"/>
        </p:nvPicPr>
        <p:blipFill>
          <a:blip r:embed="rId4"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21" name="Footer Placeholder 16"/>
          <p:cNvSpPr txBox="1">
            <a:spLocks/>
          </p:cNvSpPr>
          <p:nvPr userDrawn="1"/>
        </p:nvSpPr>
        <p:spPr>
          <a:xfrm>
            <a:off x="-17930" y="-29528"/>
            <a:ext cx="9144000" cy="231776"/>
          </a:xfrm>
          <a:prstGeom prst="rect">
            <a:avLst/>
          </a:prstGeom>
        </p:spPr>
        <p:txBody>
          <a:bodyPr/>
          <a:lstStyle/>
          <a:p>
            <a:pPr algn="ctr">
              <a:defRPr/>
            </a:pPr>
            <a:r>
              <a:rPr lang="en-US" sz="1000" b="1" dirty="0">
                <a:solidFill>
                  <a:srgbClr val="000000"/>
                </a:solidFill>
                <a:latin typeface=" Arial"/>
                <a:ea typeface="MS PGothic" pitchFamily="34" charset="-128"/>
                <a:cs typeface="Arial" pitchFamily="34" charset="0"/>
              </a:rPr>
              <a:t>UNCLASSIFIED//FOUO</a:t>
            </a:r>
          </a:p>
        </p:txBody>
      </p:sp>
      <p:grpSp>
        <p:nvGrpSpPr>
          <p:cNvPr id="8" name="Group 7"/>
          <p:cNvGrpSpPr/>
          <p:nvPr userDrawn="1"/>
        </p:nvGrpSpPr>
        <p:grpSpPr>
          <a:xfrm>
            <a:off x="144954" y="79430"/>
            <a:ext cx="8084889" cy="903338"/>
            <a:chOff x="144954" y="71442"/>
            <a:chExt cx="8084889" cy="903338"/>
          </a:xfrm>
        </p:grpSpPr>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10" name="Picture 9"/>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2" name="Picture 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305800" y="113614"/>
            <a:ext cx="685800" cy="687388"/>
          </a:xfrm>
          <a:prstGeom prst="rect">
            <a:avLst/>
          </a:prstGeom>
        </p:spPr>
      </p:pic>
    </p:spTree>
    <p:extLst>
      <p:ext uri="{BB962C8B-B14F-4D97-AF65-F5344CB8AC3E}">
        <p14:creationId xmlns:p14="http://schemas.microsoft.com/office/powerpoint/2010/main" val="2493112455"/>
      </p:ext>
    </p:extLst>
  </p:cSld>
  <p:clrMap bg1="lt1" tx1="dk1" bg2="lt2" tx2="dk2" accent1="accent1" accent2="accent2" accent3="accent3" accent4="accent4" accent5="accent5" accent6="accent6" hlink="hlink" folHlink="folHlink"/>
  <p:sldLayoutIdLst>
    <p:sldLayoutId id="2147483774" r:id="rId1"/>
    <p:sldLayoutId id="2147483775"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8" name="Picture 7" descr="Metal Header.jpg"/>
          <p:cNvPicPr>
            <a:picLocks noChangeAspect="1"/>
          </p:cNvPicPr>
          <p:nvPr userDrawn="1"/>
        </p:nvPicPr>
        <p:blipFill>
          <a:blip r:embed="rId5" cstate="print"/>
          <a:stretch>
            <a:fillRect/>
          </a:stretch>
        </p:blipFill>
        <p:spPr>
          <a:xfrm>
            <a:off x="0" y="6443663"/>
            <a:ext cx="9144000" cy="414337"/>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pic>
        <p:nvPicPr>
          <p:cNvPr id="9" name="Picture 8" descr="Metal Header.jpg"/>
          <p:cNvPicPr>
            <a:picLocks noChangeAspect="1"/>
          </p:cNvPicPr>
          <p:nvPr userDrawn="1"/>
        </p:nvPicPr>
        <p:blipFill>
          <a:blip r:embed="rId6"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10" name="Footer Placeholder 16"/>
          <p:cNvSpPr txBox="1">
            <a:spLocks/>
          </p:cNvSpPr>
          <p:nvPr userDrawn="1"/>
        </p:nvSpPr>
        <p:spPr>
          <a:xfrm>
            <a:off x="-17930" y="-29528"/>
            <a:ext cx="9144000" cy="231776"/>
          </a:xfrm>
          <a:prstGeom prst="rect">
            <a:avLst/>
          </a:prstGeom>
        </p:spPr>
        <p:txBody>
          <a:bodyPr/>
          <a:lstStyle/>
          <a:p>
            <a:pPr algn="ctr">
              <a:defRPr/>
            </a:pPr>
            <a:r>
              <a:rPr lang="en-US" sz="1000" b="1" dirty="0">
                <a:solidFill>
                  <a:srgbClr val="000000"/>
                </a:solidFill>
                <a:latin typeface=" Arial"/>
                <a:ea typeface="MS PGothic" pitchFamily="34" charset="-128"/>
                <a:cs typeface="Arial" pitchFamily="34" charset="0"/>
              </a:rPr>
              <a:t>UNCLASSIFIED//FOUO</a:t>
            </a:r>
          </a:p>
        </p:txBody>
      </p:sp>
      <p:sp>
        <p:nvSpPr>
          <p:cNvPr id="11" name="Footer Placeholder 16"/>
          <p:cNvSpPr txBox="1">
            <a:spLocks/>
          </p:cNvSpPr>
          <p:nvPr userDrawn="1"/>
        </p:nvSpPr>
        <p:spPr>
          <a:xfrm>
            <a:off x="39624" y="6620256"/>
            <a:ext cx="1752600" cy="228600"/>
          </a:xfrm>
          <a:prstGeom prst="rect">
            <a:avLst/>
          </a:prstGeom>
        </p:spPr>
        <p:txBody>
          <a:bodyPr/>
          <a:lstStyle/>
          <a:p>
            <a:pPr algn="l">
              <a:defRPr/>
            </a:pPr>
            <a:r>
              <a:rPr lang="en-US" sz="1000" b="1" dirty="0">
                <a:solidFill>
                  <a:prstClr val="white"/>
                </a:solidFill>
                <a:latin typeface=" Arial"/>
                <a:ea typeface="MS PGothic" pitchFamily="34" charset="-128"/>
                <a:cs typeface="Arial" pitchFamily="34" charset="0"/>
              </a:rPr>
              <a:t>UNCLASSIFIED//FOUO</a:t>
            </a:r>
          </a:p>
        </p:txBody>
      </p:sp>
      <p:pic>
        <p:nvPicPr>
          <p:cNvPr id="21" name="Picture 20"/>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46878" y="105766"/>
            <a:ext cx="784898" cy="784898"/>
          </a:xfrm>
          <a:prstGeom prst="rect">
            <a:avLst/>
          </a:prstGeom>
        </p:spPr>
      </p:pic>
      <p:pic>
        <p:nvPicPr>
          <p:cNvPr id="22" name="Picture 21"/>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7604681" y="113614"/>
            <a:ext cx="625162" cy="735484"/>
          </a:xfrm>
          <a:prstGeom prst="rect">
            <a:avLst/>
          </a:prstGeom>
          <a:effectLst>
            <a:outerShdw blurRad="50800" dist="38100" dir="2700000" algn="tl" rotWithShape="0">
              <a:prstClr val="black">
                <a:alpha val="40000"/>
              </a:prstClr>
            </a:outerShdw>
          </a:effectLst>
        </p:spPr>
      </p:pic>
      <p:pic>
        <p:nvPicPr>
          <p:cNvPr id="23" name="Picture 22"/>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44954" y="79430"/>
            <a:ext cx="699323" cy="903338"/>
          </a:xfrm>
          <a:prstGeom prst="rect">
            <a:avLst/>
          </a:prstGeom>
        </p:spPr>
      </p:pic>
    </p:spTree>
    <p:extLst>
      <p:ext uri="{BB962C8B-B14F-4D97-AF65-F5344CB8AC3E}">
        <p14:creationId xmlns:p14="http://schemas.microsoft.com/office/powerpoint/2010/main" val="1427195021"/>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Lst>
  <p:txStyles>
    <p:titleStyle>
      <a:lvl1pPr algn="ctr" defTabSz="914400" rtl="0" eaLnBrk="1" latinLnBrk="0" hangingPunct="1">
        <a:spcBef>
          <a:spcPct val="0"/>
        </a:spcBef>
        <a:buNone/>
        <a:defRPr sz="2800" b="1" kern="1200" baseline="0">
          <a:solidFill>
            <a:schemeClr val="bg1"/>
          </a:solidFill>
          <a:latin typeface="Comic Sans MS" pitchFamily="66" charset="0"/>
          <a:ea typeface="+mj-ea"/>
          <a:cs typeface="+mj-cs"/>
        </a:defRPr>
      </a:lvl1pPr>
    </p:titleStyle>
    <p:bodyStyle>
      <a:lvl1pPr marL="342900" indent="-342900" algn="l" defTabSz="914400" rtl="0" eaLnBrk="1" latinLnBrk="0" hangingPunct="1">
        <a:spcBef>
          <a:spcPct val="20000"/>
        </a:spcBef>
        <a:buFontTx/>
        <a:buNone/>
        <a:defRPr sz="2000" kern="1200">
          <a:solidFill>
            <a:schemeClr val="tx1"/>
          </a:solidFill>
          <a:latin typeface="Comic Sans MS" pitchFamily="66"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3543299" y="6683767"/>
            <a:ext cx="2057400" cy="182562"/>
          </a:xfrm>
          <a:prstGeom prst="rect">
            <a:avLst/>
          </a:prstGeom>
        </p:spPr>
        <p:txBody>
          <a:bodyPr vert="horz" lIns="91440" tIns="45720" rIns="91440" bIns="45720" rtlCol="0" anchor="ctr"/>
          <a:lstStyle>
            <a:lvl1pPr algn="ctr">
              <a:defRPr sz="1200">
                <a:solidFill>
                  <a:schemeClr val="tx1"/>
                </a:solidFill>
              </a:defRPr>
            </a:lvl1pPr>
          </a:lstStyle>
          <a:p>
            <a:fld id="{F9AF2913-2DB3-46CA-AB90-630B618DC110}" type="slidenum">
              <a:rPr lang="en-US" smtClean="0"/>
              <a:pPr/>
              <a:t>‹#›</a:t>
            </a:fld>
            <a:endParaRPr lang="en-US" dirty="0"/>
          </a:p>
        </p:txBody>
      </p:sp>
      <p:pic>
        <p:nvPicPr>
          <p:cNvPr id="7" name="Picture 6"/>
          <p:cNvPicPr>
            <a:picLocks noChangeAspect="1"/>
          </p:cNvPicPr>
          <p:nvPr userDrawn="1"/>
        </p:nvPicPr>
        <p:blipFill rotWithShape="1">
          <a:blip r:embed="rId4">
            <a:extLst>
              <a:ext uri="{28A0092B-C50C-407E-A947-70E740481C1C}">
                <a14:useLocalDpi xmlns:a14="http://schemas.microsoft.com/office/drawing/2010/main" val="0"/>
              </a:ext>
            </a:extLst>
          </a:blip>
          <a:srcRect t="5599"/>
          <a:stretch/>
        </p:blipFill>
        <p:spPr>
          <a:xfrm>
            <a:off x="1" y="618105"/>
            <a:ext cx="9143999" cy="5946670"/>
          </a:xfrm>
          <a:prstGeom prst="rect">
            <a:avLst/>
          </a:prstGeom>
        </p:spPr>
      </p:pic>
      <p:sp>
        <p:nvSpPr>
          <p:cNvPr id="27" name="Round Same Side Corner Rectangle 17">
            <a:extLst>
              <a:ext uri="{FF2B5EF4-FFF2-40B4-BE49-F238E27FC236}">
                <a16:creationId xmlns:a16="http://schemas.microsoft.com/office/drawing/2014/main" id="{7A882CCC-C296-F404-DDB0-B6E15BE59AFB}"/>
              </a:ext>
            </a:extLst>
          </p:cNvPr>
          <p:cNvSpPr/>
          <p:nvPr userDrawn="1"/>
        </p:nvSpPr>
        <p:spPr>
          <a:xfrm>
            <a:off x="1" y="0"/>
            <a:ext cx="801278" cy="886120"/>
          </a:xfrm>
          <a:prstGeom prst="round2SameRect">
            <a:avLst>
              <a:gd name="adj1" fmla="val 0"/>
              <a:gd name="adj2" fmla="val 7443"/>
            </a:avLst>
          </a:prstGeom>
          <a:gradFill>
            <a:gsLst>
              <a:gs pos="0">
                <a:schemeClr val="tx1">
                  <a:lumMod val="50000"/>
                  <a:lumOff val="50000"/>
                </a:schemeClr>
              </a:gs>
              <a:gs pos="68000">
                <a:schemeClr val="tx1">
                  <a:lumMod val="95000"/>
                  <a:lumOff val="5000"/>
                </a:schemeClr>
              </a:gs>
              <a:gs pos="34000">
                <a:schemeClr val="tx1">
                  <a:lumMod val="85000"/>
                  <a:lumOff val="15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Picture 28" descr="Logo&#10;&#10;Description automatically generated">
            <a:extLst>
              <a:ext uri="{FF2B5EF4-FFF2-40B4-BE49-F238E27FC236}">
                <a16:creationId xmlns:a16="http://schemas.microsoft.com/office/drawing/2014/main" id="{FC41B50B-CE93-4399-2B22-E31C5D9ADC30}"/>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3394" y="58950"/>
            <a:ext cx="547055" cy="681750"/>
          </a:xfrm>
          <a:prstGeom prst="rect">
            <a:avLst/>
          </a:prstGeom>
        </p:spPr>
      </p:pic>
      <p:sp>
        <p:nvSpPr>
          <p:cNvPr id="4" name="Title Placeholder 1">
            <a:extLst>
              <a:ext uri="{FF2B5EF4-FFF2-40B4-BE49-F238E27FC236}">
                <a16:creationId xmlns:a16="http://schemas.microsoft.com/office/drawing/2014/main" id="{E51BD610-E15F-A5E3-6BF8-DE40F9EE2738}"/>
              </a:ext>
            </a:extLst>
          </p:cNvPr>
          <p:cNvSpPr txBox="1">
            <a:spLocks/>
          </p:cNvSpPr>
          <p:nvPr userDrawn="1"/>
        </p:nvSpPr>
        <p:spPr bwMode="gray">
          <a:xfrm>
            <a:off x="836761" y="99565"/>
            <a:ext cx="7955280" cy="480131"/>
          </a:xfrm>
          <a:prstGeom prst="rect">
            <a:avLst/>
          </a:prstGeom>
        </p:spPr>
        <p:txBody>
          <a:bodyPr vert="horz" lIns="182880" tIns="45720" rIns="91440" bIns="45720" rtlCol="0" anchor="t" anchorCtr="0">
            <a:spAutoFit/>
          </a:bodyPr>
          <a:lstStyle>
            <a:lvl1pPr marL="0" algn="l" defTabSz="914400" rtl="0" eaLnBrk="1" latinLnBrk="0" hangingPunct="1">
              <a:lnSpc>
                <a:spcPct val="90000"/>
              </a:lnSpc>
              <a:spcBef>
                <a:spcPct val="0"/>
              </a:spcBef>
              <a:buNone/>
              <a:defRPr sz="2800" b="1" kern="1200">
                <a:solidFill>
                  <a:schemeClr val="tx1"/>
                </a:solidFill>
                <a:latin typeface="G.I. 400" pitchFamily="2" charset="0"/>
                <a:ea typeface="+mj-ea"/>
                <a:cs typeface="+mj-cs"/>
              </a:defRPr>
            </a:lvl1pPr>
          </a:lstStyle>
          <a:p>
            <a:r>
              <a:rPr lang="en-US" dirty="0"/>
              <a:t> </a:t>
            </a:r>
          </a:p>
        </p:txBody>
      </p:sp>
    </p:spTree>
    <p:extLst>
      <p:ext uri="{BB962C8B-B14F-4D97-AF65-F5344CB8AC3E}">
        <p14:creationId xmlns:p14="http://schemas.microsoft.com/office/powerpoint/2010/main" val="312529084"/>
      </p:ext>
    </p:extLst>
  </p:cSld>
  <p:clrMap bg1="lt1" tx1="dk1" bg2="lt2" tx2="dk2" accent1="accent1" accent2="accent2" accent3="accent3" accent4="accent4" accent5="accent5" accent6="accent6" hlink="hlink" folHlink="folHlink"/>
  <p:sldLayoutIdLst>
    <p:sldLayoutId id="2147483781" r:id="rId1"/>
    <p:sldLayoutId id="2147483782"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hyperlink" Target="mailto:Brandon.s.hill24.civ@army.mil" TargetMode="Externa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hyperlink" Target="https://grants.gov/search-results-detail/332894" TargetMode="External"/><Relationship Id="rId2" Type="http://schemas.openxmlformats.org/officeDocument/2006/relationships/hyperlink" Target="mailto:t.r.govindan.civ@mail.mil" TargetMode="External"/><Relationship Id="rId1" Type="http://schemas.openxmlformats.org/officeDocument/2006/relationships/slideLayout" Target="../slideLayouts/slideLayout28.xml"/><Relationship Id="rId4" Type="http://schemas.openxmlformats.org/officeDocument/2006/relationships/hyperlink" Target="https://sam.gov/opp/4e90a42d23164205bc16dbd47027e02b/view"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grants.gov/search-results-detail/344592" TargetMode="External"/><Relationship Id="rId2" Type="http://schemas.openxmlformats.org/officeDocument/2006/relationships/hyperlink" Target="mailto:Ramila.century.civ@army.mil" TargetMode="External"/><Relationship Id="rId1" Type="http://schemas.openxmlformats.org/officeDocument/2006/relationships/slideLayout" Target="../slideLayouts/slideLayout28.xml"/><Relationship Id="rId4" Type="http://schemas.openxmlformats.org/officeDocument/2006/relationships/hyperlink" Target="https://sam.gov/opp/8f7c35873e9b4b40a71e71dd3c55ac52/view"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grants.gov/search-results-detail/345241" TargetMode="External"/><Relationship Id="rId2" Type="http://schemas.openxmlformats.org/officeDocument/2006/relationships/hyperlink" Target="mailto:DEVCOMDACBAA@army.mil" TargetMode="External"/><Relationship Id="rId1" Type="http://schemas.openxmlformats.org/officeDocument/2006/relationships/slideLayout" Target="../slideLayouts/slideLayout28.xml"/><Relationship Id="rId4" Type="http://schemas.openxmlformats.org/officeDocument/2006/relationships/hyperlink" Target="https://sam.gov/opp/1aafd421e4ed4f06ac0986fa1bde60bb/view"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grants.gov/search-results-detail/347858" TargetMode="External"/><Relationship Id="rId2" Type="http://schemas.openxmlformats.org/officeDocument/2006/relationships/hyperlink" Target="mailto:wilveria.a.sanders.civ@army.mil" TargetMode="External"/><Relationship Id="rId1" Type="http://schemas.openxmlformats.org/officeDocument/2006/relationships/slideLayout" Target="../slideLayouts/slideLayout28.xml"/><Relationship Id="rId4" Type="http://schemas.openxmlformats.org/officeDocument/2006/relationships/hyperlink" Target="https://sam.gov/opp/ee8d9eeec4f94269b6e1ac16b09d9417/view"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sam.gov/opp/1d9f3229a9e344b0adfa6bf91f993a43/view" TargetMode="External"/><Relationship Id="rId2" Type="http://schemas.openxmlformats.org/officeDocument/2006/relationships/hyperlink" Target="mailto:wilveria.a.sanders.civ@army.mil" TargetMode="Externa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3" Type="http://schemas.openxmlformats.org/officeDocument/2006/relationships/hyperlink" Target="https://grants.gov/search-results-detail/355150" TargetMode="External"/><Relationship Id="rId2" Type="http://schemas.openxmlformats.org/officeDocument/2006/relationships/hyperlink" Target="mailto:Christopher.d.justice4.civ@army.mil" TargetMode="External"/><Relationship Id="rId1" Type="http://schemas.openxmlformats.org/officeDocument/2006/relationships/slideLayout" Target="../slideLayouts/slideLayout28.xml"/><Relationship Id="rId4" Type="http://schemas.openxmlformats.org/officeDocument/2006/relationships/hyperlink" Target="https://sam.gov/opp/3f8ec6d36d584ca28364a2f8a10255b7/view"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grants.gov/search-results-detail/355730" TargetMode="External"/><Relationship Id="rId2" Type="http://schemas.openxmlformats.org/officeDocument/2006/relationships/hyperlink" Target="mailto:william.a.creech3.civ@army.mil" TargetMode="Externa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hyperlink" Target="https://www.grants.gov/search-results-detail/356024" TargetMode="External"/><Relationship Id="rId2" Type="http://schemas.openxmlformats.org/officeDocument/2006/relationships/hyperlink" Target="mailto:cjf-cra-baa@army.mil" TargetMode="External"/><Relationship Id="rId1" Type="http://schemas.openxmlformats.org/officeDocument/2006/relationships/slideLayout" Target="../slideLayouts/slideLayout28.xml"/><Relationship Id="rId4" Type="http://schemas.openxmlformats.org/officeDocument/2006/relationships/hyperlink" Target="https://sam.gov/opp/ad5e46dda17a44bab69e2ee2eeac3c96/view"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grants.gov/search-results-detail/356583" TargetMode="External"/><Relationship Id="rId2" Type="http://schemas.openxmlformats.org/officeDocument/2006/relationships/hyperlink" Target="mailto:schon.m.zwakman.civ@army.mil" TargetMode="External"/><Relationship Id="rId1" Type="http://schemas.openxmlformats.org/officeDocument/2006/relationships/slideLayout" Target="../slideLayouts/slideLayout28.xml"/><Relationship Id="rId4" Type="http://schemas.openxmlformats.org/officeDocument/2006/relationships/hyperlink" Target="https://sam.gov/opp/b5f1a0de4c034818b2394656c1372b3b/view" TargetMode="External"/></Relationships>
</file>

<file path=ppt/slides/_rels/slide13.xml.rels><?xml version="1.0" encoding="UTF-8" standalone="yes"?>
<Relationships xmlns="http://schemas.openxmlformats.org/package/2006/relationships"><Relationship Id="rId2" Type="http://schemas.openxmlformats.org/officeDocument/2006/relationships/hyperlink" Target="mailto:usarmy.rtp.devcom-arl.mbx.durip@army.mil" TargetMode="Externa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hyperlink" Target="mailto:usarmy.rtp.devcom-arl.mbx.aro-muri@army.mil" TargetMode="Externa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ubtitle 10"/>
          <p:cNvSpPr>
            <a:spLocks noGrp="1"/>
          </p:cNvSpPr>
          <p:nvPr>
            <p:ph type="subTitle" idx="1"/>
          </p:nvPr>
        </p:nvSpPr>
        <p:spPr>
          <a:xfrm>
            <a:off x="152400" y="6149963"/>
            <a:ext cx="7085137" cy="332399"/>
          </a:xfrm>
        </p:spPr>
        <p:txBody>
          <a:bodyPr/>
          <a:lstStyle/>
          <a:p>
            <a:r>
              <a:rPr lang="en-US" b="0" dirty="0"/>
              <a:t> </a:t>
            </a:r>
            <a:r>
              <a:rPr lang="en-US" b="0" dirty="0">
                <a:solidFill>
                  <a:schemeClr val="bg1"/>
                </a:solidFill>
              </a:rPr>
              <a:t>December 2024</a:t>
            </a:r>
            <a:endParaRPr lang="en-US" sz="2400" b="0" dirty="0">
              <a:solidFill>
                <a:schemeClr val="bg1"/>
              </a:solidFill>
            </a:endParaRPr>
          </a:p>
        </p:txBody>
      </p:sp>
      <p:sp>
        <p:nvSpPr>
          <p:cNvPr id="10" name="Title 9"/>
          <p:cNvSpPr>
            <a:spLocks noGrp="1"/>
          </p:cNvSpPr>
          <p:nvPr>
            <p:ph type="ctrTitle"/>
          </p:nvPr>
        </p:nvSpPr>
        <p:spPr>
          <a:xfrm>
            <a:off x="81926" y="5120319"/>
            <a:ext cx="8833474" cy="969496"/>
          </a:xfrm>
        </p:spPr>
        <p:txBody>
          <a:bodyPr/>
          <a:lstStyle/>
          <a:p>
            <a:r>
              <a:rPr lang="en-US" dirty="0">
                <a:effectLst>
                  <a:outerShdw blurRad="38100" dist="38100" dir="2700000" algn="tl">
                    <a:srgbClr val="000000">
                      <a:alpha val="43137"/>
                    </a:srgbClr>
                  </a:outerShdw>
                </a:effectLst>
              </a:rPr>
              <a:t>RTP Division Fair Opportunity Updates</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     </a:t>
            </a:r>
            <a:endParaRPr lang="en-US" sz="2400" i="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982876953"/>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2743200"/>
            <a:ext cx="8229600" cy="175432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following slides are for informational purposes ONLY. These are NOT formal solicitations / Requests for proposals (RFP) / Requests for Quotes (RFQ). Do NOT submit any formal proposals / quotes to this posting. All information contained in this posting is subject to change at any time. The Government will not reimburse for any feedback, questions or documentation provided by Industry in response to this posting. </a:t>
            </a:r>
          </a:p>
        </p:txBody>
      </p:sp>
    </p:spTree>
    <p:extLst>
      <p:ext uri="{BB962C8B-B14F-4D97-AF65-F5344CB8AC3E}">
        <p14:creationId xmlns:p14="http://schemas.microsoft.com/office/powerpoint/2010/main" val="2788534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0" y="914400"/>
            <a:ext cx="9067800" cy="5943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TITLE: United States Military Academy Broad Agency Announcement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CONTRACT/ASSISTANCE TYPE :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a:t>
            </a:r>
            <a:r>
              <a:rPr kumimoji="0" lang="en-US" sz="1800" b="0" i="0" u="none" strike="noStrike" kern="1200" cap="none" spc="0" normalizeH="0" baseline="0" noProof="0" dirty="0">
                <a:ln>
                  <a:noFill/>
                </a:ln>
                <a:solidFill>
                  <a:srgbClr val="201F1E"/>
                </a:solidFill>
                <a:effectLst/>
                <a:uLnTx/>
                <a:uFillTx/>
                <a:latin typeface=" Arial"/>
                <a:ea typeface="+mn-ea"/>
                <a:cs typeface="+mn-cs"/>
              </a:rPr>
              <a:t>ontracts, grants, cooperative agreements, technology investment agreements (TIAs), or other transactions for prototypes (OTAs)</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ESTIMATED VALUE:</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TBD</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CONTRACTING CONTACT: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ACC-APG, RTP Division, Brandon Hill,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hlinkClick r:id="rId2"/>
              </a:rPr>
              <a:t>Brandon.s.hill24.civ@army.mil</a:t>
            </a: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W911NF-20-S-0008</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PERIOD DATES :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01 April 2020 thru 31 Mar 2025</a:t>
            </a:r>
          </a:p>
          <a:p>
            <a:pPr marL="0" marR="0" lvl="0" indent="0" algn="l" defTabSz="914400" rtl="0" eaLnBrk="1" fontAlgn="auto" latinLnBrk="0" hangingPunct="1">
              <a:lnSpc>
                <a:spcPct val="80000"/>
              </a:lnSpc>
              <a:spcBef>
                <a:spcPct val="20000"/>
              </a:spcBef>
              <a:spcAft>
                <a:spcPts val="0"/>
              </a:spcAft>
              <a:buClrTx/>
              <a:buSzTx/>
              <a:buNone/>
              <a:tabLst/>
              <a:defRPr/>
            </a:pPr>
            <a:endParaRPr lang="en-US" sz="1800" dirty="0">
              <a:solidFill>
                <a:prstClr val="black"/>
              </a:solidFill>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None/>
              <a:tabLst/>
              <a:defRPr/>
            </a:pP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a:t>
            </a:r>
            <a:r>
              <a:rPr kumimoji="0" lang="en-US" sz="1800" b="0" i="0" u="none" strike="noStrike" kern="1200" cap="none" spc="0" normalizeH="0" baseline="0" noProof="0" dirty="0">
                <a:ln>
                  <a:noFill/>
                </a:ln>
                <a:solidFill>
                  <a:prstClr val="black"/>
                </a:solidFill>
                <a:effectLst/>
                <a:uLnTx/>
                <a:uFillTx/>
                <a:latin typeface="+mj-lt"/>
                <a:ea typeface="ＭＳ Ｐゴシック" pitchFamily="34" charset="-128"/>
                <a:cs typeface="Arial" pitchFamily="34" charset="0"/>
              </a:rPr>
              <a:t>Link: </a:t>
            </a:r>
            <a:r>
              <a:rPr lang="en-US" sz="1800" i="0" u="sng" dirty="0">
                <a:solidFill>
                  <a:srgbClr val="0070C0"/>
                </a:solidFill>
                <a:effectLst/>
                <a:latin typeface="+mj-lt"/>
              </a:rPr>
              <a:t>https://grants.gov/search-results-detail/325932</a:t>
            </a:r>
            <a:endParaRPr lang="en-US" sz="1800" i="0" u="sng" dirty="0">
              <a:solidFill>
                <a:srgbClr val="0070C0"/>
              </a:solidFill>
              <a:effectLst/>
              <a:latin typeface="+mj-lt"/>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None/>
              <a:tabLst/>
              <a:defRPr/>
            </a:pPr>
            <a:r>
              <a:rPr kumimoji="0" lang="en-US" sz="1800" u="none" strike="noStrike" kern="1200" cap="none" spc="0" normalizeH="0" baseline="0" noProof="0" dirty="0">
                <a:ln>
                  <a:noFill/>
                </a:ln>
                <a:solidFill>
                  <a:srgbClr val="0070C0"/>
                </a:solidFill>
                <a:uLnTx/>
                <a:uFillTx/>
                <a:latin typeface="+mj-lt"/>
                <a:ea typeface="ＭＳ Ｐゴシック" pitchFamily="34" charset="-128"/>
                <a:cs typeface="Arial" pitchFamily="34" charset="0"/>
              </a:rPr>
              <a:t>	         </a:t>
            </a:r>
            <a:r>
              <a:rPr kumimoji="0" lang="en-US" sz="1800" u="sng" strike="noStrike" kern="1200" cap="none" spc="0" normalizeH="0" baseline="0" noProof="0" dirty="0">
                <a:ln>
                  <a:noFill/>
                </a:ln>
                <a:solidFill>
                  <a:srgbClr val="0070C0"/>
                </a:solidFill>
                <a:uLnTx/>
                <a:uFillTx/>
                <a:latin typeface="+mj-lt"/>
                <a:ea typeface="ＭＳ Ｐゴシック" pitchFamily="34" charset="-128"/>
                <a:cs typeface="Arial" pitchFamily="34" charset="0"/>
              </a:rPr>
              <a:t>https://sam.gov/opp/711a359d8ca9458db71145068a7b1b30/view</a:t>
            </a:r>
            <a:endParaRPr kumimoji="0" lang="en-US" sz="1800" i="0" u="sng" strike="noStrike" kern="1200" cap="none" spc="0" normalizeH="0" baseline="0" noProof="0" dirty="0">
              <a:ln>
                <a:noFill/>
              </a:ln>
              <a:solidFill>
                <a:srgbClr val="0070C0"/>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p:txBody>
      </p:sp>
      <p:sp>
        <p:nvSpPr>
          <p:cNvPr id="3" name="Title 1"/>
          <p:cNvSpPr txBox="1">
            <a:spLocks/>
          </p:cNvSpPr>
          <p:nvPr/>
        </p:nvSpPr>
        <p:spPr>
          <a:xfrm>
            <a:off x="2971800" y="228600"/>
            <a:ext cx="3677265"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 Arial"/>
                <a:ea typeface="+mj-ea"/>
                <a:cs typeface="+mj-cs"/>
              </a:rPr>
              <a:t>Opportunity</a:t>
            </a:r>
          </a:p>
        </p:txBody>
      </p:sp>
    </p:spTree>
    <p:extLst>
      <p:ext uri="{BB962C8B-B14F-4D97-AF65-F5344CB8AC3E}">
        <p14:creationId xmlns:p14="http://schemas.microsoft.com/office/powerpoint/2010/main" val="4214417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0" y="914400"/>
            <a:ext cx="8093075" cy="5943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TITLE: LPS Qubit Collaboratory (LQC)</a:t>
            </a:r>
          </a:p>
          <a:p>
            <a:pPr marL="285750" marR="0" lvl="0"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a:lnSpc>
                <a:spcPct val="80000"/>
              </a:lnSpc>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 ASSISTANCE TYPE : </a:t>
            </a:r>
            <a:r>
              <a:rPr lang="en-US" sz="1800" dirty="0">
                <a:solidFill>
                  <a:prstClr val="black"/>
                </a:solidFill>
                <a:latin typeface=" Arial"/>
                <a:ea typeface="ＭＳ Ｐゴシック" pitchFamily="34" charset="-128"/>
                <a:cs typeface="Arial" pitchFamily="34" charset="0"/>
              </a:rPr>
              <a:t>Contracts, grants, cooperative agreements, other transactions for research or other transactions for prototypes (OTAs)</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ESTIMATED VALUE:</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TBD</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POINT OF CONTACT: PROGRAM MANAGER</a:t>
            </a: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T.R. Govindan,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hlinkClick r:id="rId2"/>
              </a:rPr>
              <a:t>t.r.govindan.civ@mail.mil</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W911NF21S0009</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PERIOD DATES: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16 April 2021 thru 30 April 2026</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lang="en-US" sz="1800" dirty="0">
              <a:solidFill>
                <a:prstClr val="black"/>
              </a:solidFill>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None/>
              <a:tabLst/>
              <a:defRPr/>
            </a:pP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Link: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hlinkClick r:id="rId3"/>
              </a:rPr>
              <a:t>https://grants.gov/search-results-detail/332894</a:t>
            </a:r>
            <a:endParaRPr lang="en-US" sz="1800" dirty="0">
              <a:solidFill>
                <a:prstClr val="black"/>
              </a:solidFill>
              <a:latin typeface=" Arial"/>
              <a:ea typeface="ＭＳ Ｐゴシック" pitchFamily="34" charset="-128"/>
              <a:cs typeface="Arial" pitchFamily="34" charset="0"/>
            </a:endParaRPr>
          </a:p>
          <a:p>
            <a:pPr marL="0" marR="0" lvl="0" indent="0" defTabSz="914400" rtl="0" eaLnBrk="1" fontAlgn="auto" latinLnBrk="0" hangingPunct="1">
              <a:lnSpc>
                <a:spcPct val="80000"/>
              </a:lnSpc>
              <a:spcBef>
                <a:spcPct val="20000"/>
              </a:spcBef>
              <a:spcAft>
                <a:spcPts val="0"/>
              </a:spcAft>
              <a:buClrTx/>
              <a:buSzTx/>
              <a:buNone/>
              <a:tabLst/>
              <a:defRPr/>
            </a:pPr>
            <a:r>
              <a:rPr lang="en-US" sz="1800" dirty="0">
                <a:solidFill>
                  <a:prstClr val="black"/>
                </a:solidFill>
                <a:latin typeface=" Arial"/>
                <a:ea typeface="ＭＳ Ｐゴシック" pitchFamily="34" charset="-128"/>
                <a:cs typeface="Arial" pitchFamily="34" charset="0"/>
              </a:rPr>
              <a:t>           </a:t>
            </a:r>
            <a:r>
              <a:rPr lang="en-US" sz="1800" dirty="0">
                <a:solidFill>
                  <a:prstClr val="black"/>
                </a:solidFill>
                <a:latin typeface=" Arial"/>
                <a:ea typeface="ＭＳ Ｐゴシック" pitchFamily="34" charset="-128"/>
                <a:cs typeface="Arial" pitchFamily="34" charset="0"/>
                <a:hlinkClick r:id="rId4"/>
              </a:rPr>
              <a:t>https://sam.gov/opp/4e90a42d23164205bc16dbd47027e02b/view</a:t>
            </a:r>
            <a:r>
              <a:rPr lang="en-US" sz="1800" dirty="0">
                <a:solidFill>
                  <a:prstClr val="black"/>
                </a:solidFill>
                <a:latin typeface=" Arial"/>
                <a:ea typeface="ＭＳ Ｐゴシック" pitchFamily="34" charset="-128"/>
                <a:cs typeface="Arial" pitchFamily="34" charset="0"/>
              </a:rPr>
              <a:t> </a:t>
            </a: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None/>
              <a:tabLst/>
              <a:defRPr/>
            </a:pPr>
            <a:r>
              <a:rPr lang="en-US" sz="1800" dirty="0">
                <a:solidFill>
                  <a:prstClr val="black"/>
                </a:solidFill>
                <a:latin typeface=" Arial"/>
                <a:ea typeface="ＭＳ Ｐゴシック" pitchFamily="34" charset="-128"/>
                <a:cs typeface="Arial" pitchFamily="34" charset="0"/>
              </a:rPr>
              <a:t>           </a:t>
            </a: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p:txBody>
      </p:sp>
      <p:sp>
        <p:nvSpPr>
          <p:cNvPr id="3" name="Title 1"/>
          <p:cNvSpPr txBox="1">
            <a:spLocks/>
          </p:cNvSpPr>
          <p:nvPr/>
        </p:nvSpPr>
        <p:spPr>
          <a:xfrm>
            <a:off x="2971800" y="228600"/>
            <a:ext cx="3677265"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 Arial"/>
                <a:ea typeface="+mj-ea"/>
                <a:cs typeface="+mj-cs"/>
              </a:rPr>
              <a:t>Opportunity</a:t>
            </a:r>
          </a:p>
        </p:txBody>
      </p:sp>
    </p:spTree>
    <p:extLst>
      <p:ext uri="{BB962C8B-B14F-4D97-AF65-F5344CB8AC3E}">
        <p14:creationId xmlns:p14="http://schemas.microsoft.com/office/powerpoint/2010/main" val="4145978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0" y="914400"/>
            <a:ext cx="8686800" cy="5943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TITLE:  DEVCOM Army Research Laboratory Broad Agency Announcement for Foundational Research</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 ASSISTANCE TYPE :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a:t>
            </a:r>
            <a:r>
              <a:rPr kumimoji="0" lang="en-US" sz="1800" b="0" i="0" u="none" strike="noStrike" kern="1200" cap="none" spc="0" normalizeH="0" baseline="0" noProof="0" dirty="0">
                <a:ln>
                  <a:noFill/>
                </a:ln>
                <a:solidFill>
                  <a:srgbClr val="201F1E"/>
                </a:solidFill>
                <a:effectLst/>
                <a:uLnTx/>
                <a:uFillTx/>
                <a:latin typeface=" Arial"/>
                <a:ea typeface="+mn-ea"/>
                <a:cs typeface="+mn-cs"/>
              </a:rPr>
              <a:t>ontracts, grants, cooperative agreements, technology investment agreements (TIAs), or other transactions for prototypes (OTAs)</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ESTIMATED VALUE:</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TBD</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CONTRACTING CONTACT: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ACC-APG, RTP Division, Ramila Century,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hlinkClick r:id="rId2"/>
              </a:rPr>
              <a:t>Ramila.century.civ@army.mil</a:t>
            </a: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a:lnSpc>
                <a:spcPct val="80000"/>
              </a:lnSpc>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W911NF-23-S-0001 </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a:t>
            </a:r>
            <a:r>
              <a:rPr lang="en-US" sz="1800" b="1" dirty="0">
                <a:solidFill>
                  <a:prstClr val="black"/>
                </a:solidFill>
                <a:latin typeface=" Arial"/>
                <a:ea typeface="ＭＳ Ｐゴシック" pitchFamily="34" charset="-128"/>
                <a:cs typeface="Arial" pitchFamily="34" charset="0"/>
              </a:rPr>
              <a:t>PERIOD </a:t>
            </a: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DATES: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21 November 2022 thru 20 November 2027</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lang="en-US" sz="1800" dirty="0">
              <a:solidFill>
                <a:prstClr val="black"/>
              </a:solidFill>
              <a:latin typeface=" Arial"/>
              <a:ea typeface="ＭＳ Ｐゴシック" pitchFamily="34" charset="-128"/>
              <a:cs typeface="Arial" pitchFamily="34" charset="0"/>
            </a:endParaRPr>
          </a:p>
          <a:p>
            <a:pPr marL="0" lvl="0" indent="0">
              <a:lnSpc>
                <a:spcPct val="80000"/>
              </a:lnSpc>
              <a:buNone/>
              <a:defRPr/>
            </a:pP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a:t>
            </a:r>
            <a:r>
              <a:rPr kumimoji="0" lang="en-US" sz="1800" b="0" i="0" u="none" strike="noStrike" kern="1200" cap="none" spc="0" normalizeH="0" baseline="0" noProof="0" dirty="0">
                <a:ln>
                  <a:noFill/>
                </a:ln>
                <a:solidFill>
                  <a:prstClr val="black"/>
                </a:solidFill>
                <a:effectLst/>
                <a:uLnTx/>
                <a:uFillTx/>
                <a:latin typeface="+mj-lt"/>
                <a:ea typeface="ＭＳ Ｐゴシック" pitchFamily="34" charset="-128"/>
                <a:cs typeface="Arial" pitchFamily="34" charset="0"/>
              </a:rPr>
              <a:t>Link: </a:t>
            </a:r>
            <a:r>
              <a:rPr lang="en-US" sz="1800" b="0" i="0" dirty="0">
                <a:solidFill>
                  <a:srgbClr val="222222"/>
                </a:solidFill>
                <a:effectLst/>
                <a:latin typeface="+mj-lt"/>
                <a:hlinkClick r:id="rId3"/>
              </a:rPr>
              <a:t>https://grants.gov/search-results-detail/344592</a:t>
            </a:r>
            <a:endParaRPr lang="en-US" sz="1800" b="0" i="0" dirty="0">
              <a:solidFill>
                <a:srgbClr val="222222"/>
              </a:solidFill>
              <a:effectLst/>
              <a:latin typeface="+mj-lt"/>
            </a:endParaRPr>
          </a:p>
          <a:p>
            <a:pPr marL="0" lvl="0" indent="0">
              <a:lnSpc>
                <a:spcPct val="80000"/>
              </a:lnSpc>
              <a:buNone/>
              <a:defRPr/>
            </a:pPr>
            <a:r>
              <a:rPr kumimoji="0" lang="en-US" sz="1800" u="none" strike="noStrike" kern="1200" cap="none" spc="0" normalizeH="0" baseline="0" noProof="0" dirty="0">
                <a:ln>
                  <a:noFill/>
                </a:ln>
                <a:solidFill>
                  <a:prstClr val="black"/>
                </a:solidFill>
                <a:uLnTx/>
                <a:uFillTx/>
                <a:latin typeface="+mj-lt"/>
                <a:ea typeface="ＭＳ Ｐゴシック" pitchFamily="34" charset="-128"/>
                <a:cs typeface="Arial" pitchFamily="34" charset="0"/>
              </a:rPr>
              <a:t>	     </a:t>
            </a:r>
            <a:r>
              <a:rPr kumimoji="0" lang="en-US" sz="1800" u="none" strike="noStrike" kern="1200" cap="none" spc="0" normalizeH="0" baseline="0" noProof="0" dirty="0">
                <a:ln>
                  <a:noFill/>
                </a:ln>
                <a:solidFill>
                  <a:prstClr val="black"/>
                </a:solidFill>
                <a:uLnTx/>
                <a:uFillTx/>
                <a:latin typeface="+mj-lt"/>
                <a:ea typeface="ＭＳ Ｐゴシック" pitchFamily="34" charset="-128"/>
                <a:cs typeface="Arial" pitchFamily="34" charset="0"/>
                <a:hlinkClick r:id="rId4"/>
              </a:rPr>
              <a:t>https://sam.gov/opp/8f7c35873e9b4b40a71e71dd3c55ac52/view</a:t>
            </a:r>
            <a:r>
              <a:rPr kumimoji="0" lang="en-US" sz="1800" u="none" strike="noStrike" kern="1200" cap="none" spc="0" normalizeH="0" baseline="0" noProof="0" dirty="0">
                <a:ln>
                  <a:noFill/>
                </a:ln>
                <a:solidFill>
                  <a:prstClr val="black"/>
                </a:solidFill>
                <a:uLnTx/>
                <a:uFillTx/>
                <a:latin typeface="+mj-lt"/>
                <a:ea typeface="ＭＳ Ｐゴシック" pitchFamily="34" charset="-128"/>
                <a:cs typeface="Arial" pitchFamily="34" charset="0"/>
              </a:rPr>
              <a:t> </a:t>
            </a:r>
            <a:endParaRPr kumimoji="0" lang="en-US" sz="1800" b="0" i="0" u="none" strike="noStrike" kern="1200" cap="none" spc="0" normalizeH="0" baseline="0" noProof="0" dirty="0">
              <a:ln>
                <a:noFill/>
              </a:ln>
              <a:solidFill>
                <a:prstClr val="black"/>
              </a:solidFill>
              <a:effectLst/>
              <a:uLnTx/>
              <a:uFillTx/>
              <a:latin typeface="+mj-lt"/>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p:txBody>
      </p:sp>
      <p:sp>
        <p:nvSpPr>
          <p:cNvPr id="3" name="Title 1"/>
          <p:cNvSpPr txBox="1">
            <a:spLocks/>
          </p:cNvSpPr>
          <p:nvPr/>
        </p:nvSpPr>
        <p:spPr>
          <a:xfrm>
            <a:off x="2971800" y="228600"/>
            <a:ext cx="3677265"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 Arial"/>
                <a:ea typeface="+mj-ea"/>
                <a:cs typeface="+mj-cs"/>
              </a:rPr>
              <a:t>Opportunity</a:t>
            </a:r>
          </a:p>
        </p:txBody>
      </p:sp>
    </p:spTree>
    <p:extLst>
      <p:ext uri="{BB962C8B-B14F-4D97-AF65-F5344CB8AC3E}">
        <p14:creationId xmlns:p14="http://schemas.microsoft.com/office/powerpoint/2010/main" val="1634218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0" y="914400"/>
            <a:ext cx="9144000" cy="5943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TITLE: DEVCOM Analysis Center Broad Agency Announcement for Applied Research</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 ASSISTANCE TYPE:</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C</a:t>
            </a:r>
            <a:r>
              <a:rPr kumimoji="0" lang="en-US" sz="1800" b="0" i="0" u="none" strike="noStrike" kern="1200" cap="none" spc="0" normalizeH="0" baseline="0" noProof="0" dirty="0">
                <a:ln>
                  <a:noFill/>
                </a:ln>
                <a:solidFill>
                  <a:srgbClr val="201F1E"/>
                </a:solidFill>
                <a:effectLst/>
                <a:uLnTx/>
                <a:uFillTx/>
                <a:latin typeface=" Arial"/>
                <a:ea typeface="+mn-ea"/>
                <a:cs typeface="+mn-cs"/>
              </a:rPr>
              <a:t>ontracts, grants, cooperative agreements, technology investment agreements (TIAs), or other transactions for prototypes (OTAs)</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ESTIMATED VALUE:</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TBD</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POINT OF CONTACT: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hlinkClick r:id="rId2"/>
              </a:rPr>
              <a:t>DEVCOMDACBAA@army.mil</a:t>
            </a: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W911NF-23-S-0003</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PERIOD DATES: </a:t>
            </a:r>
            <a:r>
              <a:rPr lang="en-US" sz="1800" dirty="0">
                <a:solidFill>
                  <a:prstClr val="black"/>
                </a:solidFill>
                <a:latin typeface=" Arial"/>
                <a:ea typeface="ＭＳ Ｐゴシック" pitchFamily="34" charset="-128"/>
                <a:cs typeface="Arial" pitchFamily="34" charset="0"/>
              </a:rPr>
              <a:t>5</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Jan 2023 thru </a:t>
            </a:r>
            <a:r>
              <a:rPr lang="en-US" sz="1800" dirty="0">
                <a:solidFill>
                  <a:prstClr val="black"/>
                </a:solidFill>
                <a:latin typeface=" Arial"/>
                <a:ea typeface="ＭＳ Ｐゴシック" pitchFamily="34" charset="-128"/>
                <a:cs typeface="Arial" pitchFamily="34" charset="0"/>
              </a:rPr>
              <a:t>28</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Jan 2028</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lang="en-US" sz="1800" dirty="0">
              <a:solidFill>
                <a:prstClr val="black"/>
              </a:solidFill>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None/>
              <a:tabLst/>
              <a:defRPr/>
            </a:pP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a:t>
            </a:r>
            <a:r>
              <a:rPr kumimoji="0" lang="en-US" sz="1800" b="0" i="0" u="none" strike="noStrike" kern="1200" cap="none" spc="0" normalizeH="0" baseline="0" noProof="0" dirty="0">
                <a:ln>
                  <a:noFill/>
                </a:ln>
                <a:solidFill>
                  <a:prstClr val="black"/>
                </a:solidFill>
                <a:effectLst/>
                <a:uLnTx/>
                <a:uFillTx/>
                <a:latin typeface="+mj-lt"/>
                <a:ea typeface="ＭＳ Ｐゴシック" pitchFamily="34" charset="-128"/>
                <a:cs typeface="Arial" pitchFamily="34" charset="0"/>
              </a:rPr>
              <a:t>Link: </a:t>
            </a:r>
            <a:r>
              <a:rPr lang="en-US" sz="1800" b="0" i="0" dirty="0">
                <a:solidFill>
                  <a:srgbClr val="222222"/>
                </a:solidFill>
                <a:effectLst/>
                <a:latin typeface="+mj-lt"/>
                <a:hlinkClick r:id="rId3"/>
              </a:rPr>
              <a:t>https://grants.gov/search-results-detail/345241</a:t>
            </a:r>
            <a:endParaRPr lang="en-US" sz="1800" b="0" i="0" dirty="0">
              <a:solidFill>
                <a:srgbClr val="222222"/>
              </a:solidFill>
              <a:effectLst/>
              <a:latin typeface="+mj-lt"/>
            </a:endParaRPr>
          </a:p>
          <a:p>
            <a:pPr marL="0" marR="0" lvl="0" indent="0" algn="l" defTabSz="914400" rtl="0" eaLnBrk="1" fontAlgn="auto" latinLnBrk="0" hangingPunct="1">
              <a:lnSpc>
                <a:spcPct val="80000"/>
              </a:lnSpc>
              <a:spcBef>
                <a:spcPct val="20000"/>
              </a:spcBef>
              <a:spcAft>
                <a:spcPts val="0"/>
              </a:spcAft>
              <a:buClrTx/>
              <a:buSzTx/>
              <a:buNone/>
              <a:tabLst/>
              <a:defRPr/>
            </a:pPr>
            <a:r>
              <a:rPr lang="en-US" sz="1800" dirty="0">
                <a:solidFill>
                  <a:srgbClr val="222222"/>
                </a:solidFill>
                <a:latin typeface="+mj-lt"/>
              </a:rPr>
              <a:t>	         </a:t>
            </a:r>
            <a:r>
              <a:rPr lang="en-US" sz="1800" dirty="0">
                <a:solidFill>
                  <a:srgbClr val="222222"/>
                </a:solidFill>
                <a:latin typeface="+mj-lt"/>
                <a:hlinkClick r:id="rId4"/>
              </a:rPr>
              <a:t>https://sam.gov/opp/1aafd421e4ed4f06ac0986fa1bde60bb/view</a:t>
            </a:r>
            <a:r>
              <a:rPr lang="en-US" sz="1800" dirty="0">
                <a:solidFill>
                  <a:srgbClr val="222222"/>
                </a:solidFill>
                <a:latin typeface="+mj-lt"/>
              </a:rPr>
              <a:t> </a:t>
            </a:r>
            <a:r>
              <a:rPr lang="en-US" sz="1800" b="0" i="0" dirty="0">
                <a:solidFill>
                  <a:srgbClr val="222222"/>
                </a:solidFill>
                <a:effectLst/>
                <a:latin typeface="+mj-lt"/>
              </a:rPr>
              <a:t> </a:t>
            </a:r>
          </a:p>
          <a:p>
            <a:pPr marL="0" indent="0">
              <a:lnSpc>
                <a:spcPct val="80000"/>
              </a:lnSpc>
              <a:buNone/>
              <a:defRPr/>
            </a:pPr>
            <a:r>
              <a:rPr kumimoji="0" lang="en-US" sz="1800" u="none" strike="noStrike" kern="1200" cap="none" spc="0" normalizeH="0" baseline="0" noProof="0" dirty="0">
                <a:ln>
                  <a:noFill/>
                </a:ln>
                <a:solidFill>
                  <a:srgbClr val="222222"/>
                </a:solidFill>
                <a:uLnTx/>
                <a:uFillTx/>
                <a:latin typeface="+mj-lt"/>
                <a:ea typeface="ＭＳ Ｐゴシック" pitchFamily="34" charset="-128"/>
                <a:cs typeface="Arial" pitchFamily="34" charset="0"/>
              </a:rPr>
              <a:t>		</a:t>
            </a:r>
            <a:endParaRPr kumimoji="0" lang="en-US" sz="1800" b="0" i="0" u="none" strike="noStrike" kern="1200" cap="none" spc="0" normalizeH="0" baseline="0" noProof="0" dirty="0">
              <a:ln>
                <a:noFill/>
              </a:ln>
              <a:solidFill>
                <a:prstClr val="black"/>
              </a:solidFill>
              <a:effectLst/>
              <a:uLnTx/>
              <a:uFillTx/>
              <a:latin typeface="+mj-lt"/>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p:txBody>
      </p:sp>
      <p:sp>
        <p:nvSpPr>
          <p:cNvPr id="3" name="Title 1"/>
          <p:cNvSpPr txBox="1">
            <a:spLocks/>
          </p:cNvSpPr>
          <p:nvPr/>
        </p:nvSpPr>
        <p:spPr>
          <a:xfrm>
            <a:off x="2971800" y="228600"/>
            <a:ext cx="3677265"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 Arial"/>
                <a:ea typeface="+mj-ea"/>
                <a:cs typeface="+mj-cs"/>
              </a:rPr>
              <a:t>Opportunity</a:t>
            </a:r>
          </a:p>
        </p:txBody>
      </p:sp>
    </p:spTree>
    <p:extLst>
      <p:ext uri="{BB962C8B-B14F-4D97-AF65-F5344CB8AC3E}">
        <p14:creationId xmlns:p14="http://schemas.microsoft.com/office/powerpoint/2010/main" val="2333544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0" y="914400"/>
            <a:ext cx="9296400" cy="5943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TITLE: U.S. Army Research Institute for the Behavioral and Social Sciences Broad Agency Announcement for Basic, Applied, and Advanced Research</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 ASSISTANCE TYPE :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a:t>
            </a:r>
            <a:r>
              <a:rPr kumimoji="0" lang="en-US" sz="1800" b="0" i="0" u="none" strike="noStrike" kern="1200" cap="none" spc="0" normalizeH="0" baseline="0" noProof="0" dirty="0">
                <a:ln>
                  <a:noFill/>
                </a:ln>
                <a:solidFill>
                  <a:srgbClr val="201F1E"/>
                </a:solidFill>
                <a:effectLst/>
                <a:uLnTx/>
                <a:uFillTx/>
                <a:latin typeface=" Arial"/>
                <a:ea typeface="+mn-ea"/>
                <a:cs typeface="+mn-cs"/>
              </a:rPr>
              <a:t>ontracts, grants, cooperative agreements, technology investment agreements (TIAs), or other transactions for prototypes (OTAs)</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ESTIMATED VALUE:</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TBD</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CONTRACTING CONTACT: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ACC-APG, RTP Division, Wilveria Sanders,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hlinkClick r:id="rId2"/>
              </a:rPr>
              <a:t>wilveria.a.sanders.civ@army.mil</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W911NF-23-S-0010</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PERIOD DATES: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01 May 2023 thru 30 April 2028</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lang="en-US" sz="1800" dirty="0">
              <a:solidFill>
                <a:prstClr val="black"/>
              </a:solidFill>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None/>
              <a:tabLst/>
              <a:defRPr/>
            </a:pPr>
            <a:r>
              <a:rPr kumimoji="0" lang="en-US" sz="1800" b="0" i="0" u="none" strike="noStrike" kern="1200" cap="none" spc="0" normalizeH="0" baseline="0" noProof="0" dirty="0">
                <a:ln>
                  <a:noFill/>
                </a:ln>
                <a:solidFill>
                  <a:prstClr val="black"/>
                </a:solidFill>
                <a:effectLst/>
                <a:uLnTx/>
                <a:uFillTx/>
                <a:latin typeface="+mj-lt"/>
                <a:ea typeface="ＭＳ Ｐゴシック" pitchFamily="34" charset="-128"/>
                <a:cs typeface="Arial" pitchFamily="34" charset="0"/>
              </a:rPr>
              <a:t>      Link: </a:t>
            </a:r>
            <a:r>
              <a:rPr lang="en-US" sz="1800" b="0" i="0" dirty="0">
                <a:solidFill>
                  <a:srgbClr val="222222"/>
                </a:solidFill>
                <a:effectLst/>
                <a:latin typeface="+mj-lt"/>
                <a:hlinkClick r:id="rId3"/>
              </a:rPr>
              <a:t>https://www.grants.gov/search-results-detail/347858</a:t>
            </a:r>
            <a:r>
              <a:rPr lang="en-US" sz="1800" b="0" i="0" dirty="0">
                <a:solidFill>
                  <a:srgbClr val="222222"/>
                </a:solidFill>
                <a:effectLst/>
                <a:latin typeface="+mj-lt"/>
              </a:rPr>
              <a:t> </a:t>
            </a:r>
          </a:p>
          <a:p>
            <a:pPr marL="0" marR="0" lvl="0" indent="0" algn="l" defTabSz="914400" rtl="0" eaLnBrk="1" fontAlgn="auto" latinLnBrk="0" hangingPunct="1">
              <a:lnSpc>
                <a:spcPct val="80000"/>
              </a:lnSpc>
              <a:spcBef>
                <a:spcPct val="20000"/>
              </a:spcBef>
              <a:spcAft>
                <a:spcPts val="0"/>
              </a:spcAft>
              <a:buClrTx/>
              <a:buSzTx/>
              <a:buNone/>
              <a:tabLst/>
              <a:defRPr/>
            </a:pPr>
            <a:r>
              <a:rPr kumimoji="0" lang="en-US" sz="1800" u="none" strike="noStrike" kern="1200" cap="none" spc="0" normalizeH="0" baseline="0" noProof="0" dirty="0">
                <a:ln>
                  <a:noFill/>
                </a:ln>
                <a:solidFill>
                  <a:srgbClr val="222222"/>
                </a:solidFill>
                <a:uLnTx/>
                <a:uFillTx/>
                <a:latin typeface="+mj-lt"/>
                <a:ea typeface="ＭＳ Ｐゴシック" pitchFamily="34" charset="-128"/>
                <a:cs typeface="Arial" pitchFamily="34" charset="0"/>
              </a:rPr>
              <a:t>	</a:t>
            </a:r>
            <a:r>
              <a:rPr kumimoji="0" lang="en-US" sz="1800" u="none" strike="noStrike" kern="1200" cap="none" spc="0" normalizeH="0" baseline="0" noProof="0" dirty="0">
                <a:ln>
                  <a:noFill/>
                </a:ln>
                <a:solidFill>
                  <a:srgbClr val="222222"/>
                </a:solidFill>
                <a:uLnTx/>
                <a:uFillTx/>
                <a:latin typeface="+mj-lt"/>
                <a:ea typeface="ＭＳ Ｐゴシック" pitchFamily="34" charset="-128"/>
                <a:cs typeface="Arial" pitchFamily="34" charset="0"/>
                <a:hlinkClick r:id="rId4"/>
              </a:rPr>
              <a:t>https://sam.gov/opp/ee8d9eeec4f94269b6e1ac16b09d9417/view</a:t>
            </a:r>
            <a:r>
              <a:rPr kumimoji="0" lang="en-US" sz="1800" u="none" strike="noStrike" kern="1200" cap="none" spc="0" normalizeH="0" baseline="0" noProof="0" dirty="0">
                <a:ln>
                  <a:noFill/>
                </a:ln>
                <a:solidFill>
                  <a:srgbClr val="222222"/>
                </a:solidFill>
                <a:uLnTx/>
                <a:uFillTx/>
                <a:latin typeface="+mj-lt"/>
                <a:ea typeface="ＭＳ Ｐゴシック" pitchFamily="34" charset="-128"/>
                <a:cs typeface="Arial" pitchFamily="34" charset="0"/>
              </a:rPr>
              <a:t> </a:t>
            </a:r>
            <a:endParaRPr kumimoji="0" lang="en-US" sz="1800" b="0" i="0" u="none" strike="noStrike" kern="1200" cap="none" spc="0" normalizeH="0" baseline="0" noProof="0" dirty="0">
              <a:ln>
                <a:noFill/>
              </a:ln>
              <a:solidFill>
                <a:prstClr val="black"/>
              </a:solidFill>
              <a:effectLst/>
              <a:uLnTx/>
              <a:uFillTx/>
              <a:latin typeface="+mj-lt"/>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p:txBody>
      </p:sp>
      <p:sp>
        <p:nvSpPr>
          <p:cNvPr id="3" name="Title 1"/>
          <p:cNvSpPr txBox="1">
            <a:spLocks/>
          </p:cNvSpPr>
          <p:nvPr/>
        </p:nvSpPr>
        <p:spPr>
          <a:xfrm>
            <a:off x="2971800" y="228600"/>
            <a:ext cx="3677265"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 Arial"/>
                <a:ea typeface="+mj-ea"/>
                <a:cs typeface="+mj-cs"/>
              </a:rPr>
              <a:t>Opportunity</a:t>
            </a:r>
          </a:p>
        </p:txBody>
      </p:sp>
    </p:spTree>
    <p:extLst>
      <p:ext uri="{BB962C8B-B14F-4D97-AF65-F5344CB8AC3E}">
        <p14:creationId xmlns:p14="http://schemas.microsoft.com/office/powerpoint/2010/main" val="2705366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0" y="914400"/>
            <a:ext cx="8839200" cy="5943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TITLE: Call for OT Solutions Title:  Foreign Technology (and Science) Assessment Support (FTAS) Program </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 ASSISTANCE TYPE :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Other </a:t>
            </a:r>
            <a:r>
              <a:rPr kumimoji="0" lang="en-US" sz="1800" b="0" i="0" u="none" strike="noStrike" kern="1200" cap="none" spc="0" normalizeH="0" baseline="0" noProof="0" dirty="0">
                <a:ln>
                  <a:noFill/>
                </a:ln>
                <a:solidFill>
                  <a:srgbClr val="201F1E"/>
                </a:solidFill>
                <a:effectLst/>
                <a:uLnTx/>
                <a:uFillTx/>
                <a:latin typeface=" Arial"/>
                <a:ea typeface="+mn-ea"/>
                <a:cs typeface="+mn-cs"/>
              </a:rPr>
              <a:t>transactions for prototypes (OTAs)</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ESTIMATED VALUE:</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TBD</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CONTRACTING CONTACT: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ACC-APG, RTP Division, Wilveria Sanders, </a:t>
            </a:r>
            <a:r>
              <a:rPr kumimoji="0" lang="en-US" sz="1800" b="0" i="0" u="sng"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hlinkClick r:id="rId2"/>
              </a:rPr>
              <a:t>wilveria.a.sanders.civ@army.mil</a:t>
            </a:r>
            <a:endParaRPr kumimoji="0" lang="en-US" sz="1800" b="0" i="0" u="sng"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W911NF24S0007</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PERIOD DATES :  </a:t>
            </a:r>
            <a:r>
              <a:rPr kumimoji="0" lang="en-US" sz="180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15 March 2024</a:t>
            </a:r>
            <a:r>
              <a:rPr lang="en-US" sz="1800" dirty="0">
                <a:solidFill>
                  <a:prstClr val="black"/>
                </a:solidFill>
                <a:latin typeface=" Arial"/>
                <a:ea typeface="ＭＳ Ｐゴシック" pitchFamily="34" charset="-128"/>
                <a:cs typeface="Arial" pitchFamily="34" charset="0"/>
              </a:rPr>
              <a:t>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thru </a:t>
            </a:r>
            <a:r>
              <a:rPr lang="en-US" sz="1800" dirty="0">
                <a:solidFill>
                  <a:prstClr val="black"/>
                </a:solidFill>
                <a:latin typeface=" Arial"/>
                <a:ea typeface="ＭＳ Ｐゴシック" pitchFamily="34" charset="-128"/>
                <a:cs typeface="Arial" pitchFamily="34" charset="0"/>
              </a:rPr>
              <a:t>30 September</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2025</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lang="en-US" sz="1800" dirty="0">
              <a:solidFill>
                <a:prstClr val="black"/>
              </a:solidFill>
              <a:latin typeface=" Arial"/>
              <a:ea typeface="ＭＳ Ｐゴシック" pitchFamily="34" charset="-128"/>
              <a:cs typeface="Arial" pitchFamily="34" charset="0"/>
            </a:endParaRPr>
          </a:p>
          <a:p>
            <a:pPr marL="400050" lvl="1" indent="0">
              <a:lnSpc>
                <a:spcPct val="80000"/>
              </a:lnSpc>
              <a:buNone/>
              <a:defRPr/>
            </a:pPr>
            <a:r>
              <a:rPr lang="en-US" sz="1400" dirty="0">
                <a:solidFill>
                  <a:prstClr val="black"/>
                </a:solidFill>
                <a:latin typeface=" Arial"/>
                <a:ea typeface="ＭＳ Ｐゴシック" pitchFamily="34" charset="-128"/>
                <a:cs typeface="Arial" pitchFamily="34" charset="0"/>
              </a:rPr>
              <a:t> </a:t>
            </a:r>
            <a:r>
              <a:rPr lang="en-US" sz="1800" dirty="0">
                <a:solidFill>
                  <a:prstClr val="black"/>
                </a:solidFill>
                <a:latin typeface="+mj-lt"/>
                <a:ea typeface="ＭＳ Ｐゴシック" pitchFamily="34" charset="-128"/>
                <a:cs typeface="Arial" pitchFamily="34" charset="0"/>
              </a:rPr>
              <a:t>Link:  </a:t>
            </a:r>
            <a:r>
              <a:rPr lang="en-US" sz="1800" dirty="0">
                <a:solidFill>
                  <a:srgbClr val="222222"/>
                </a:solidFill>
                <a:latin typeface="+mj-lt"/>
                <a:ea typeface="ＭＳ Ｐゴシック" pitchFamily="34" charset="-128"/>
                <a:cs typeface="Arial" pitchFamily="34" charset="0"/>
              </a:rPr>
              <a:t> </a:t>
            </a:r>
            <a:r>
              <a:rPr kumimoji="0" lang="en-US" sz="1800" u="none" strike="noStrike" kern="1200" cap="none" spc="0" normalizeH="0" baseline="0" noProof="0" dirty="0">
                <a:ln>
                  <a:noFill/>
                </a:ln>
                <a:solidFill>
                  <a:srgbClr val="222222"/>
                </a:solidFill>
                <a:uLnTx/>
                <a:uFillTx/>
                <a:latin typeface="+mj-lt"/>
                <a:ea typeface="ＭＳ Ｐゴシック" pitchFamily="34" charset="-128"/>
                <a:cs typeface="Arial" pitchFamily="34" charset="0"/>
                <a:hlinkClick r:id="rId3"/>
              </a:rPr>
              <a:t>https://sam.gov/opp/1d9f3229a9e344b0adfa6bf91f993a43/view</a:t>
            </a:r>
            <a:endParaRPr kumimoji="0" lang="en-US" sz="1800" u="none" strike="noStrike" kern="1200" cap="none" spc="0" normalizeH="0" baseline="0" noProof="0" dirty="0">
              <a:ln>
                <a:noFill/>
              </a:ln>
              <a:solidFill>
                <a:srgbClr val="222222"/>
              </a:solidFill>
              <a:uLnTx/>
              <a:uFillTx/>
              <a:latin typeface="+mj-lt"/>
              <a:ea typeface="ＭＳ Ｐゴシック" pitchFamily="34" charset="-128"/>
              <a:cs typeface="Arial" pitchFamily="34" charset="0"/>
            </a:endParaRPr>
          </a:p>
          <a:p>
            <a:pPr marL="400050" lvl="1" indent="0">
              <a:lnSpc>
                <a:spcPct val="80000"/>
              </a:lnSpc>
              <a:buNone/>
              <a:defRPr/>
            </a:pP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p:txBody>
      </p:sp>
      <p:sp>
        <p:nvSpPr>
          <p:cNvPr id="3" name="Title 1"/>
          <p:cNvSpPr txBox="1">
            <a:spLocks/>
          </p:cNvSpPr>
          <p:nvPr/>
        </p:nvSpPr>
        <p:spPr>
          <a:xfrm>
            <a:off x="2971800" y="228600"/>
            <a:ext cx="3677265"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 Arial"/>
                <a:ea typeface="+mj-ea"/>
                <a:cs typeface="+mj-cs"/>
              </a:rPr>
              <a:t>Opportunity</a:t>
            </a:r>
          </a:p>
        </p:txBody>
      </p:sp>
    </p:spTree>
    <p:extLst>
      <p:ext uri="{BB962C8B-B14F-4D97-AF65-F5344CB8AC3E}">
        <p14:creationId xmlns:p14="http://schemas.microsoft.com/office/powerpoint/2010/main" val="2747986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0" y="914400"/>
            <a:ext cx="8839200" cy="5943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TITLE: Army Applications Lab Broad Agency Announcement For Disruptive Applications</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 ASSISTANCE TYPE :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a:t>
            </a:r>
            <a:r>
              <a:rPr kumimoji="0" lang="en-US" sz="1800" b="0" i="0" u="none" strike="noStrike" kern="1200" cap="none" spc="0" normalizeH="0" baseline="0" noProof="0" dirty="0">
                <a:ln>
                  <a:noFill/>
                </a:ln>
                <a:solidFill>
                  <a:srgbClr val="201F1E"/>
                </a:solidFill>
                <a:effectLst/>
                <a:uLnTx/>
                <a:uFillTx/>
                <a:latin typeface=" Arial"/>
                <a:ea typeface="+mn-ea"/>
                <a:cs typeface="+mn-cs"/>
              </a:rPr>
              <a:t>ontracts, grants, cooperative agreements, other transactions for research or other transactions for prototypes (OTAs)</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ESTIMATED VALUE:</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TBD</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CONTRACTING CONTACT: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ACC-APG, RTP Division, Christopher Justice, </a:t>
            </a:r>
            <a:r>
              <a:rPr kumimoji="0" lang="en-US" sz="1800" b="0" i="0" u="sng"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hlinkClick r:id="rId2"/>
              </a:rPr>
              <a:t>Christopher.d.justice4.civ@army.mil</a:t>
            </a:r>
            <a:r>
              <a:rPr kumimoji="0" lang="en-US" sz="1800" b="0" i="0" u="sng"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a:t>
            </a: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W911NF-24-S-0008</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PERIOD DATES :  </a:t>
            </a:r>
            <a:r>
              <a:rPr lang="en-US" sz="1800" dirty="0">
                <a:solidFill>
                  <a:prstClr val="black"/>
                </a:solidFill>
                <a:latin typeface=" Arial"/>
                <a:ea typeface="ＭＳ Ｐゴシック" pitchFamily="34" charset="-128"/>
                <a:cs typeface="Arial" pitchFamily="34" charset="0"/>
              </a:rPr>
              <a:t>5</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April 2024 thru 4 April 2029</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lang="en-US" sz="1800" dirty="0">
              <a:solidFill>
                <a:prstClr val="black"/>
              </a:solidFill>
              <a:latin typeface=" Arial"/>
              <a:ea typeface="ＭＳ Ｐゴシック" pitchFamily="34" charset="-128"/>
              <a:cs typeface="Arial" pitchFamily="34" charset="0"/>
            </a:endParaRPr>
          </a:p>
          <a:p>
            <a:pPr marL="400050" lvl="1" indent="0">
              <a:lnSpc>
                <a:spcPct val="80000"/>
              </a:lnSpc>
              <a:buNone/>
              <a:defRPr/>
            </a:pPr>
            <a:r>
              <a:rPr lang="en-US" sz="1400" dirty="0">
                <a:solidFill>
                  <a:prstClr val="black"/>
                </a:solidFill>
                <a:latin typeface=" Arial"/>
                <a:ea typeface="ＭＳ Ｐゴシック" pitchFamily="34" charset="-128"/>
                <a:cs typeface="Arial" pitchFamily="34" charset="0"/>
              </a:rPr>
              <a:t> </a:t>
            </a:r>
            <a:r>
              <a:rPr lang="en-US" sz="1800" dirty="0">
                <a:solidFill>
                  <a:prstClr val="black"/>
                </a:solidFill>
                <a:latin typeface="+mj-lt"/>
                <a:ea typeface="ＭＳ Ｐゴシック" pitchFamily="34" charset="-128"/>
                <a:cs typeface="Arial" pitchFamily="34" charset="0"/>
              </a:rPr>
              <a:t>Link: </a:t>
            </a:r>
            <a:r>
              <a:rPr lang="en-US" sz="1800" b="0" i="0" dirty="0">
                <a:solidFill>
                  <a:srgbClr val="222222"/>
                </a:solidFill>
                <a:effectLst/>
                <a:latin typeface="+mj-lt"/>
                <a:hlinkClick r:id="rId3"/>
              </a:rPr>
              <a:t>https://grants.gov/search-results-detail/355150</a:t>
            </a:r>
            <a:endParaRPr lang="en-US" sz="1800" b="0" i="0" dirty="0">
              <a:solidFill>
                <a:srgbClr val="222222"/>
              </a:solidFill>
              <a:effectLst/>
              <a:latin typeface="+mj-lt"/>
            </a:endParaRPr>
          </a:p>
          <a:p>
            <a:pPr marL="400050" lvl="1" indent="0">
              <a:lnSpc>
                <a:spcPct val="80000"/>
              </a:lnSpc>
              <a:buNone/>
              <a:defRPr/>
            </a:pPr>
            <a:r>
              <a:rPr kumimoji="0" lang="en-US" sz="1800" u="none" strike="noStrike" kern="1200" cap="none" spc="0" normalizeH="0" baseline="0" noProof="0" dirty="0">
                <a:ln>
                  <a:noFill/>
                </a:ln>
                <a:solidFill>
                  <a:srgbClr val="222222"/>
                </a:solidFill>
                <a:uLnTx/>
                <a:uFillTx/>
                <a:latin typeface="+mj-lt"/>
                <a:ea typeface="ＭＳ Ｐゴシック" pitchFamily="34" charset="-128"/>
                <a:cs typeface="Arial" pitchFamily="34" charset="0"/>
              </a:rPr>
              <a:t>	</a:t>
            </a:r>
            <a:r>
              <a:rPr lang="en-US" sz="1800" dirty="0">
                <a:solidFill>
                  <a:srgbClr val="222222"/>
                </a:solidFill>
                <a:latin typeface="+mj-lt"/>
                <a:ea typeface="ＭＳ Ｐゴシック" pitchFamily="34" charset="-128"/>
                <a:cs typeface="Arial" pitchFamily="34" charset="0"/>
              </a:rPr>
              <a:t>  </a:t>
            </a:r>
            <a:r>
              <a:rPr kumimoji="0" lang="en-US" sz="1800" u="none" strike="noStrike" kern="1200" cap="none" spc="0" normalizeH="0" baseline="0" noProof="0" dirty="0">
                <a:ln>
                  <a:noFill/>
                </a:ln>
                <a:solidFill>
                  <a:srgbClr val="222222"/>
                </a:solidFill>
                <a:uLnTx/>
                <a:uFillTx/>
                <a:latin typeface="+mj-lt"/>
                <a:ea typeface="ＭＳ Ｐゴシック" pitchFamily="34" charset="-128"/>
                <a:cs typeface="Arial" pitchFamily="34" charset="0"/>
                <a:hlinkClick r:id="rId4"/>
              </a:rPr>
              <a:t>https://sam.gov/opp/3f8ec6d36d584ca28364a2f8a10255b7/view</a:t>
            </a:r>
            <a:endParaRPr kumimoji="0" lang="en-US" sz="1800" u="none" strike="noStrike" kern="1200" cap="none" spc="0" normalizeH="0" baseline="0" noProof="0" dirty="0">
              <a:ln>
                <a:noFill/>
              </a:ln>
              <a:solidFill>
                <a:srgbClr val="222222"/>
              </a:solidFill>
              <a:uLnTx/>
              <a:uFillTx/>
              <a:latin typeface="+mj-lt"/>
              <a:ea typeface="ＭＳ Ｐゴシック" pitchFamily="34" charset="-128"/>
              <a:cs typeface="Arial" pitchFamily="34" charset="0"/>
            </a:endParaRPr>
          </a:p>
          <a:p>
            <a:pPr marL="400050" lvl="1" indent="0">
              <a:lnSpc>
                <a:spcPct val="80000"/>
              </a:lnSpc>
              <a:buNone/>
              <a:defRPr/>
            </a:pPr>
            <a:endParaRPr kumimoji="0" lang="en-US" sz="1800" b="0" i="0" u="none" strike="noStrike" kern="1200" cap="none" spc="0" normalizeH="0" baseline="0" noProof="0" dirty="0">
              <a:ln>
                <a:noFill/>
              </a:ln>
              <a:solidFill>
                <a:prstClr val="black"/>
              </a:solidFill>
              <a:effectLst/>
              <a:uLnTx/>
              <a:uFillTx/>
              <a:latin typeface="+mj-lt"/>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p:txBody>
      </p:sp>
      <p:sp>
        <p:nvSpPr>
          <p:cNvPr id="3" name="Title 1"/>
          <p:cNvSpPr txBox="1">
            <a:spLocks/>
          </p:cNvSpPr>
          <p:nvPr/>
        </p:nvSpPr>
        <p:spPr>
          <a:xfrm>
            <a:off x="2971800" y="228600"/>
            <a:ext cx="3677265"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 Arial"/>
                <a:ea typeface="+mj-ea"/>
                <a:cs typeface="+mj-cs"/>
              </a:rPr>
              <a:t>Opportunity</a:t>
            </a:r>
          </a:p>
        </p:txBody>
      </p:sp>
    </p:spTree>
    <p:extLst>
      <p:ext uri="{BB962C8B-B14F-4D97-AF65-F5344CB8AC3E}">
        <p14:creationId xmlns:p14="http://schemas.microsoft.com/office/powerpoint/2010/main" val="3775438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0" y="914400"/>
            <a:ext cx="9144000" cy="5943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TITLE: Department of Defense Research and Education Program for Historically Black Colleges and Universities and Minority-Serving Institutions (HBCU/MSI)</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ASSISTANCE TYPE :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Grants and Cooperative Agreements</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ESTIMATED VALUE:</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$100,000,000</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CONTRACTING CONTACT: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ACC-APG, RTP Division, William Creech,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hlinkClick r:id="rId2"/>
              </a:rPr>
              <a:t>william.a.creech3.civ@army.mil</a:t>
            </a: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W911NF24S0009</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PERIOD DATES : </a:t>
            </a:r>
            <a:r>
              <a:rPr lang="en-US" sz="1800" dirty="0">
                <a:solidFill>
                  <a:prstClr val="black"/>
                </a:solidFill>
                <a:latin typeface=" Arial"/>
                <a:ea typeface="ＭＳ Ｐゴシック" pitchFamily="34" charset="-128"/>
                <a:cs typeface="Arial" pitchFamily="34" charset="0"/>
              </a:rPr>
              <a:t>01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August 2024 thru 31 July 2029</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lang="en-US" sz="1800" dirty="0">
              <a:solidFill>
                <a:prstClr val="black"/>
              </a:solidFill>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None/>
              <a:tabLst/>
              <a:defRPr/>
            </a:pP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a:t>
            </a:r>
            <a:r>
              <a:rPr kumimoji="0" lang="en-US" sz="1800" b="0" i="0" u="none" strike="noStrike" kern="1200" cap="none" spc="0" normalizeH="0" baseline="0" noProof="0" dirty="0">
                <a:ln>
                  <a:noFill/>
                </a:ln>
                <a:solidFill>
                  <a:prstClr val="black"/>
                </a:solidFill>
                <a:effectLst/>
                <a:uLnTx/>
                <a:uFillTx/>
                <a:latin typeface="+mj-lt"/>
                <a:ea typeface="ＭＳ Ｐゴシック" pitchFamily="34" charset="-128"/>
                <a:cs typeface="Arial" pitchFamily="34" charset="0"/>
              </a:rPr>
              <a:t>Link: </a:t>
            </a:r>
            <a:r>
              <a:rPr lang="en-US" sz="1800" b="0" i="0" dirty="0">
                <a:solidFill>
                  <a:srgbClr val="222222"/>
                </a:solidFill>
                <a:effectLst/>
                <a:latin typeface="+mj-lt"/>
                <a:hlinkClick r:id="rId3"/>
              </a:rPr>
              <a:t>https://www.grants.gov/search-results-detail/355730</a:t>
            </a:r>
            <a:endParaRPr lang="en-US" sz="1800" b="0" i="0" dirty="0">
              <a:solidFill>
                <a:srgbClr val="222222"/>
              </a:solidFill>
              <a:effectLst/>
              <a:latin typeface="+mj-lt"/>
            </a:endParaRPr>
          </a:p>
          <a:p>
            <a:pPr marL="0" marR="0" lvl="0" indent="0" algn="l" defTabSz="914400" rtl="0" eaLnBrk="1" fontAlgn="auto" latinLnBrk="0" hangingPunct="1">
              <a:lnSpc>
                <a:spcPct val="80000"/>
              </a:lnSpc>
              <a:spcBef>
                <a:spcPct val="20000"/>
              </a:spcBef>
              <a:spcAft>
                <a:spcPts val="0"/>
              </a:spcAft>
              <a:buClrTx/>
              <a:buSzTx/>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p:txBody>
      </p:sp>
      <p:sp>
        <p:nvSpPr>
          <p:cNvPr id="3" name="Title 1"/>
          <p:cNvSpPr txBox="1">
            <a:spLocks/>
          </p:cNvSpPr>
          <p:nvPr/>
        </p:nvSpPr>
        <p:spPr>
          <a:xfrm>
            <a:off x="2971800" y="228600"/>
            <a:ext cx="3677265"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 Arial"/>
                <a:ea typeface="+mj-ea"/>
                <a:cs typeface="+mj-cs"/>
              </a:rPr>
              <a:t>Opportunity</a:t>
            </a:r>
          </a:p>
        </p:txBody>
      </p:sp>
    </p:spTree>
    <p:extLst>
      <p:ext uri="{BB962C8B-B14F-4D97-AF65-F5344CB8AC3E}">
        <p14:creationId xmlns:p14="http://schemas.microsoft.com/office/powerpoint/2010/main" val="2641299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5EB8F-8A66-57A7-B02A-23D544644CC8}"/>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696222AA-A23F-934A-B6FA-755EAB013D0D}"/>
              </a:ext>
            </a:extLst>
          </p:cNvPr>
          <p:cNvSpPr txBox="1">
            <a:spLocks/>
          </p:cNvSpPr>
          <p:nvPr/>
        </p:nvSpPr>
        <p:spPr>
          <a:xfrm>
            <a:off x="0" y="914400"/>
            <a:ext cx="8839200" cy="5943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TITLE: Collective Judgement Formation- Collaborative Research Alliance</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 ASSISTANCE TYPE :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Cooperative Agreement, Contract</a:t>
            </a:r>
            <a:endParaRPr kumimoji="0" lang="en-US" sz="1800" b="0" i="0" u="none" strike="noStrike" kern="1200" cap="none" spc="0" normalizeH="0" baseline="0" noProof="0" dirty="0">
              <a:ln>
                <a:noFill/>
              </a:ln>
              <a:solidFill>
                <a:srgbClr val="201F1E"/>
              </a:solidFill>
              <a:effectLst/>
              <a:uLnTx/>
              <a:uFillTx/>
              <a:latin typeface=" Arial"/>
              <a:ea typeface="+mn-ea"/>
              <a:cs typeface="+mn-cs"/>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ESTIMATED VALUE:</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$19,200,000</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POINT OF CONTACT: PROGRAM MANAGER</a:t>
            </a: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Edward T. Palazzolo,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hlinkClick r:id="rId2"/>
              </a:rPr>
              <a:t>cjf-cra-baa@army.mil</a:t>
            </a: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W911NF24S0010</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PERIOD DATES :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14 August 2024 thru 06 December 2024</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400050" marR="0" lvl="1" indent="0" algn="l" defTabSz="914400" rtl="0" eaLnBrk="1" fontAlgn="auto" latinLnBrk="0" hangingPunct="1">
              <a:lnSpc>
                <a:spcPct val="8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a:t>
            </a:r>
            <a:r>
              <a:rPr kumimoji="0" lang="en-US" sz="1800" b="0" i="0" u="none" strike="noStrike" kern="1200" cap="none" spc="0" normalizeH="0" baseline="0" noProof="0" dirty="0">
                <a:ln>
                  <a:noFill/>
                </a:ln>
                <a:solidFill>
                  <a:prstClr val="black"/>
                </a:solidFill>
                <a:effectLst/>
                <a:uLnTx/>
                <a:uFillTx/>
                <a:latin typeface="Arial" panose="020B0604020202020204"/>
                <a:ea typeface="ＭＳ Ｐゴシック" pitchFamily="34" charset="-128"/>
                <a:cs typeface="Arial" pitchFamily="34" charset="0"/>
              </a:rPr>
              <a:t>Link:  </a:t>
            </a:r>
            <a:r>
              <a:rPr kumimoji="0" lang="en-US" sz="1800" b="0" i="0" u="none" strike="noStrike" kern="1200" cap="none" spc="0" normalizeH="0" baseline="0" noProof="0" dirty="0">
                <a:ln>
                  <a:noFill/>
                </a:ln>
                <a:solidFill>
                  <a:srgbClr val="222222"/>
                </a:solidFill>
                <a:effectLst/>
                <a:uLnTx/>
                <a:uFillTx/>
                <a:latin typeface="Arial" panose="020B0604020202020204"/>
                <a:ea typeface="ＭＳ Ｐゴシック" pitchFamily="34" charset="-128"/>
                <a:cs typeface="Arial" pitchFamily="34" charset="0"/>
              </a:rPr>
              <a:t> </a:t>
            </a:r>
            <a:r>
              <a:rPr kumimoji="0" lang="en-US" sz="1800" b="0" i="0" u="none" strike="noStrike" kern="1200" cap="none" spc="0" normalizeH="0" baseline="0" noProof="0" dirty="0">
                <a:ln>
                  <a:noFill/>
                </a:ln>
                <a:solidFill>
                  <a:srgbClr val="222222"/>
                </a:solidFill>
                <a:effectLst/>
                <a:uLnTx/>
                <a:uFillTx/>
                <a:latin typeface="Arial" panose="020B0604020202020204"/>
                <a:ea typeface="ＭＳ Ｐゴシック" pitchFamily="34" charset="-128"/>
                <a:cs typeface="Arial" pitchFamily="34" charset="0"/>
                <a:hlinkClick r:id="rId3"/>
              </a:rPr>
              <a:t>https://www.grants.gov/search-results-detail/356024</a:t>
            </a:r>
            <a:endParaRPr kumimoji="0" lang="en-US" sz="1800" b="0" i="0" u="none" strike="noStrike" kern="1200" cap="none" spc="0" normalizeH="0" baseline="0" noProof="0" dirty="0">
              <a:ln>
                <a:noFill/>
              </a:ln>
              <a:solidFill>
                <a:srgbClr val="222222"/>
              </a:solidFill>
              <a:effectLst/>
              <a:uLnTx/>
              <a:uFillTx/>
              <a:latin typeface="Arial" panose="020B0604020202020204"/>
              <a:ea typeface="ＭＳ Ｐゴシック" pitchFamily="34" charset="-128"/>
              <a:cs typeface="Arial" pitchFamily="34" charset="0"/>
            </a:endParaRPr>
          </a:p>
          <a:p>
            <a:pPr marL="400050" marR="0" lvl="1" indent="0" algn="l" defTabSz="914400" rtl="0" eaLnBrk="1" fontAlgn="auto" latinLnBrk="0" hangingPunct="1">
              <a:lnSpc>
                <a:spcPct val="80000"/>
              </a:lnSpc>
              <a:spcBef>
                <a:spcPct val="20000"/>
              </a:spcBef>
              <a:spcAft>
                <a:spcPts val="0"/>
              </a:spcAft>
              <a:buClrTx/>
              <a:buSzTx/>
              <a:buFont typeface="Arial" pitchFamily="34" charset="0"/>
              <a:buNone/>
              <a:tabLst/>
              <a:defRPr/>
            </a:pPr>
            <a:r>
              <a:rPr lang="en-US" sz="1800" dirty="0">
                <a:solidFill>
                  <a:srgbClr val="222222"/>
                </a:solidFill>
                <a:latin typeface="Arial" panose="020B0604020202020204"/>
                <a:ea typeface="ＭＳ Ｐゴシック" pitchFamily="34" charset="-128"/>
                <a:cs typeface="Arial" pitchFamily="34" charset="0"/>
              </a:rPr>
              <a:t>	</a:t>
            </a:r>
            <a:r>
              <a:rPr lang="en-US" sz="1800" dirty="0">
                <a:solidFill>
                  <a:srgbClr val="222222"/>
                </a:solidFill>
                <a:latin typeface="Arial" panose="020B0604020202020204"/>
                <a:ea typeface="ＭＳ Ｐゴシック" pitchFamily="34" charset="-128"/>
                <a:cs typeface="Arial" pitchFamily="34" charset="0"/>
                <a:hlinkClick r:id="rId4"/>
              </a:rPr>
              <a:t>https://sam.gov/opp/ad5e46dda17a44bab69e2ee2eeac3c96/view</a:t>
            </a:r>
            <a:endParaRPr lang="en-US" sz="1800" dirty="0">
              <a:solidFill>
                <a:srgbClr val="222222"/>
              </a:solidFill>
              <a:latin typeface="Arial" panose="020B0604020202020204"/>
              <a:ea typeface="ＭＳ Ｐゴシック" pitchFamily="34" charset="-128"/>
              <a:cs typeface="Arial" pitchFamily="34" charset="0"/>
            </a:endParaRPr>
          </a:p>
          <a:p>
            <a:pPr marL="400050" marR="0" lvl="1"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p:txBody>
      </p:sp>
      <p:sp>
        <p:nvSpPr>
          <p:cNvPr id="3" name="Title 1">
            <a:extLst>
              <a:ext uri="{FF2B5EF4-FFF2-40B4-BE49-F238E27FC236}">
                <a16:creationId xmlns:a16="http://schemas.microsoft.com/office/drawing/2014/main" id="{77B1C3E6-28D8-4A98-0021-28D2E80CB898}"/>
              </a:ext>
            </a:extLst>
          </p:cNvPr>
          <p:cNvSpPr txBox="1">
            <a:spLocks/>
          </p:cNvSpPr>
          <p:nvPr/>
        </p:nvSpPr>
        <p:spPr>
          <a:xfrm>
            <a:off x="2971800" y="228600"/>
            <a:ext cx="3677265"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 Arial"/>
                <a:ea typeface="+mj-ea"/>
                <a:cs typeface="+mj-cs"/>
              </a:rPr>
              <a:t>Opportunity</a:t>
            </a:r>
          </a:p>
        </p:txBody>
      </p:sp>
    </p:spTree>
    <p:extLst>
      <p:ext uri="{BB962C8B-B14F-4D97-AF65-F5344CB8AC3E}">
        <p14:creationId xmlns:p14="http://schemas.microsoft.com/office/powerpoint/2010/main" val="3001503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8013F-35F7-3C55-2546-DB6A67C471C9}"/>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1CFB2C9-86C4-2522-2CCE-07767487D083}"/>
              </a:ext>
            </a:extLst>
          </p:cNvPr>
          <p:cNvSpPr txBox="1">
            <a:spLocks/>
          </p:cNvSpPr>
          <p:nvPr/>
        </p:nvSpPr>
        <p:spPr>
          <a:xfrm>
            <a:off x="0" y="914400"/>
            <a:ext cx="8093075" cy="5943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TITLE: </a:t>
            </a:r>
            <a:r>
              <a:rPr lang="en-US" sz="1800" b="1" i="0" dirty="0">
                <a:solidFill>
                  <a:srgbClr val="363636"/>
                </a:solidFill>
                <a:effectLst/>
                <a:latin typeface="Arial" panose="020B0604020202020204" pitchFamily="34" charset="0"/>
              </a:rPr>
              <a:t>Broad Agency Announcement (BAA) for Department of Army Energetics Basic Research Center (EBRC) FY2025</a:t>
            </a:r>
          </a:p>
          <a:p>
            <a:pPr algn="l"/>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ASSISTANCE TYPE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C</a:t>
            </a:r>
            <a:r>
              <a:rPr kumimoji="0" lang="en-US" sz="1800" b="0" i="0" u="none" strike="noStrike" kern="1200" cap="none" spc="0" normalizeH="0" baseline="0" noProof="0" dirty="0">
                <a:ln>
                  <a:noFill/>
                </a:ln>
                <a:solidFill>
                  <a:srgbClr val="201F1E"/>
                </a:solidFill>
                <a:effectLst/>
                <a:uLnTx/>
                <a:uFillTx/>
                <a:latin typeface=" Arial"/>
                <a:ea typeface="+mn-ea"/>
                <a:cs typeface="+mn-cs"/>
              </a:rPr>
              <a:t>ontracts, grants, cooperative agreements</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ESTIMATED VALUE:</a:t>
            </a:r>
            <a:r>
              <a:rPr lang="en-US" sz="1800" b="1" dirty="0">
                <a:solidFill>
                  <a:prstClr val="black"/>
                </a:solidFill>
                <a:latin typeface=" Arial"/>
                <a:ea typeface="ＭＳ Ｐゴシック" pitchFamily="34" charset="-128"/>
                <a:cs typeface="Arial" pitchFamily="34" charset="0"/>
              </a:rPr>
              <a:t> </a:t>
            </a:r>
            <a:r>
              <a:rPr lang="en-US" sz="1800" dirty="0">
                <a:solidFill>
                  <a:prstClr val="black"/>
                </a:solidFill>
                <a:latin typeface=" Arial"/>
                <a:ea typeface="ＭＳ Ｐゴシック" pitchFamily="34" charset="-128"/>
                <a:cs typeface="Arial" pitchFamily="34" charset="0"/>
              </a:rPr>
              <a:t>TBD</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CONTRACTING CONTACT: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ACC-APG, RTP Division, Schon Zwakman,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hlinkClick r:id="rId2"/>
              </a:rPr>
              <a:t>schon.m.zwakman.civ@army.mil</a:t>
            </a: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W911NF-25-S-0001</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PERIOD DATES: </a:t>
            </a:r>
            <a:r>
              <a:rPr lang="en-US" sz="1800" dirty="0">
                <a:solidFill>
                  <a:prstClr val="black"/>
                </a:solidFill>
                <a:latin typeface=" Arial"/>
                <a:ea typeface="ＭＳ Ｐゴシック" pitchFamily="34" charset="-128"/>
                <a:cs typeface="Arial" pitchFamily="34" charset="0"/>
              </a:rPr>
              <a:t>01 October 2024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thru </a:t>
            </a:r>
            <a:r>
              <a:rPr lang="en-US" sz="1800" dirty="0">
                <a:solidFill>
                  <a:prstClr val="black"/>
                </a:solidFill>
                <a:latin typeface=" Arial"/>
                <a:ea typeface="ＭＳ Ｐゴシック" pitchFamily="34" charset="-128"/>
                <a:cs typeface="Arial" pitchFamily="34" charset="0"/>
              </a:rPr>
              <a:t>07 April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2025</a:t>
            </a:r>
          </a:p>
          <a:p>
            <a:pPr marL="0" marR="0" lvl="0" indent="0" algn="l" defTabSz="914400" rtl="0" eaLnBrk="1" fontAlgn="auto" latinLnBrk="0" hangingPunct="1">
              <a:lnSpc>
                <a:spcPct val="80000"/>
              </a:lnSpc>
              <a:spcBef>
                <a:spcPct val="20000"/>
              </a:spcBef>
              <a:spcAft>
                <a:spcPts val="0"/>
              </a:spcAft>
              <a:buClrTx/>
              <a:buSzTx/>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lvl="0" indent="0">
              <a:lnSpc>
                <a:spcPct val="80000"/>
              </a:lnSpc>
              <a:buNone/>
              <a:defRPr/>
            </a:pPr>
            <a:r>
              <a:rPr kumimoji="0" lang="en-US" sz="1800" b="0" i="0" u="none" strike="noStrike" kern="1200" cap="none" spc="0" normalizeH="0" baseline="0" noProof="0" dirty="0">
                <a:ln>
                  <a:noFill/>
                </a:ln>
                <a:solidFill>
                  <a:prstClr val="black"/>
                </a:solidFill>
                <a:effectLst/>
                <a:uLnTx/>
                <a:uFillTx/>
                <a:ea typeface="ＭＳ Ｐゴシック" pitchFamily="34" charset="-128"/>
                <a:cs typeface="Arial" pitchFamily="34" charset="0"/>
              </a:rPr>
              <a:t>	</a:t>
            </a:r>
            <a:r>
              <a:rPr kumimoji="0" lang="en-US" sz="1800" b="0" i="0" u="none" strike="noStrike" kern="1200" cap="none" spc="0" normalizeH="0" baseline="0" noProof="0" dirty="0">
                <a:ln>
                  <a:noFill/>
                </a:ln>
                <a:solidFill>
                  <a:prstClr val="black"/>
                </a:solidFill>
                <a:effectLst/>
                <a:uLnTx/>
                <a:uFillTx/>
                <a:latin typeface="+mj-lt"/>
                <a:ea typeface="ＭＳ Ｐゴシック" pitchFamily="34" charset="-128"/>
                <a:cs typeface="Arial" pitchFamily="34" charset="0"/>
              </a:rPr>
              <a:t>Link: </a:t>
            </a:r>
            <a:r>
              <a:rPr lang="en-US" sz="1800" b="0" i="0" dirty="0">
                <a:solidFill>
                  <a:srgbClr val="222222"/>
                </a:solidFill>
                <a:effectLst/>
                <a:latin typeface="+mj-lt"/>
                <a:hlinkClick r:id="rId3"/>
              </a:rPr>
              <a:t>https://www.grants.gov/search-results-detail/356583</a:t>
            </a:r>
            <a:endParaRPr lang="en-US" sz="1800" b="0" i="0" dirty="0">
              <a:solidFill>
                <a:srgbClr val="222222"/>
              </a:solidFill>
              <a:effectLst/>
              <a:latin typeface="+mj-lt"/>
            </a:endParaRPr>
          </a:p>
          <a:p>
            <a:pPr marL="0" lvl="0" indent="0">
              <a:lnSpc>
                <a:spcPct val="80000"/>
              </a:lnSpc>
              <a:buNone/>
              <a:defRPr/>
            </a:pPr>
            <a:r>
              <a:rPr kumimoji="0" lang="en-US" sz="1800" u="none" strike="noStrike" kern="1200" cap="none" spc="0" normalizeH="0" baseline="0" noProof="0" dirty="0">
                <a:ln>
                  <a:noFill/>
                </a:ln>
                <a:solidFill>
                  <a:prstClr val="black"/>
                </a:solidFill>
                <a:uLnTx/>
                <a:uFillTx/>
                <a:latin typeface="+mj-lt"/>
                <a:ea typeface="ＭＳ Ｐゴシック" pitchFamily="34" charset="-128"/>
                <a:cs typeface="Arial" pitchFamily="34" charset="0"/>
              </a:rPr>
              <a:t>	     </a:t>
            </a:r>
            <a:r>
              <a:rPr kumimoji="0" lang="en-US" sz="1800" u="none" strike="noStrike" kern="1200" cap="none" spc="0" normalizeH="0" baseline="0" noProof="0" dirty="0">
                <a:ln>
                  <a:noFill/>
                </a:ln>
                <a:solidFill>
                  <a:prstClr val="black"/>
                </a:solidFill>
                <a:uLnTx/>
                <a:uFillTx/>
                <a:latin typeface="+mj-lt"/>
                <a:ea typeface="ＭＳ Ｐゴシック" pitchFamily="34" charset="-128"/>
                <a:cs typeface="Arial" pitchFamily="34" charset="0"/>
                <a:hlinkClick r:id="rId4"/>
              </a:rPr>
              <a:t>https://sam.gov/opp/b5f1a0de4c034818b2394656c1372b3b/view</a:t>
            </a:r>
            <a:endParaRPr kumimoji="0" lang="en-US" sz="1800" u="none" strike="noStrike" kern="1200" cap="none" spc="0" normalizeH="0" baseline="0" noProof="0" dirty="0">
              <a:ln>
                <a:noFill/>
              </a:ln>
              <a:solidFill>
                <a:prstClr val="black"/>
              </a:solidFill>
              <a:uLnTx/>
              <a:uFillTx/>
              <a:latin typeface="+mj-lt"/>
              <a:ea typeface="ＭＳ Ｐゴシック" pitchFamily="34" charset="-128"/>
              <a:cs typeface="Arial" pitchFamily="34" charset="0"/>
            </a:endParaRPr>
          </a:p>
          <a:p>
            <a:pPr marL="0" lvl="0" indent="0">
              <a:lnSpc>
                <a:spcPct val="80000"/>
              </a:lnSpc>
              <a:buNone/>
              <a:defRPr/>
            </a:pPr>
            <a:endParaRPr kumimoji="0" lang="en-US" sz="1800" b="0" i="0" u="none" strike="noStrike" kern="1200" cap="none" spc="0" normalizeH="0" baseline="0" noProof="0" dirty="0">
              <a:ln>
                <a:noFill/>
              </a:ln>
              <a:solidFill>
                <a:prstClr val="black"/>
              </a:solidFill>
              <a:effectLst/>
              <a:uLnTx/>
              <a:uFillTx/>
              <a:latin typeface="+mj-lt"/>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None/>
              <a:tabLst/>
              <a:defRPr/>
            </a:pPr>
            <a:endParaRPr kumimoji="0" lang="en-US" sz="1800" b="0" i="0" u="none" strike="noStrike" kern="1200" cap="none" spc="0" normalizeH="0" baseline="0" noProof="0" dirty="0">
              <a:ln>
                <a:noFill/>
              </a:ln>
              <a:solidFill>
                <a:prstClr val="black"/>
              </a:solidFill>
              <a:effectLst/>
              <a:uLnTx/>
              <a:uFillTx/>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p:txBody>
      </p:sp>
      <p:sp>
        <p:nvSpPr>
          <p:cNvPr id="3" name="Title 1">
            <a:extLst>
              <a:ext uri="{FF2B5EF4-FFF2-40B4-BE49-F238E27FC236}">
                <a16:creationId xmlns:a16="http://schemas.microsoft.com/office/drawing/2014/main" id="{6CC2692E-E858-0453-7186-2BDD116E97AE}"/>
              </a:ext>
            </a:extLst>
          </p:cNvPr>
          <p:cNvSpPr txBox="1">
            <a:spLocks/>
          </p:cNvSpPr>
          <p:nvPr/>
        </p:nvSpPr>
        <p:spPr>
          <a:xfrm>
            <a:off x="2971800" y="228600"/>
            <a:ext cx="3677265"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 Arial"/>
                <a:ea typeface="+mj-ea"/>
                <a:cs typeface="+mj-cs"/>
              </a:rPr>
              <a:t>Opportunity</a:t>
            </a:r>
          </a:p>
        </p:txBody>
      </p:sp>
    </p:spTree>
    <p:extLst>
      <p:ext uri="{BB962C8B-B14F-4D97-AF65-F5344CB8AC3E}">
        <p14:creationId xmlns:p14="http://schemas.microsoft.com/office/powerpoint/2010/main" val="1655843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0D56E-F836-92AF-EED3-73CC77689CCA}"/>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CFD5C52-4EFF-E1C3-DC57-9421B1C00EE5}"/>
              </a:ext>
            </a:extLst>
          </p:cNvPr>
          <p:cNvSpPr txBox="1">
            <a:spLocks/>
          </p:cNvSpPr>
          <p:nvPr/>
        </p:nvSpPr>
        <p:spPr>
          <a:xfrm>
            <a:off x="0" y="914400"/>
            <a:ext cx="8093075" cy="5943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TITLE: </a:t>
            </a:r>
            <a:r>
              <a:rPr lang="en-US" sz="1800" b="1" i="0" dirty="0">
                <a:solidFill>
                  <a:srgbClr val="363636"/>
                </a:solidFill>
                <a:effectLst/>
                <a:latin typeface="Arial" panose="020B0604020202020204" pitchFamily="34" charset="0"/>
              </a:rPr>
              <a:t>Fiscal Year (FY) 2026 </a:t>
            </a:r>
            <a:r>
              <a:rPr lang="en-US" sz="1800" b="1" dirty="0">
                <a:solidFill>
                  <a:srgbClr val="363636"/>
                </a:solidFill>
                <a:latin typeface="Arial" panose="020B0604020202020204" pitchFamily="34" charset="0"/>
              </a:rPr>
              <a:t>Defense University Research Instrumentation Program (DURIP)</a:t>
            </a:r>
            <a:endParaRPr lang="en-US" sz="1800" b="1" i="0" dirty="0">
              <a:solidFill>
                <a:srgbClr val="363636"/>
              </a:solidFill>
              <a:effectLst/>
              <a:latin typeface="Arial" panose="020B0604020202020204" pitchFamily="34" charset="0"/>
            </a:endParaRPr>
          </a:p>
          <a:p>
            <a:pPr marL="0" marR="0" lvl="0" indent="0" algn="l" defTabSz="914400" rtl="0" eaLnBrk="1" fontAlgn="auto" latinLnBrk="0" hangingPunct="1">
              <a:lnSpc>
                <a:spcPct val="100000"/>
              </a:lnSpc>
              <a:spcBef>
                <a:spcPct val="20000"/>
              </a:spcBef>
              <a:spcAft>
                <a:spcPts val="0"/>
              </a:spcAft>
              <a:buClrTx/>
              <a:buSzTx/>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ASSISTANCE TYPE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Grant</a:t>
            </a:r>
            <a:endParaRPr lang="en-US" sz="1800" dirty="0">
              <a:solidFill>
                <a:prstClr val="black"/>
              </a:solidFill>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ESTIMATED VALUE:</a:t>
            </a:r>
            <a:r>
              <a:rPr lang="en-US" sz="1800" b="1" dirty="0">
                <a:solidFill>
                  <a:prstClr val="black"/>
                </a:solidFill>
                <a:latin typeface=" Arial"/>
                <a:ea typeface="ＭＳ Ｐゴシック" pitchFamily="34" charset="-128"/>
                <a:cs typeface="Arial" pitchFamily="34" charset="0"/>
              </a:rPr>
              <a:t> </a:t>
            </a:r>
            <a:r>
              <a:rPr lang="en-US" sz="1800" dirty="0">
                <a:solidFill>
                  <a:prstClr val="black"/>
                </a:solidFill>
                <a:latin typeface=" Arial"/>
                <a:ea typeface="ＭＳ Ｐゴシック" pitchFamily="34" charset="-128"/>
                <a:cs typeface="Arial" pitchFamily="34" charset="0"/>
              </a:rPr>
              <a:t>$53,000,000</a:t>
            </a: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POINT OF CONTACT: PROGRAM MANAGER</a:t>
            </a: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Sue Kase,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hlinkClick r:id="rId2"/>
              </a:rPr>
              <a:t>usarmy.rtp.devcom-arl.mbx.durip@army.mil</a:t>
            </a: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W911NF25S000</a:t>
            </a:r>
            <a:r>
              <a:rPr lang="en-US" sz="1800" dirty="0">
                <a:solidFill>
                  <a:prstClr val="black"/>
                </a:solidFill>
                <a:latin typeface=" Arial"/>
                <a:ea typeface="ＭＳ Ｐゴシック" pitchFamily="34" charset="-128"/>
                <a:cs typeface="Arial" pitchFamily="34" charset="0"/>
              </a:rPr>
              <a:t>3</a:t>
            </a: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PERIOD DATES: </a:t>
            </a:r>
            <a:r>
              <a:rPr lang="en-US" sz="1800" dirty="0">
                <a:solidFill>
                  <a:prstClr val="black"/>
                </a:solidFill>
                <a:latin typeface=" Arial"/>
                <a:ea typeface="ＭＳ Ｐゴシック" pitchFamily="34" charset="-128"/>
                <a:cs typeface="Arial" pitchFamily="34" charset="0"/>
              </a:rPr>
              <a:t>TBD</a:t>
            </a: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*Posted Annually as a Tri-Service Announcement  (Army, Navy, and Air Force) </a:t>
            </a:r>
          </a:p>
          <a:p>
            <a:pPr marL="0" indent="0">
              <a:lnSpc>
                <a:spcPct val="80000"/>
              </a:lnSpc>
              <a:buNone/>
              <a:defRPr/>
            </a:pPr>
            <a:r>
              <a:rPr kumimoji="0" lang="en-US" sz="1800" b="0" i="0" u="none" strike="noStrike" kern="1200" cap="none" spc="0" normalizeH="0" baseline="0" noProof="0" dirty="0">
                <a:ln>
                  <a:noFill/>
                </a:ln>
                <a:solidFill>
                  <a:prstClr val="black"/>
                </a:solidFill>
                <a:effectLst/>
                <a:uLnTx/>
                <a:uFillTx/>
                <a:ea typeface="ＭＳ Ｐゴシック" pitchFamily="34" charset="-128"/>
                <a:cs typeface="Arial" pitchFamily="34" charset="0"/>
              </a:rPr>
              <a:t>	Link: </a:t>
            </a:r>
            <a:r>
              <a:rPr lang="en-US" sz="1800" b="0" i="0" dirty="0">
                <a:solidFill>
                  <a:srgbClr val="222222"/>
                </a:solidFill>
                <a:effectLst/>
                <a:latin typeface="+mj-lt"/>
              </a:rPr>
              <a:t>TBD (will be posted on grants.gov)</a:t>
            </a:r>
            <a:endParaRPr kumimoji="0" lang="en-US" sz="1800" b="0" i="0" u="none" strike="noStrike" kern="1200" cap="none" spc="0" normalizeH="0" baseline="0" noProof="0" dirty="0">
              <a:ln>
                <a:noFill/>
              </a:ln>
              <a:solidFill>
                <a:prstClr val="black"/>
              </a:solidFill>
              <a:effectLst/>
              <a:uLnTx/>
              <a:uFillTx/>
              <a:latin typeface="+mj-lt"/>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None/>
              <a:tabLst/>
              <a:defRPr/>
            </a:pPr>
            <a:endParaRPr kumimoji="0" lang="en-US" sz="1800" b="0" i="0" u="none" strike="noStrike" kern="1200" cap="none" spc="0" normalizeH="0" baseline="0" noProof="0" dirty="0">
              <a:ln>
                <a:noFill/>
              </a:ln>
              <a:solidFill>
                <a:prstClr val="black"/>
              </a:solidFill>
              <a:effectLst/>
              <a:uLnTx/>
              <a:uFillTx/>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None/>
              <a:tabLst/>
              <a:defRPr/>
            </a:pPr>
            <a:endParaRPr kumimoji="0" lang="en-US" sz="1800" b="0" i="0" u="none" strike="noStrike" kern="1200" cap="none" spc="0" normalizeH="0" baseline="0" noProof="0" dirty="0">
              <a:ln>
                <a:noFill/>
              </a:ln>
              <a:solidFill>
                <a:prstClr val="black"/>
              </a:solidFill>
              <a:effectLst/>
              <a:uLnTx/>
              <a:uFillTx/>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p:txBody>
      </p:sp>
      <p:sp>
        <p:nvSpPr>
          <p:cNvPr id="3" name="Title 1">
            <a:extLst>
              <a:ext uri="{FF2B5EF4-FFF2-40B4-BE49-F238E27FC236}">
                <a16:creationId xmlns:a16="http://schemas.microsoft.com/office/drawing/2014/main" id="{96081F4D-94B7-1EB7-DA16-DA0F6F007536}"/>
              </a:ext>
            </a:extLst>
          </p:cNvPr>
          <p:cNvSpPr txBox="1">
            <a:spLocks/>
          </p:cNvSpPr>
          <p:nvPr/>
        </p:nvSpPr>
        <p:spPr>
          <a:xfrm>
            <a:off x="2971800" y="228600"/>
            <a:ext cx="3677265"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 Arial"/>
                <a:ea typeface="+mj-ea"/>
                <a:cs typeface="+mj-cs"/>
              </a:rPr>
              <a:t>Opportunity</a:t>
            </a:r>
          </a:p>
        </p:txBody>
      </p:sp>
    </p:spTree>
    <p:extLst>
      <p:ext uri="{BB962C8B-B14F-4D97-AF65-F5344CB8AC3E}">
        <p14:creationId xmlns:p14="http://schemas.microsoft.com/office/powerpoint/2010/main" val="3546611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0" y="914400"/>
            <a:ext cx="8093075" cy="5943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TITLE: </a:t>
            </a:r>
            <a:r>
              <a:rPr lang="en-US" sz="1800" b="1" i="0" dirty="0">
                <a:solidFill>
                  <a:srgbClr val="363636"/>
                </a:solidFill>
                <a:effectLst/>
                <a:latin typeface="Arial" panose="020B0604020202020204" pitchFamily="34" charset="0"/>
              </a:rPr>
              <a:t>Fiscal Year (FY) 2026 </a:t>
            </a:r>
            <a:r>
              <a:rPr lang="en-US" sz="1800" b="1" dirty="0">
                <a:solidFill>
                  <a:srgbClr val="363636"/>
                </a:solidFill>
                <a:latin typeface="Arial" panose="020B0604020202020204" pitchFamily="34" charset="0"/>
              </a:rPr>
              <a:t>D</a:t>
            </a:r>
            <a:r>
              <a:rPr lang="en-US" sz="1800" b="1" i="0" dirty="0">
                <a:solidFill>
                  <a:srgbClr val="363636"/>
                </a:solidFill>
                <a:effectLst/>
                <a:latin typeface="Arial" panose="020B0604020202020204" pitchFamily="34" charset="0"/>
              </a:rPr>
              <a:t>epartment of Defense (</a:t>
            </a:r>
            <a:r>
              <a:rPr lang="en-US" sz="1800" b="1" dirty="0">
                <a:solidFill>
                  <a:srgbClr val="363636"/>
                </a:solidFill>
                <a:latin typeface="Arial" panose="020B0604020202020204" pitchFamily="34" charset="0"/>
              </a:rPr>
              <a:t>D</a:t>
            </a:r>
            <a:r>
              <a:rPr lang="en-US" sz="1800" b="1" i="0" dirty="0">
                <a:solidFill>
                  <a:srgbClr val="363636"/>
                </a:solidFill>
                <a:effectLst/>
                <a:latin typeface="Arial" panose="020B0604020202020204" pitchFamily="34" charset="0"/>
              </a:rPr>
              <a:t>oD) </a:t>
            </a:r>
            <a:r>
              <a:rPr lang="en-US" sz="1800" b="1" dirty="0">
                <a:solidFill>
                  <a:srgbClr val="363636"/>
                </a:solidFill>
                <a:latin typeface="Arial" panose="020B0604020202020204" pitchFamily="34" charset="0"/>
              </a:rPr>
              <a:t>Multidisciplinary Research Program of the University Research Initiative (MURI)- </a:t>
            </a:r>
            <a:r>
              <a:rPr lang="en-US" sz="1800" b="1" i="0" dirty="0">
                <a:solidFill>
                  <a:srgbClr val="363636"/>
                </a:solidFill>
                <a:effectLst/>
                <a:latin typeface="Arial" panose="020B0604020202020204" pitchFamily="34" charset="0"/>
              </a:rPr>
              <a:t>Army Submission</a:t>
            </a:r>
          </a:p>
          <a:p>
            <a:pPr marL="0" marR="0" lvl="0" indent="0" algn="l" defTabSz="914400" rtl="0" eaLnBrk="1" fontAlgn="auto" latinLnBrk="0" hangingPunct="1">
              <a:lnSpc>
                <a:spcPct val="100000"/>
              </a:lnSpc>
              <a:spcBef>
                <a:spcPct val="20000"/>
              </a:spcBef>
              <a:spcAft>
                <a:spcPts val="0"/>
              </a:spcAft>
              <a:buClrTx/>
              <a:buSzTx/>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ASSISTANCE TYPE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Grant, Cooperative Agreement</a:t>
            </a:r>
          </a:p>
          <a:p>
            <a:pPr marL="0" marR="0" lvl="0" indent="0" algn="l" defTabSz="914400" rtl="0" eaLnBrk="1" fontAlgn="auto" latinLnBrk="0" hangingPunct="1">
              <a:lnSpc>
                <a:spcPct val="80000"/>
              </a:lnSpc>
              <a:spcBef>
                <a:spcPct val="20000"/>
              </a:spcBef>
              <a:spcAft>
                <a:spcPts val="0"/>
              </a:spcAft>
              <a:buClrTx/>
              <a:buSzTx/>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ESTIMATED VALUE:</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$ 200,000,000</a:t>
            </a:r>
          </a:p>
          <a:p>
            <a:pPr marL="0" marR="0" lvl="0" indent="0" algn="l" defTabSz="914400" rtl="0" eaLnBrk="1" fontAlgn="auto" latinLnBrk="0" hangingPunct="1">
              <a:lnSpc>
                <a:spcPct val="80000"/>
              </a:lnSpc>
              <a:spcBef>
                <a:spcPct val="20000"/>
              </a:spcBef>
              <a:spcAft>
                <a:spcPts val="0"/>
              </a:spcAft>
              <a:buClrTx/>
              <a:buSzTx/>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POINT OF CONTACT: PROGRAM MANAGER</a:t>
            </a: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Sue Kase,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hlinkClick r:id="rId2"/>
              </a:rPr>
              <a:t>usarmy.rtp.devcom-arl.mbx.aro-muri@army.mil</a:t>
            </a: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a:t>
            </a:r>
            <a:r>
              <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 W911NF25S0004</a:t>
            </a: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SOLICITATION PERIOD DATES: </a:t>
            </a:r>
            <a:r>
              <a:rPr lang="en-US" sz="1800" dirty="0">
                <a:solidFill>
                  <a:prstClr val="black"/>
                </a:solidFill>
                <a:latin typeface=" Arial"/>
                <a:ea typeface="ＭＳ Ｐゴシック" pitchFamily="34" charset="-128"/>
                <a:cs typeface="Arial" pitchFamily="34" charset="0"/>
              </a:rPr>
              <a:t>TBD</a:t>
            </a: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342900" marR="0" lvl="0" indent="-342900" algn="l" defTabSz="914400" rtl="0" eaLnBrk="1" fontAlgn="auto" latinLnBrk="0" hangingPunct="1">
              <a:lnSpc>
                <a:spcPct val="80000"/>
              </a:lnSpc>
              <a:spcBef>
                <a:spcPct val="20000"/>
              </a:spcBef>
              <a:spcAft>
                <a:spcPts val="0"/>
              </a:spcAft>
              <a:buClrTx/>
              <a:buSzTx/>
              <a:buFont typeface="Arial"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r>
              <a:rPr kumimoji="0" lang="en-US" sz="1800" b="1"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rPr>
              <a:t>*Posted Annually as a Tri-Service Announcement  (Army, Navy, and Air Force) </a:t>
            </a:r>
          </a:p>
          <a:p>
            <a:pPr marL="0" indent="0">
              <a:lnSpc>
                <a:spcPct val="80000"/>
              </a:lnSpc>
              <a:buNone/>
              <a:defRPr/>
            </a:pPr>
            <a:r>
              <a:rPr kumimoji="0" lang="en-US" sz="1800" b="0" i="0" u="none" strike="noStrike" kern="1200" cap="none" spc="0" normalizeH="0" baseline="0" noProof="0" dirty="0">
                <a:ln>
                  <a:noFill/>
                </a:ln>
                <a:solidFill>
                  <a:prstClr val="black"/>
                </a:solidFill>
                <a:effectLst/>
                <a:uLnTx/>
                <a:uFillTx/>
                <a:ea typeface="ＭＳ Ｐゴシック" pitchFamily="34" charset="-128"/>
                <a:cs typeface="Arial" pitchFamily="34" charset="0"/>
              </a:rPr>
              <a:t>	Link: </a:t>
            </a:r>
            <a:r>
              <a:rPr lang="en-US" sz="1800" b="0" i="0" dirty="0">
                <a:solidFill>
                  <a:srgbClr val="222222"/>
                </a:solidFill>
                <a:effectLst/>
                <a:latin typeface="+mj-lt"/>
              </a:rPr>
              <a:t>TBD (will be posted on grants.gov)</a:t>
            </a:r>
            <a:endParaRPr kumimoji="0" lang="en-US" sz="1800" b="0" i="0" u="none" strike="noStrike" kern="1200" cap="none" spc="0" normalizeH="0" baseline="0" noProof="0" dirty="0">
              <a:ln>
                <a:noFill/>
              </a:ln>
              <a:solidFill>
                <a:prstClr val="black"/>
              </a:solidFill>
              <a:effectLst/>
              <a:uLnTx/>
              <a:uFillTx/>
              <a:latin typeface="+mj-lt"/>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None/>
              <a:tabLst/>
              <a:defRPr/>
            </a:pPr>
            <a:endParaRPr kumimoji="0" lang="en-US" sz="1800" b="0" i="0" u="none" strike="noStrike" kern="1200" cap="none" spc="0" normalizeH="0" baseline="0" noProof="0" dirty="0">
              <a:ln>
                <a:noFill/>
              </a:ln>
              <a:solidFill>
                <a:prstClr val="black"/>
              </a:solidFill>
              <a:effectLst/>
              <a:uLnTx/>
              <a:uFillTx/>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None/>
              <a:tabLst/>
              <a:defRPr/>
            </a:pPr>
            <a:endParaRPr kumimoji="0" lang="en-US" sz="1800" b="0" i="0" u="none" strike="noStrike" kern="1200" cap="none" spc="0" normalizeH="0" baseline="0" noProof="0" dirty="0">
              <a:ln>
                <a:noFill/>
              </a:ln>
              <a:solidFill>
                <a:prstClr val="black"/>
              </a:solidFill>
              <a:effectLst/>
              <a:uLnTx/>
              <a:uFillTx/>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a:p>
            <a:pPr marL="0" marR="0" lvl="0" indent="0" algn="l" defTabSz="914400" rtl="0" eaLnBrk="1" fontAlgn="auto" latinLnBrk="0" hangingPunct="1">
              <a:lnSpc>
                <a:spcPct val="8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prstClr val="black"/>
              </a:solidFill>
              <a:effectLst/>
              <a:uLnTx/>
              <a:uFillTx/>
              <a:latin typeface=" Arial"/>
              <a:ea typeface="ＭＳ Ｐゴシック" pitchFamily="34" charset="-128"/>
              <a:cs typeface="Arial" pitchFamily="34" charset="0"/>
            </a:endParaRPr>
          </a:p>
        </p:txBody>
      </p:sp>
      <p:sp>
        <p:nvSpPr>
          <p:cNvPr id="3" name="Title 1"/>
          <p:cNvSpPr txBox="1">
            <a:spLocks/>
          </p:cNvSpPr>
          <p:nvPr/>
        </p:nvSpPr>
        <p:spPr>
          <a:xfrm>
            <a:off x="2971800" y="228600"/>
            <a:ext cx="3677265"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 Arial"/>
                <a:ea typeface="+mj-ea"/>
                <a:cs typeface="+mj-cs"/>
              </a:rPr>
              <a:t>Opportunity</a:t>
            </a:r>
          </a:p>
        </p:txBody>
      </p:sp>
    </p:spTree>
    <p:extLst>
      <p:ext uri="{BB962C8B-B14F-4D97-AF65-F5344CB8AC3E}">
        <p14:creationId xmlns:p14="http://schemas.microsoft.com/office/powerpoint/2010/main" val="991586788"/>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6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7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Default 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4976813" rtl="0" eaLnBrk="1" fontAlgn="base" latinLnBrk="0" hangingPunct="1">
          <a:lnSpc>
            <a:spcPct val="100000"/>
          </a:lnSpc>
          <a:spcBef>
            <a:spcPct val="0"/>
          </a:spcBef>
          <a:spcAft>
            <a:spcPct val="0"/>
          </a:spcAft>
          <a:buClrTx/>
          <a:buSzTx/>
          <a:buFontTx/>
          <a:buNone/>
          <a:tabLst>
            <a:tab pos="107950" algn="l"/>
            <a:tab pos="457200" algn="l"/>
            <a:tab pos="914400" algn="l"/>
            <a:tab pos="1600200" algn="l"/>
            <a:tab pos="1828800" algn="l"/>
          </a:tabLst>
          <a:defRPr kumimoji="0" lang="en-US" sz="7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4976813" rtl="0" eaLnBrk="1" fontAlgn="base" latinLnBrk="0" hangingPunct="1">
          <a:lnSpc>
            <a:spcPct val="100000"/>
          </a:lnSpc>
          <a:spcBef>
            <a:spcPct val="0"/>
          </a:spcBef>
          <a:spcAft>
            <a:spcPct val="0"/>
          </a:spcAft>
          <a:buClrTx/>
          <a:buSzTx/>
          <a:buFontTx/>
          <a:buNone/>
          <a:tabLst>
            <a:tab pos="107950" algn="l"/>
            <a:tab pos="457200" algn="l"/>
            <a:tab pos="914400" algn="l"/>
            <a:tab pos="1600200" algn="l"/>
            <a:tab pos="1828800" algn="l"/>
          </a:tabLst>
          <a:defRPr kumimoji="0" lang="en-US" sz="7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8_MSC Theme">
  <a:themeElements>
    <a:clrScheme name="AMC Branding">
      <a:dk1>
        <a:sysClr val="windowText" lastClr="000000"/>
      </a:dk1>
      <a:lt1>
        <a:sysClr val="window" lastClr="FFFFFF"/>
      </a:lt1>
      <a:dk2>
        <a:srgbClr val="525349"/>
      </a:dk2>
      <a:lt2>
        <a:srgbClr val="7F7F73"/>
      </a:lt2>
      <a:accent1>
        <a:srgbClr val="B8B09C"/>
      </a:accent1>
      <a:accent2>
        <a:srgbClr val="DE1F27"/>
      </a:accent2>
      <a:accent3>
        <a:srgbClr val="214292"/>
      </a:accent3>
      <a:accent4>
        <a:srgbClr val="FFC425"/>
      </a:accent4>
      <a:accent5>
        <a:srgbClr val="F26522"/>
      </a:accent5>
      <a:accent6>
        <a:srgbClr val="70AD47"/>
      </a:accent6>
      <a:hlink>
        <a:srgbClr val="0563C1"/>
      </a:hlink>
      <a:folHlink>
        <a:srgbClr val="7F3F9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8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2_AMC MSC Theme">
  <a:themeElements>
    <a:clrScheme name="AMC Branding">
      <a:dk1>
        <a:sysClr val="windowText" lastClr="000000"/>
      </a:dk1>
      <a:lt1>
        <a:sysClr val="window" lastClr="FFFFFF"/>
      </a:lt1>
      <a:dk2>
        <a:srgbClr val="525349"/>
      </a:dk2>
      <a:lt2>
        <a:srgbClr val="7F7F73"/>
      </a:lt2>
      <a:accent1>
        <a:srgbClr val="B8B09C"/>
      </a:accent1>
      <a:accent2>
        <a:srgbClr val="DE1F27"/>
      </a:accent2>
      <a:accent3>
        <a:srgbClr val="214292"/>
      </a:accent3>
      <a:accent4>
        <a:srgbClr val="FFC425"/>
      </a:accent4>
      <a:accent5>
        <a:srgbClr val="F26522"/>
      </a:accent5>
      <a:accent6>
        <a:srgbClr val="70AD47"/>
      </a:accent6>
      <a:hlink>
        <a:srgbClr val="0563C1"/>
      </a:hlink>
      <a:folHlink>
        <a:srgbClr val="7F3F9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9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10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31CC054274C8440AF0EC738A9A59512" ma:contentTypeVersion="0" ma:contentTypeDescription="Create a new document." ma:contentTypeScope="" ma:versionID="262de2c8e3474921a3ef0d3bfc2c739a">
  <xsd:schema xmlns:xsd="http://www.w3.org/2001/XMLSchema" xmlns:xs="http://www.w3.org/2001/XMLSchema" xmlns:p="http://schemas.microsoft.com/office/2006/metadata/properties" xmlns:ns2="e32d4d3b-2fab-45f0-8b16-bfb319eb7362" targetNamespace="http://schemas.microsoft.com/office/2006/metadata/properties" ma:root="true" ma:fieldsID="a0b0c7cfd66100c0d164cd946375b10a" ns2:_="">
    <xsd:import namespace="e32d4d3b-2fab-45f0-8b16-bfb319eb7362"/>
    <xsd:element name="properties">
      <xsd:complexType>
        <xsd:sequence>
          <xsd:element name="documentManagement">
            <xsd:complexType>
              <xsd:all>
                <xsd:element ref="ns2:Activity"/>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2d4d3b-2fab-45f0-8b16-bfb319eb7362" elementFormDefault="qualified">
    <xsd:import namespace="http://schemas.microsoft.com/office/2006/documentManagement/types"/>
    <xsd:import namespace="http://schemas.microsoft.com/office/infopath/2007/PartnerControls"/>
    <xsd:element name="Activity" ma:index="8" ma:displayName="Activity" ma:format="Dropdown" ma:internalName="Activity">
      <xsd:simpleType>
        <xsd:union memberTypes="dms:Text">
          <xsd:simpleType>
            <xsd:restriction base="dms:Choice">
              <xsd:enumeration value="Star Notes"/>
              <xsd:enumeration value="Letter Head"/>
              <xsd:enumeration value="Cover Sheet/Fax"/>
              <xsd:enumeration value="EXSUM"/>
              <xsd:enumeration value="Staff Forms"/>
              <xsd:enumeration value="Briefing Pkg"/>
              <xsd:enumeration value="Papers"/>
              <xsd:enumeration value="Reference Guide Wkly Updates"/>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Activity xmlns="e32d4d3b-2fab-45f0-8b16-bfb319eb7362">Briefing Pkg</Activity>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74A0861-D18C-4AC8-BFC3-C2812231FE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2d4d3b-2fab-45f0-8b16-bfb319eb736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1C3164B-E357-4C61-9748-6D3606BFACD6}">
  <ds:schemaRefs>
    <ds:schemaRef ds:uri="http://purl.org/dc/terms/"/>
    <ds:schemaRef ds:uri="http://www.w3.org/XML/1998/namespace"/>
    <ds:schemaRef ds:uri="e32d4d3b-2fab-45f0-8b16-bfb319eb7362"/>
    <ds:schemaRef ds:uri="http://purl.org/dc/dcmitype/"/>
    <ds:schemaRef ds:uri="http://schemas.microsoft.com/office/2006/documentManagement/types"/>
    <ds:schemaRef ds:uri="http://schemas.openxmlformats.org/package/2006/metadata/core-properties"/>
    <ds:schemaRef ds:uri="http://schemas.microsoft.com/office/infopath/2007/PartnerControls"/>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1A3DBC3F-1BD6-457B-823D-FD749E2AD09E}">
  <ds:schemaRefs>
    <ds:schemaRef ds:uri="http://schemas.microsoft.com/sharepoint/v3/contenttype/forms"/>
  </ds:schemaRefs>
</ds:datastoreItem>
</file>

<file path=docMetadata/LabelInfo.xml><?xml version="1.0" encoding="utf-8"?>
<clbl:labelList xmlns:clbl="http://schemas.microsoft.com/office/2020/mipLabelMetadata">
  <clbl:label id="{fae6d70f-954b-4811-92b6-0530d6f84c43}" enabled="0" method="" siteId="{fae6d70f-954b-4811-92b6-0530d6f84c43}" removed="1"/>
</clbl:labelList>
</file>

<file path=docProps/app.xml><?xml version="1.0" encoding="utf-8"?>
<Properties xmlns="http://schemas.openxmlformats.org/officeDocument/2006/extended-properties" xmlns:vt="http://schemas.openxmlformats.org/officeDocument/2006/docPropsVTypes">
  <TotalTime>15038</TotalTime>
  <Words>1239</Words>
  <Application>Microsoft Office PowerPoint</Application>
  <PresentationFormat>On-screen Show (4:3)</PresentationFormat>
  <Paragraphs>196</Paragraphs>
  <Slides>14</Slides>
  <Notes>1</Notes>
  <HiddenSlides>0</HiddenSlides>
  <MMClips>0</MMClips>
  <ScaleCrop>false</ScaleCrop>
  <HeadingPairs>
    <vt:vector size="6" baseType="variant">
      <vt:variant>
        <vt:lpstr>Fonts Used</vt:lpstr>
      </vt:variant>
      <vt:variant>
        <vt:i4>10</vt:i4>
      </vt:variant>
      <vt:variant>
        <vt:lpstr>Theme</vt:lpstr>
      </vt:variant>
      <vt:variant>
        <vt:i4>11</vt:i4>
      </vt:variant>
      <vt:variant>
        <vt:lpstr>Slide Titles</vt:lpstr>
      </vt:variant>
      <vt:variant>
        <vt:i4>14</vt:i4>
      </vt:variant>
    </vt:vector>
  </HeadingPairs>
  <TitlesOfParts>
    <vt:vector size="35" baseType="lpstr">
      <vt:lpstr>ＭＳ Ｐゴシック</vt:lpstr>
      <vt:lpstr> Arial</vt:lpstr>
      <vt:lpstr>Adobe Garamond Pro</vt:lpstr>
      <vt:lpstr>Arial</vt:lpstr>
      <vt:lpstr>Calibri</vt:lpstr>
      <vt:lpstr>Comic Sans MS</vt:lpstr>
      <vt:lpstr>G.I. 400</vt:lpstr>
      <vt:lpstr>G.I. 530</vt:lpstr>
      <vt:lpstr>Times New Roman</vt:lpstr>
      <vt:lpstr>Wingdings</vt:lpstr>
      <vt:lpstr>4_Custom Design</vt:lpstr>
      <vt:lpstr>6_Custom Design</vt:lpstr>
      <vt:lpstr>5_Custom Design</vt:lpstr>
      <vt:lpstr>7_Custom Design</vt:lpstr>
      <vt:lpstr>Default Design</vt:lpstr>
      <vt:lpstr>8_MSC Theme</vt:lpstr>
      <vt:lpstr>8_Custom Design</vt:lpstr>
      <vt:lpstr>2_AMC MSC Theme</vt:lpstr>
      <vt:lpstr>9_Custom Design</vt:lpstr>
      <vt:lpstr>10_Custom Design</vt:lpstr>
      <vt:lpstr>2_Custom Design</vt:lpstr>
      <vt:lpstr>RTP Division Fair Opportunity Updates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2012_07_20-AMC_World_Wide_Town_Hall_Presentation_ONLY_FINAL</dc:title>
  <dc:creator>Hessler, Kenneth CIV USA</dc:creator>
  <cp:lastModifiedBy>Century, Ramila CIV USARMY ACC (USA)</cp:lastModifiedBy>
  <cp:revision>930</cp:revision>
  <cp:lastPrinted>2020-01-14T23:11:02Z</cp:lastPrinted>
  <dcterms:created xsi:type="dcterms:W3CDTF">2006-08-16T00:00:00Z</dcterms:created>
  <dcterms:modified xsi:type="dcterms:W3CDTF">2024-12-02T20:16:47Z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0x010100031CC054274C8440AF0EC738A9A59512</vt:lpwstr>
  </property>
  <property fmtid="{D5CDD505-2E9C-101B-9397-08002B2CF9AE}" pid="3" name="NXPowerLiteLastOptimized">
    <vt:lpwstr>206266</vt:lpwstr>
  </property>
  <property fmtid="{D5CDD505-2E9C-101B-9397-08002B2CF9AE}" pid="4" name="NXPowerLiteSettings">
    <vt:lpwstr>E6000400038000</vt:lpwstr>
  </property>
  <property fmtid="{D5CDD505-2E9C-101B-9397-08002B2CF9AE}" pid="5" name="NXPowerLiteVersion">
    <vt:lpwstr>D4.3.1</vt:lpwstr>
  </property>
  <property fmtid="{D5CDD505-2E9C-101B-9397-08002B2CF9AE}" pid="6" name="Order">
    <vt:r8>900</vt:r8>
  </property>
  <property fmtid="{D5CDD505-2E9C-101B-9397-08002B2CF9AE}" pid="7" name="TaxCatchAll">
    <vt:lpwstr/>
  </property>
  <property fmtid="{D5CDD505-2E9C-101B-9397-08002B2CF9AE}" pid="8" name="TemplateUrl">
    <vt:lpwstr/>
  </property>
  <property fmtid="{D5CDD505-2E9C-101B-9397-08002B2CF9AE}" pid="9" name="_CopySource">
    <vt:lpwstr>https://collab.aep.army.mil/sites/CGInitiatives/1205SETH/Read Ahead Book/TAB 03B - 2012 07 20 AMC World Wide Town Hall Presentation (slides Only).pptx</vt:lpwstr>
  </property>
  <property fmtid="{D5CDD505-2E9C-101B-9397-08002B2CF9AE}" pid="10" name="d2454c551d7348168dd1433cb168329a">
    <vt:lpwstr/>
  </property>
  <property fmtid="{D5CDD505-2E9C-101B-9397-08002B2CF9AE}" pid="11" name="xd_ProgID">
    <vt:lpwstr/>
  </property>
  <property fmtid="{D5CDD505-2E9C-101B-9397-08002B2CF9AE}" pid="12" name="xd_Signature">
    <vt:bool>false</vt:bool>
  </property>
</Properties>
</file>