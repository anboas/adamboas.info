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A6BCE-F5C2-4EE5-ABAB-97E9AACF5866}" type="datetimeFigureOut"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8EC2F-E377-436C-B6ED-1D09E3F1E9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5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unoodles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shipgarten.com/" TargetMode="External"/><Relationship Id="rId5" Type="http://schemas.openxmlformats.org/officeDocument/2006/relationships/hyperlink" Target="https://tysonsbiergarten.com/" TargetMode="External"/><Relationship Id="rId4" Type="http://schemas.openxmlformats.org/officeDocument/2006/relationships/hyperlink" Target="https://sushiumiva.com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Lunch options: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Capital One Center (pictured)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MITRE cafeteria (need directions/map)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Yu noodles (</a:t>
            </a:r>
            <a:r>
              <a:rPr lang="en-US" dirty="0">
                <a:hlinkClick r:id="rId3"/>
              </a:rPr>
              <a:t>http://yunoodles.com</a:t>
            </a:r>
            <a:r>
              <a:rPr lang="en-US"/>
              <a:t>), 1690 Anderson Rd, McLean, VA 22102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Sushi Umi Tysons (</a:t>
            </a:r>
            <a:r>
              <a:rPr lang="en-US" dirty="0">
                <a:hlinkClick r:id="rId4"/>
              </a:rPr>
              <a:t>https://sushiumiva.com</a:t>
            </a:r>
            <a:r>
              <a:rPr lang="en-US"/>
              <a:t>), 7615 Colshire Dr, Tysons Corner, VA 22102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Tysons Biergarten (</a:t>
            </a:r>
            <a:r>
              <a:rPr lang="en-US" dirty="0">
                <a:hlinkClick r:id="rId5"/>
              </a:rPr>
              <a:t>https://tysonsbiergarten.com</a:t>
            </a:r>
            <a:r>
              <a:rPr lang="en-US"/>
              <a:t>), 7581 Colshire Dr, McLean, VA 22102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Shipgarten, (</a:t>
            </a:r>
            <a:r>
              <a:rPr lang="en-US" dirty="0">
                <a:hlinkClick r:id="rId6"/>
              </a:rPr>
              <a:t>https://shipgarten.com</a:t>
            </a:r>
            <a:r>
              <a:rPr lang="en-US"/>
              <a:t>), 7581 Colshire Dr, McLean, VA 22102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8EC2F-E377-436C-B6ED-1D09E3F1E9B2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92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C4874477-B23D-4488-7039-9D69B126E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11784"/>
            <a:ext cx="10905066" cy="523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defined">
            <a:extLst>
              <a:ext uri="{FF2B5EF4-FFF2-40B4-BE49-F238E27FC236}">
                <a16:creationId xmlns:a16="http://schemas.microsoft.com/office/drawing/2014/main" id="{47CFFFD2-0504-852A-F43F-2F7549AA1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5C71A3-5DB8-3C8E-471D-6DCDF9019DE5}"/>
              </a:ext>
            </a:extLst>
          </p:cNvPr>
          <p:cNvSpPr/>
          <p:nvPr/>
        </p:nvSpPr>
        <p:spPr>
          <a:xfrm>
            <a:off x="114300" y="4467225"/>
            <a:ext cx="2457450" cy="223837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1B7AE-4651-27D9-EED6-2218901A6BA4}"/>
              </a:ext>
            </a:extLst>
          </p:cNvPr>
          <p:cNvSpPr txBox="1"/>
          <p:nvPr/>
        </p:nvSpPr>
        <p:spPr>
          <a:xfrm>
            <a:off x="409575" y="5048250"/>
            <a:ext cx="186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 Black" panose="020F0502020204030204" pitchFamily="18" charset="0"/>
              </a:rPr>
              <a:t>Map of restaurants in the area</a:t>
            </a:r>
          </a:p>
        </p:txBody>
      </p:sp>
    </p:spTree>
    <p:extLst>
      <p:ext uri="{BB962C8B-B14F-4D97-AF65-F5344CB8AC3E}">
        <p14:creationId xmlns:p14="http://schemas.microsoft.com/office/powerpoint/2010/main" val="186925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a44311-ed64-4a72-909f-c9dc6973bde2" xsi:nil="true"/>
    <Comments xmlns="4a52d1bb-ef98-47d7-a3cb-72399445d594" xsi:nil="true"/>
    <lcf76f155ced4ddcb4097134ff3c332f xmlns="4a52d1bb-ef98-47d7-a3cb-72399445d59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E754824AB0CA43BCEE672DDC9020A2" ma:contentTypeVersion="15" ma:contentTypeDescription="Create a new document." ma:contentTypeScope="" ma:versionID="cfb32b3a68510d927905c40293840a0b">
  <xsd:schema xmlns:xsd="http://www.w3.org/2001/XMLSchema" xmlns:xs="http://www.w3.org/2001/XMLSchema" xmlns:p="http://schemas.microsoft.com/office/2006/metadata/properties" xmlns:ns2="4a52d1bb-ef98-47d7-a3cb-72399445d594" xmlns:ns3="1f0ee3f9-b7bd-4c01-babe-f3d806149d37" xmlns:ns4="b5a44311-ed64-4a72-909f-c9dc6973bde2" targetNamespace="http://schemas.microsoft.com/office/2006/metadata/properties" ma:root="true" ma:fieldsID="9e38791c1257d9d8b0829bba37c164cf" ns2:_="" ns3:_="" ns4:_="">
    <xsd:import namespace="4a52d1bb-ef98-47d7-a3cb-72399445d594"/>
    <xsd:import namespace="1f0ee3f9-b7bd-4c01-babe-f3d806149d37"/>
    <xsd:import namespace="b5a44311-ed64-4a72-909f-c9dc6973b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2:Comme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52d1bb-ef98-47d7-a3cb-72399445d5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ea1a638-fe8f-4e55-a8a3-ec1a1fdf4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Comments" ma:index="22" nillable="true" ma:displayName="Comments" ma:format="Dropdown" ma:internalName="Comment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ee3f9-b7bd-4c01-babe-f3d806149d3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44311-ed64-4a72-909f-c9dc6973bde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4315ed4-8849-49a3-a8ee-e44470198665}" ma:internalName="TaxCatchAll" ma:showField="CatchAllData" ma:web="1f0ee3f9-b7bd-4c01-babe-f3d806149d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19CBBF-1DC2-4C8B-A4D0-0F11942D7E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956B4F-1711-4CFF-9237-8A65EAD5BCAF}">
  <ds:schemaRefs>
    <ds:schemaRef ds:uri="http://schemas.microsoft.com/office/2006/metadata/properties"/>
    <ds:schemaRef ds:uri="http://schemas.microsoft.com/office/infopath/2007/PartnerControls"/>
    <ds:schemaRef ds:uri="b5a44311-ed64-4a72-909f-c9dc6973bde2"/>
    <ds:schemaRef ds:uri="4a52d1bb-ef98-47d7-a3cb-72399445d594"/>
  </ds:schemaRefs>
</ds:datastoreItem>
</file>

<file path=customXml/itemProps3.xml><?xml version="1.0" encoding="utf-8"?>
<ds:datastoreItem xmlns:ds="http://schemas.openxmlformats.org/officeDocument/2006/customXml" ds:itemID="{8CFB0FCA-A044-4ED4-90D9-65A929CF9C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52d1bb-ef98-47d7-a3cb-72399445d594"/>
    <ds:schemaRef ds:uri="1f0ee3f9-b7bd-4c01-babe-f3d806149d37"/>
    <ds:schemaRef ds:uri="b5a44311-ed64-4a72-909f-c9dc6973bd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02d78b0-b74f-43f0-801d-d7d5ec01d625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</TotalTime>
  <Words>94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Amasis MT Pro Black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Samson, Porsche Aleli S CTR USARMY CPE C2IN (USA)</dc:creator>
  <cp:lastModifiedBy>Samson, Porsche Aleli S CTR USARMY CPE C2IN (USA)</cp:lastModifiedBy>
  <cp:revision>59</cp:revision>
  <dcterms:created xsi:type="dcterms:W3CDTF">2026-03-23T20:12:14Z</dcterms:created>
  <dcterms:modified xsi:type="dcterms:W3CDTF">2026-03-24T18:50:20Z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0x01010033E754824AB0CA43BCEE672DDC9020A2</vt:lpwstr>
  </property>
  <property fmtid="{D5CDD505-2E9C-101B-9397-08002B2CF9AE}" pid="3" name="MediaServiceImageTags">
    <vt:lpwstr/>
  </property>
</Properties>
</file>