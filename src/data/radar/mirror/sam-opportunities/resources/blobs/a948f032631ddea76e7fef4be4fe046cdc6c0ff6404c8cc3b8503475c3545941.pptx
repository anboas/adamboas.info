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notesMasterIdLst>
    <p:notesMasterId r:id="rId5"/>
  </p:notesMasterIdLst>
  <p:sldIdLst>
    <p:sldId id="2147376791" r:id="rId2"/>
    <p:sldId id="257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C48DE7-6690-44BD-B4FD-DF13E5F16B76}" v="1139" dt="2026-02-27T21:25:17.6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100" d="100"/>
          <a:sy n="100" d="100"/>
        </p:scale>
        <p:origin x="1818" y="-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ule, Terrence Lloyd COL USARMY FCD FBLP (USA)" userId="3cfeb602-9fc9-4043-9939-2c4da837f56c" providerId="ADAL" clId="{B9F9BD84-2799-4099-A99A-EE3E6981A790}"/>
    <pc:docChg chg="undo custSel addSld delSld modSld sldOrd modMainMaster">
      <pc:chgData name="Soule, Terrence Lloyd COL USARMY FCD FBLP (USA)" userId="3cfeb602-9fc9-4043-9939-2c4da837f56c" providerId="ADAL" clId="{B9F9BD84-2799-4099-A99A-EE3E6981A790}" dt="2026-02-27T21:30:48.759" v="4702" actId="207"/>
      <pc:docMkLst>
        <pc:docMk/>
      </pc:docMkLst>
      <pc:sldChg chg="addSp delSp modSp mod ord setBg">
        <pc:chgData name="Soule, Terrence Lloyd COL USARMY FCD FBLP (USA)" userId="3cfeb602-9fc9-4043-9939-2c4da837f56c" providerId="ADAL" clId="{B9F9BD84-2799-4099-A99A-EE3E6981A790}" dt="2026-02-27T21:20:40.850" v="4262" actId="21"/>
        <pc:sldMkLst>
          <pc:docMk/>
          <pc:sldMk cId="4111637646" sldId="256"/>
        </pc:sldMkLst>
        <pc:spChg chg="mod">
          <ac:chgData name="Soule, Terrence Lloyd COL USARMY FCD FBLP (USA)" userId="3cfeb602-9fc9-4043-9939-2c4da837f56c" providerId="ADAL" clId="{B9F9BD84-2799-4099-A99A-EE3E6981A790}" dt="2026-02-27T18:32:21.589" v="510" actId="1037"/>
          <ac:spMkLst>
            <pc:docMk/>
            <pc:sldMk cId="4111637646" sldId="256"/>
            <ac:spMk id="1035" creationId="{9BBD0072-7621-16C2-A714-3652A464D3C5}"/>
          </ac:spMkLst>
        </pc:spChg>
        <pc:spChg chg="mod">
          <ac:chgData name="Soule, Terrence Lloyd COL USARMY FCD FBLP (USA)" userId="3cfeb602-9fc9-4043-9939-2c4da837f56c" providerId="ADAL" clId="{B9F9BD84-2799-4099-A99A-EE3E6981A790}" dt="2026-02-27T18:32:21.589" v="510" actId="1037"/>
          <ac:spMkLst>
            <pc:docMk/>
            <pc:sldMk cId="4111637646" sldId="256"/>
            <ac:spMk id="1047" creationId="{4F992D47-02F4-3CAF-B9F2-70D262941FCF}"/>
          </ac:spMkLst>
        </pc:spChg>
        <pc:spChg chg="del mod">
          <ac:chgData name="Soule, Terrence Lloyd COL USARMY FCD FBLP (USA)" userId="3cfeb602-9fc9-4043-9939-2c4da837f56c" providerId="ADAL" clId="{B9F9BD84-2799-4099-A99A-EE3E6981A790}" dt="2026-02-27T18:33:34.082" v="532" actId="478"/>
          <ac:spMkLst>
            <pc:docMk/>
            <pc:sldMk cId="4111637646" sldId="256"/>
            <ac:spMk id="1053" creationId="{04C3552F-0E7D-6784-BF8E-58082666E9B1}"/>
          </ac:spMkLst>
        </pc:spChg>
        <pc:spChg chg="add del mod">
          <ac:chgData name="Soule, Terrence Lloyd COL USARMY FCD FBLP (USA)" userId="3cfeb602-9fc9-4043-9939-2c4da837f56c" providerId="ADAL" clId="{B9F9BD84-2799-4099-A99A-EE3E6981A790}" dt="2026-02-27T21:20:40.850" v="4262" actId="21"/>
          <ac:spMkLst>
            <pc:docMk/>
            <pc:sldMk cId="4111637646" sldId="256"/>
            <ac:spMk id="1059" creationId="{B7E4214D-D2AC-68DA-C6FE-B0DC7E317936}"/>
          </ac:spMkLst>
        </pc:spChg>
        <pc:spChg chg="mod">
          <ac:chgData name="Soule, Terrence Lloyd COL USARMY FCD FBLP (USA)" userId="3cfeb602-9fc9-4043-9939-2c4da837f56c" providerId="ADAL" clId="{B9F9BD84-2799-4099-A99A-EE3E6981A790}" dt="2026-02-27T18:32:21.589" v="510" actId="1037"/>
          <ac:spMkLst>
            <pc:docMk/>
            <pc:sldMk cId="4111637646" sldId="256"/>
            <ac:spMk id="1065" creationId="{5C708809-69E8-87A4-1829-146B0B520FBF}"/>
          </ac:spMkLst>
        </pc:spChg>
        <pc:spChg chg="del mod">
          <ac:chgData name="Soule, Terrence Lloyd COL USARMY FCD FBLP (USA)" userId="3cfeb602-9fc9-4043-9939-2c4da837f56c" providerId="ADAL" clId="{B9F9BD84-2799-4099-A99A-EE3E6981A790}" dt="2026-02-27T18:34:00.348" v="538" actId="478"/>
          <ac:spMkLst>
            <pc:docMk/>
            <pc:sldMk cId="4111637646" sldId="256"/>
            <ac:spMk id="1108" creationId="{576C1413-788D-139F-4741-5B6E013AF3E9}"/>
          </ac:spMkLst>
        </pc:spChg>
        <pc:spChg chg="add del mod ord">
          <ac:chgData name="Soule, Terrence Lloyd COL USARMY FCD FBLP (USA)" userId="3cfeb602-9fc9-4043-9939-2c4da837f56c" providerId="ADAL" clId="{B9F9BD84-2799-4099-A99A-EE3E6981A790}" dt="2026-02-27T21:20:40.850" v="4262" actId="21"/>
          <ac:spMkLst>
            <pc:docMk/>
            <pc:sldMk cId="4111637646" sldId="256"/>
            <ac:spMk id="1119" creationId="{5AFF09D2-3A2F-87BF-53C8-B48FC0474032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13:32.584" v="4164" actId="207"/>
          <ac:spMkLst>
            <pc:docMk/>
            <pc:sldMk cId="4111637646" sldId="256"/>
            <ac:spMk id="1143" creationId="{57E0A432-F8AF-C928-01F3-09F69DD31033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13:41.444" v="4165" actId="207"/>
          <ac:spMkLst>
            <pc:docMk/>
            <pc:sldMk cId="4111637646" sldId="256"/>
            <ac:spMk id="1144" creationId="{925AB897-76E0-6B48-BBEF-C4DBAA347ADF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13:41.444" v="4165" actId="207"/>
          <ac:spMkLst>
            <pc:docMk/>
            <pc:sldMk cId="4111637646" sldId="256"/>
            <ac:spMk id="1145" creationId="{D13C5191-15D5-9C9E-D41E-FC41CBD17F73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13:41.444" v="4165" actId="207"/>
          <ac:spMkLst>
            <pc:docMk/>
            <pc:sldMk cId="4111637646" sldId="256"/>
            <ac:spMk id="1146" creationId="{FFD89290-DC0F-920A-51C8-1A272458D911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13:41.444" v="4165" actId="207"/>
          <ac:spMkLst>
            <pc:docMk/>
            <pc:sldMk cId="4111637646" sldId="256"/>
            <ac:spMk id="1147" creationId="{5594BD53-340B-9E4B-2C59-AF27BFF147ED}"/>
          </ac:spMkLst>
        </pc:spChg>
        <pc:grpChg chg="mod">
          <ac:chgData name="Soule, Terrence Lloyd COL USARMY FCD FBLP (USA)" userId="3cfeb602-9fc9-4043-9939-2c4da837f56c" providerId="ADAL" clId="{B9F9BD84-2799-4099-A99A-EE3E6981A790}" dt="2026-02-27T19:55:41.812" v="894" actId="1076"/>
          <ac:grpSpMkLst>
            <pc:docMk/>
            <pc:sldMk cId="4111637646" sldId="256"/>
            <ac:grpSpMk id="17" creationId="{2D54BF0A-5601-A9DF-0B6E-786B9A903524}"/>
          </ac:grpSpMkLst>
        </pc:grpChg>
        <pc:grpChg chg="del">
          <ac:chgData name="Soule, Terrence Lloyd COL USARMY FCD FBLP (USA)" userId="3cfeb602-9fc9-4043-9939-2c4da837f56c" providerId="ADAL" clId="{B9F9BD84-2799-4099-A99A-EE3E6981A790}" dt="2026-02-27T18:22:50.498" v="100" actId="478"/>
          <ac:grpSpMkLst>
            <pc:docMk/>
            <pc:sldMk cId="4111637646" sldId="256"/>
            <ac:grpSpMk id="1029" creationId="{94142537-9921-E08E-DBC5-2275567377A2}"/>
          </ac:grpSpMkLst>
        </pc:grpChg>
        <pc:grpChg chg="mod">
          <ac:chgData name="Soule, Terrence Lloyd COL USARMY FCD FBLP (USA)" userId="3cfeb602-9fc9-4043-9939-2c4da837f56c" providerId="ADAL" clId="{B9F9BD84-2799-4099-A99A-EE3E6981A790}" dt="2026-02-27T18:24:21.012" v="134" actId="1076"/>
          <ac:grpSpMkLst>
            <pc:docMk/>
            <pc:sldMk cId="4111637646" sldId="256"/>
            <ac:grpSpMk id="1031" creationId="{FE721C9D-34C2-6BA8-E505-EEC38BC17DAB}"/>
          </ac:grpSpMkLst>
        </pc:grpChg>
        <pc:grpChg chg="mod">
          <ac:chgData name="Soule, Terrence Lloyd COL USARMY FCD FBLP (USA)" userId="3cfeb602-9fc9-4043-9939-2c4da837f56c" providerId="ADAL" clId="{B9F9BD84-2799-4099-A99A-EE3E6981A790}" dt="2026-02-27T18:23:17.128" v="111" actId="1076"/>
          <ac:grpSpMkLst>
            <pc:docMk/>
            <pc:sldMk cId="4111637646" sldId="256"/>
            <ac:grpSpMk id="1043" creationId="{9B675DD7-83AF-F7F7-7F4F-D1208251DF22}"/>
          </ac:grpSpMkLst>
        </pc:grpChg>
        <pc:grpChg chg="add mod ord">
          <ac:chgData name="Soule, Terrence Lloyd COL USARMY FCD FBLP (USA)" userId="3cfeb602-9fc9-4043-9939-2c4da837f56c" providerId="ADAL" clId="{B9F9BD84-2799-4099-A99A-EE3E6981A790}" dt="2026-02-27T19:53:52.541" v="872" actId="166"/>
          <ac:grpSpMkLst>
            <pc:docMk/>
            <pc:sldMk cId="4111637646" sldId="256"/>
            <ac:grpSpMk id="1106" creationId="{BCE9DD84-6462-3F2C-3E29-2F75DBA622DC}"/>
          </ac:grpSpMkLst>
        </pc:grpChg>
        <pc:grpChg chg="add mod">
          <ac:chgData name="Soule, Terrence Lloyd COL USARMY FCD FBLP (USA)" userId="3cfeb602-9fc9-4043-9939-2c4da837f56c" providerId="ADAL" clId="{B9F9BD84-2799-4099-A99A-EE3E6981A790}" dt="2026-02-27T19:24:55.402" v="632" actId="1076"/>
          <ac:grpSpMkLst>
            <pc:docMk/>
            <pc:sldMk cId="4111637646" sldId="256"/>
            <ac:grpSpMk id="1120" creationId="{6CA287E3-1D12-4C15-7DEC-207903CBDA23}"/>
          </ac:grpSpMkLst>
        </pc:grpChg>
        <pc:grpChg chg="add mod">
          <ac:chgData name="Soule, Terrence Lloyd COL USARMY FCD FBLP (USA)" userId="3cfeb602-9fc9-4043-9939-2c4da837f56c" providerId="ADAL" clId="{B9F9BD84-2799-4099-A99A-EE3E6981A790}" dt="2026-02-27T19:24:57.824" v="633" actId="1076"/>
          <ac:grpSpMkLst>
            <pc:docMk/>
            <pc:sldMk cId="4111637646" sldId="256"/>
            <ac:grpSpMk id="1121" creationId="{F6F12B11-855E-0976-8B8D-4289F9F38CA8}"/>
          </ac:grpSpMkLst>
        </pc:grpChg>
        <pc:grpChg chg="add del mod">
          <ac:chgData name="Soule, Terrence Lloyd COL USARMY FCD FBLP (USA)" userId="3cfeb602-9fc9-4043-9939-2c4da837f56c" providerId="ADAL" clId="{B9F9BD84-2799-4099-A99A-EE3E6981A790}" dt="2026-02-27T21:14:54.263" v="4218" actId="478"/>
          <ac:grpSpMkLst>
            <pc:docMk/>
            <pc:sldMk cId="4111637646" sldId="256"/>
            <ac:grpSpMk id="1148" creationId="{56754998-57AC-8A44-D8EC-44C0F9EEFCAA}"/>
          </ac:grpSpMkLst>
        </pc:grpChg>
        <pc:picChg chg="mod">
          <ac:chgData name="Soule, Terrence Lloyd COL USARMY FCD FBLP (USA)" userId="3cfeb602-9fc9-4043-9939-2c4da837f56c" providerId="ADAL" clId="{B9F9BD84-2799-4099-A99A-EE3E6981A790}" dt="2026-02-27T18:30:33.869" v="453" actId="14100"/>
          <ac:picMkLst>
            <pc:docMk/>
            <pc:sldMk cId="4111637646" sldId="256"/>
            <ac:picMk id="4" creationId="{F172FED0-A33E-4FCF-172A-60BFF903DB79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9:55:41.812" v="894" actId="1076"/>
          <ac:picMkLst>
            <pc:docMk/>
            <pc:sldMk cId="4111637646" sldId="256"/>
            <ac:picMk id="5" creationId="{AB596778-74FD-C43A-76CD-3289E3E7CDFE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9:55:41.812" v="894" actId="1076"/>
          <ac:picMkLst>
            <pc:docMk/>
            <pc:sldMk cId="4111637646" sldId="256"/>
            <ac:picMk id="6" creationId="{2C0B8C64-AD54-D20F-3189-218B76771E4B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8:32:21.589" v="510" actId="1037"/>
          <ac:picMkLst>
            <pc:docMk/>
            <pc:sldMk cId="4111637646" sldId="256"/>
            <ac:picMk id="16" creationId="{1721920B-337C-A525-592D-8CB6ADF77894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8:32:21.589" v="510" actId="1037"/>
          <ac:picMkLst>
            <pc:docMk/>
            <pc:sldMk cId="4111637646" sldId="256"/>
            <ac:picMk id="23" creationId="{479D1A57-1A40-4210-ECCF-EB947C21F9F0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8:36:22.576" v="572" actId="1076"/>
          <ac:picMkLst>
            <pc:docMk/>
            <pc:sldMk cId="4111637646" sldId="256"/>
            <ac:picMk id="24" creationId="{70469323-07D9-49BD-F24C-419C44D2D7D1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8:29:08.848" v="414" actId="1076"/>
          <ac:picMkLst>
            <pc:docMk/>
            <pc:sldMk cId="4111637646" sldId="256"/>
            <ac:picMk id="25" creationId="{5F18B07D-2D0F-2B8E-B699-100F2C907E2D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8:13:27.247" v="29" actId="1076"/>
          <ac:picMkLst>
            <pc:docMk/>
            <pc:sldMk cId="4111637646" sldId="256"/>
            <ac:picMk id="26" creationId="{49EB0D4A-2B94-A0C6-F4E0-076349E929B4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9:17:11.449" v="587" actId="1076"/>
          <ac:picMkLst>
            <pc:docMk/>
            <pc:sldMk cId="4111637646" sldId="256"/>
            <ac:picMk id="27" creationId="{BE980078-7EE0-CCA5-8FCB-158C239B9604}"/>
          </ac:picMkLst>
        </pc:picChg>
        <pc:picChg chg="add del mod">
          <ac:chgData name="Soule, Terrence Lloyd COL USARMY FCD FBLP (USA)" userId="3cfeb602-9fc9-4043-9939-2c4da837f56c" providerId="ADAL" clId="{B9F9BD84-2799-4099-A99A-EE3E6981A790}" dt="2026-02-27T21:20:40.850" v="4262" actId="21"/>
          <ac:picMkLst>
            <pc:docMk/>
            <pc:sldMk cId="4111637646" sldId="256"/>
            <ac:picMk id="29" creationId="{1E19A5E3-76AE-AEF1-5E37-55CC587A820B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9:47:52.311" v="733" actId="1076"/>
          <ac:picMkLst>
            <pc:docMk/>
            <pc:sldMk cId="4111637646" sldId="256"/>
            <ac:picMk id="30" creationId="{89D7E7A4-6A22-738E-92E1-D6AD8253B33C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8:13:34.685" v="32" actId="1076"/>
          <ac:picMkLst>
            <pc:docMk/>
            <pc:sldMk cId="4111637646" sldId="256"/>
            <ac:picMk id="31" creationId="{ACC87983-6A65-52DD-7A7B-6DB3BD4FBA03}"/>
          </ac:picMkLst>
        </pc:picChg>
        <pc:picChg chg="add del mod">
          <ac:chgData name="Soule, Terrence Lloyd COL USARMY FCD FBLP (USA)" userId="3cfeb602-9fc9-4043-9939-2c4da837f56c" providerId="ADAL" clId="{B9F9BD84-2799-4099-A99A-EE3E6981A790}" dt="2026-02-27T21:20:40.850" v="4262" actId="21"/>
          <ac:picMkLst>
            <pc:docMk/>
            <pc:sldMk cId="4111637646" sldId="256"/>
            <ac:picMk id="32" creationId="{2E727C46-1B69-5F5F-8109-D1CF48ADF9BE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9:55:32.522" v="891" actId="1076"/>
          <ac:picMkLst>
            <pc:docMk/>
            <pc:sldMk cId="4111637646" sldId="256"/>
            <ac:picMk id="33" creationId="{DA6EC714-7788-3575-13D5-4A4D1A4360C0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9:55:35.615" v="892" actId="1076"/>
          <ac:picMkLst>
            <pc:docMk/>
            <pc:sldMk cId="4111637646" sldId="256"/>
            <ac:picMk id="34" creationId="{922F3C28-BAD7-F8D6-07D0-F94A89E46C7F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8:32:21.589" v="510" actId="1037"/>
          <ac:picMkLst>
            <pc:docMk/>
            <pc:sldMk cId="4111637646" sldId="256"/>
            <ac:picMk id="36" creationId="{517978C9-91B2-19CE-22DC-F6BE14D54EB5}"/>
          </ac:picMkLst>
        </pc:picChg>
        <pc:picChg chg="add del mod">
          <ac:chgData name="Soule, Terrence Lloyd COL USARMY FCD FBLP (USA)" userId="3cfeb602-9fc9-4043-9939-2c4da837f56c" providerId="ADAL" clId="{B9F9BD84-2799-4099-A99A-EE3E6981A790}" dt="2026-02-27T21:20:40.850" v="4262" actId="21"/>
          <ac:picMkLst>
            <pc:docMk/>
            <pc:sldMk cId="4111637646" sldId="256"/>
            <ac:picMk id="38" creationId="{2AF79AA3-D507-DF66-CA9D-236EEA451D5A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9:25:17.034" v="635" actId="1076"/>
          <ac:picMkLst>
            <pc:docMk/>
            <pc:sldMk cId="4111637646" sldId="256"/>
            <ac:picMk id="39" creationId="{B3D0634D-988D-014A-B527-975BC1E1C546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9:17:42.670" v="590" actId="1076"/>
          <ac:picMkLst>
            <pc:docMk/>
            <pc:sldMk cId="4111637646" sldId="256"/>
            <ac:picMk id="45" creationId="{CF3D4B41-BE51-C594-0E8E-EE77A116731C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8:23:00.952" v="105" actId="1076"/>
          <ac:picMkLst>
            <pc:docMk/>
            <pc:sldMk cId="4111637646" sldId="256"/>
            <ac:picMk id="48" creationId="{60CB1C9B-CFCF-C962-57C8-A773336F609B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8:35:43.803" v="559" actId="1076"/>
          <ac:picMkLst>
            <pc:docMk/>
            <pc:sldMk cId="4111637646" sldId="256"/>
            <ac:picMk id="53" creationId="{80D28DBF-34F7-5A08-95A7-D43ADDC9EA67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9:58:29.361" v="924" actId="14861"/>
          <ac:picMkLst>
            <pc:docMk/>
            <pc:sldMk cId="4111637646" sldId="256"/>
            <ac:picMk id="55" creationId="{8F2AE1A3-4EA6-9BDA-9564-4DA8E72B619B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21:14:48.212" v="4216" actId="1076"/>
          <ac:picMkLst>
            <pc:docMk/>
            <pc:sldMk cId="4111637646" sldId="256"/>
            <ac:picMk id="1026" creationId="{9EDDF273-56E6-28DD-5D7F-5C3BB6FD47A5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8:34:50.506" v="553" actId="1076"/>
          <ac:picMkLst>
            <pc:docMk/>
            <pc:sldMk cId="4111637646" sldId="256"/>
            <ac:picMk id="1028" creationId="{10EB2C55-3F97-928E-51E0-8EF1D5852860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8:13:28.410" v="30" actId="1076"/>
          <ac:picMkLst>
            <pc:docMk/>
            <pc:sldMk cId="4111637646" sldId="256"/>
            <ac:picMk id="1034" creationId="{6EB9A4D4-FC77-440F-1D4B-A8594F743437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9:55:38.323" v="893" actId="1076"/>
          <ac:picMkLst>
            <pc:docMk/>
            <pc:sldMk cId="4111637646" sldId="256"/>
            <ac:picMk id="1036" creationId="{C75205CF-9360-1825-5BAC-1C4CC8FE9B87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8:23:10.805" v="108" actId="1076"/>
          <ac:picMkLst>
            <pc:docMk/>
            <pc:sldMk cId="4111637646" sldId="256"/>
            <ac:picMk id="1038" creationId="{81544065-1615-0637-5790-70E31097DDE9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9:55:41.812" v="894" actId="1076"/>
          <ac:picMkLst>
            <pc:docMk/>
            <pc:sldMk cId="4111637646" sldId="256"/>
            <ac:picMk id="1044" creationId="{F2540F46-8632-7725-715F-19ADDB96FE6D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8:29:25.370" v="437" actId="14861"/>
          <ac:picMkLst>
            <pc:docMk/>
            <pc:sldMk cId="4111637646" sldId="256"/>
            <ac:picMk id="1046" creationId="{538B5F09-919C-D59F-4305-E24067E7D39F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8:36:21.309" v="571" actId="1076"/>
          <ac:picMkLst>
            <pc:docMk/>
            <pc:sldMk cId="4111637646" sldId="256"/>
            <ac:picMk id="1048" creationId="{C09360EA-FCFF-3460-8D05-189B59371B26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8:18:48.278" v="71" actId="1076"/>
          <ac:picMkLst>
            <pc:docMk/>
            <pc:sldMk cId="4111637646" sldId="256"/>
            <ac:picMk id="1050" creationId="{D3711C4F-1576-5C1C-416F-03F2A8BE00A2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9:47:15.899" v="720" actId="1076"/>
          <ac:picMkLst>
            <pc:docMk/>
            <pc:sldMk cId="4111637646" sldId="256"/>
            <ac:picMk id="1052" creationId="{11DC8817-70A4-E201-151A-3B4224DEFB51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8:23:32.374" v="125" actId="1038"/>
          <ac:picMkLst>
            <pc:docMk/>
            <pc:sldMk cId="4111637646" sldId="256"/>
            <ac:picMk id="1055" creationId="{6620DAF2-4E3E-C6F9-5B99-8D9850FAE298}"/>
          </ac:picMkLst>
        </pc:picChg>
        <pc:picChg chg="add del">
          <ac:chgData name="Soule, Terrence Lloyd COL USARMY FCD FBLP (USA)" userId="3cfeb602-9fc9-4043-9939-2c4da837f56c" providerId="ADAL" clId="{B9F9BD84-2799-4099-A99A-EE3E6981A790}" dt="2026-02-27T21:20:40.850" v="4262" actId="21"/>
          <ac:picMkLst>
            <pc:docMk/>
            <pc:sldMk cId="4111637646" sldId="256"/>
            <ac:picMk id="1057" creationId="{12A9556E-EB77-158F-0847-EF2338E1C760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8:22:55.161" v="102" actId="1076"/>
          <ac:picMkLst>
            <pc:docMk/>
            <pc:sldMk cId="4111637646" sldId="256"/>
            <ac:picMk id="1058" creationId="{C5A92D52-6310-51FD-05F2-ABFE90C78078}"/>
          </ac:picMkLst>
        </pc:picChg>
        <pc:picChg chg="del">
          <ac:chgData name="Soule, Terrence Lloyd COL USARMY FCD FBLP (USA)" userId="3cfeb602-9fc9-4043-9939-2c4da837f56c" providerId="ADAL" clId="{B9F9BD84-2799-4099-A99A-EE3E6981A790}" dt="2026-02-27T18:22:42.090" v="97" actId="478"/>
          <ac:picMkLst>
            <pc:docMk/>
            <pc:sldMk cId="4111637646" sldId="256"/>
            <ac:picMk id="1060" creationId="{4D297093-605A-57B7-04E3-713DD39C749D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9:17:40.078" v="588" actId="1076"/>
          <ac:picMkLst>
            <pc:docMk/>
            <pc:sldMk cId="4111637646" sldId="256"/>
            <ac:picMk id="1064" creationId="{3262C1F4-2464-9F86-22E7-9B70AD230AD8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8:23:32.374" v="125" actId="1038"/>
          <ac:picMkLst>
            <pc:docMk/>
            <pc:sldMk cId="4111637646" sldId="256"/>
            <ac:picMk id="1069" creationId="{39FA58F2-EB1D-864B-2CD5-691D98599E17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8:36:16.559" v="569" actId="1076"/>
          <ac:picMkLst>
            <pc:docMk/>
            <pc:sldMk cId="4111637646" sldId="256"/>
            <ac:picMk id="1070" creationId="{A2E280F9-F614-4D02-1778-55A9B7B1E99C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9:17:57.974" v="591" actId="1076"/>
          <ac:picMkLst>
            <pc:docMk/>
            <pc:sldMk cId="4111637646" sldId="256"/>
            <ac:picMk id="1071" creationId="{CD35175E-AE84-34F5-2F1C-98488B2F426B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8:13:16.301" v="27" actId="1076"/>
          <ac:picMkLst>
            <pc:docMk/>
            <pc:sldMk cId="4111637646" sldId="256"/>
            <ac:picMk id="1073" creationId="{F8D31924-E3BA-295D-4558-B1AE1E2C8688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9:58:45.944" v="929" actId="14861"/>
          <ac:picMkLst>
            <pc:docMk/>
            <pc:sldMk cId="4111637646" sldId="256"/>
            <ac:picMk id="1074" creationId="{C1410757-789A-B5BA-9F95-C7351081A1A8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9:17:41.486" v="589" actId="1076"/>
          <ac:picMkLst>
            <pc:docMk/>
            <pc:sldMk cId="4111637646" sldId="256"/>
            <ac:picMk id="1075" creationId="{AE3BBDFD-9BCE-6F91-9876-9C5462735D59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8:23:10.805" v="108" actId="1076"/>
          <ac:picMkLst>
            <pc:docMk/>
            <pc:sldMk cId="4111637646" sldId="256"/>
            <ac:picMk id="1076" creationId="{2FD19F5A-0DED-30FA-64F8-F36DA6B16105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8:15:57.921" v="44" actId="1076"/>
          <ac:picMkLst>
            <pc:docMk/>
            <pc:sldMk cId="4111637646" sldId="256"/>
            <ac:picMk id="1077" creationId="{F8017906-7F9C-1C31-06D4-15CB73ABFB8C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8:37:47.014" v="584" actId="1076"/>
          <ac:picMkLst>
            <pc:docMk/>
            <pc:sldMk cId="4111637646" sldId="256"/>
            <ac:picMk id="1078" creationId="{EF49AFBE-E7E5-927E-03EB-41DB40973900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8:16:01.446" v="46" actId="1076"/>
          <ac:picMkLst>
            <pc:docMk/>
            <pc:sldMk cId="4111637646" sldId="256"/>
            <ac:picMk id="1079" creationId="{CBC5750C-36B3-CCC4-410C-6B147A0CBD18}"/>
          </ac:picMkLst>
        </pc:picChg>
        <pc:picChg chg="mod">
          <ac:chgData name="Soule, Terrence Lloyd COL USARMY FCD FBLP (USA)" userId="3cfeb602-9fc9-4043-9939-2c4da837f56c" providerId="ADAL" clId="{B9F9BD84-2799-4099-A99A-EE3E6981A790}" dt="2026-02-27T18:37:49.185" v="585" actId="1076"/>
          <ac:picMkLst>
            <pc:docMk/>
            <pc:sldMk cId="4111637646" sldId="256"/>
            <ac:picMk id="1080" creationId="{A9D8E08C-0C42-3330-6E4A-A16DE9829E0C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8:16:12.265" v="49" actId="1076"/>
          <ac:picMkLst>
            <pc:docMk/>
            <pc:sldMk cId="4111637646" sldId="256"/>
            <ac:picMk id="1081" creationId="{6021A943-9290-EAC2-3DBC-C994DEEDD922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8:37:51.726" v="586" actId="1076"/>
          <ac:picMkLst>
            <pc:docMk/>
            <pc:sldMk cId="4111637646" sldId="256"/>
            <ac:picMk id="1082" creationId="{297E5190-D892-01C5-FB73-37EAD8F19220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8:16:16.073" v="51" actId="1076"/>
          <ac:picMkLst>
            <pc:docMk/>
            <pc:sldMk cId="4111637646" sldId="256"/>
            <ac:picMk id="1083" creationId="{8FEC4372-EFA4-5C52-4BEA-947ADE21FFA7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8:32:21.589" v="510" actId="1037"/>
          <ac:picMkLst>
            <pc:docMk/>
            <pc:sldMk cId="4111637646" sldId="256"/>
            <ac:picMk id="1084" creationId="{57E30864-2C68-93EE-49C0-61175AB9546A}"/>
          </ac:picMkLst>
        </pc:picChg>
        <pc:picChg chg="add del mod">
          <ac:chgData name="Soule, Terrence Lloyd COL USARMY FCD FBLP (USA)" userId="3cfeb602-9fc9-4043-9939-2c4da837f56c" providerId="ADAL" clId="{B9F9BD84-2799-4099-A99A-EE3E6981A790}" dt="2026-02-27T18:31:45.408" v="457" actId="478"/>
          <ac:picMkLst>
            <pc:docMk/>
            <pc:sldMk cId="4111637646" sldId="256"/>
            <ac:picMk id="1085" creationId="{0C2DC160-A2A6-1E2E-5F0E-2A32EF9F37DA}"/>
          </ac:picMkLst>
        </pc:picChg>
        <pc:picChg chg="add del mod">
          <ac:chgData name="Soule, Terrence Lloyd COL USARMY FCD FBLP (USA)" userId="3cfeb602-9fc9-4043-9939-2c4da837f56c" providerId="ADAL" clId="{B9F9BD84-2799-4099-A99A-EE3E6981A790}" dt="2026-02-27T18:19:10.383" v="72" actId="478"/>
          <ac:picMkLst>
            <pc:docMk/>
            <pc:sldMk cId="4111637646" sldId="256"/>
            <ac:picMk id="1086" creationId="{F918A374-7628-10AE-AF46-CADA301629D2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9:47:50.720" v="732" actId="1076"/>
          <ac:picMkLst>
            <pc:docMk/>
            <pc:sldMk cId="4111637646" sldId="256"/>
            <ac:picMk id="1087" creationId="{99C68626-9FF0-85BE-4223-4ABA031541C4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8:31:48.739" v="458" actId="1076"/>
          <ac:picMkLst>
            <pc:docMk/>
            <pc:sldMk cId="4111637646" sldId="256"/>
            <ac:picMk id="1088" creationId="{41309AED-7DF5-146D-64F4-5606D6971880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8:17:55" v="69" actId="1076"/>
          <ac:picMkLst>
            <pc:docMk/>
            <pc:sldMk cId="4111637646" sldId="256"/>
            <ac:picMk id="1089" creationId="{5E17DB48-8BCF-E5E8-D15E-5AF5D07D5F1F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8:19:58.573" v="82" actId="1076"/>
          <ac:picMkLst>
            <pc:docMk/>
            <pc:sldMk cId="4111637646" sldId="256"/>
            <ac:picMk id="1090" creationId="{A4E11DEA-DD5A-4905-3761-F8CE44445AA3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8:30:38.809" v="456" actId="14100"/>
          <ac:picMkLst>
            <pc:docMk/>
            <pc:sldMk cId="4111637646" sldId="256"/>
            <ac:picMk id="1091" creationId="{9AC1B76F-C370-8C55-8FE8-98A8B71CCC4C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8:36:28.485" v="574" actId="1076"/>
          <ac:picMkLst>
            <pc:docMk/>
            <pc:sldMk cId="4111637646" sldId="256"/>
            <ac:picMk id="1092" creationId="{4094F79E-00EB-6018-51C8-101402768C43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8:29:39.646" v="443"/>
          <ac:picMkLst>
            <pc:docMk/>
            <pc:sldMk cId="4111637646" sldId="256"/>
            <ac:picMk id="1093" creationId="{CE2FAE1D-513F-EB7C-7F40-524D2C401466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8:34:19.111" v="548" actId="1076"/>
          <ac:picMkLst>
            <pc:docMk/>
            <pc:sldMk cId="4111637646" sldId="256"/>
            <ac:picMk id="1094" creationId="{EAE281BF-4E11-4646-5E74-E165AC8A69E0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8:34:15.921" v="546" actId="1076"/>
          <ac:picMkLst>
            <pc:docMk/>
            <pc:sldMk cId="4111637646" sldId="256"/>
            <ac:picMk id="1095" creationId="{40D80B23-E467-F477-7F11-FE61164C831C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9:53:54.296" v="873" actId="1076"/>
          <ac:picMkLst>
            <pc:docMk/>
            <pc:sldMk cId="4111637646" sldId="256"/>
            <ac:picMk id="1096" creationId="{4CEF34F1-F32B-2654-6FAA-54B24FF7908A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9:23:27.254" v="624" actId="1076"/>
          <ac:picMkLst>
            <pc:docMk/>
            <pc:sldMk cId="4111637646" sldId="256"/>
            <ac:picMk id="1097" creationId="{6BA909AD-7A71-9E83-D980-68B85666ED67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21:09:45.445" v="3923" actId="1076"/>
          <ac:picMkLst>
            <pc:docMk/>
            <pc:sldMk cId="4111637646" sldId="256"/>
            <ac:picMk id="1098" creationId="{36CDD8F6-780F-7678-D639-AB0543C0F93D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8:29:00.103" v="409" actId="1076"/>
          <ac:picMkLst>
            <pc:docMk/>
            <pc:sldMk cId="4111637646" sldId="256"/>
            <ac:picMk id="1099" creationId="{BBADBF62-50A9-34D3-56EA-EF6A32E4D69F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8:29:05" v="412" actId="1076"/>
          <ac:picMkLst>
            <pc:docMk/>
            <pc:sldMk cId="4111637646" sldId="256"/>
            <ac:picMk id="1100" creationId="{0D1349D7-0395-92BA-C163-27BF173415C4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8:36:25.523" v="573" actId="1076"/>
          <ac:picMkLst>
            <pc:docMk/>
            <pc:sldMk cId="4111637646" sldId="256"/>
            <ac:picMk id="1101" creationId="{CFCD5BCA-DFB3-37AB-0BE2-BF8306A44F15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8:29:49.022" v="445" actId="1076"/>
          <ac:picMkLst>
            <pc:docMk/>
            <pc:sldMk cId="4111637646" sldId="256"/>
            <ac:picMk id="1102" creationId="{E972C763-2B77-00FE-BF34-B64AB45EF7B6}"/>
          </ac:picMkLst>
        </pc:picChg>
        <pc:picChg chg="add del mod">
          <ac:chgData name="Soule, Terrence Lloyd COL USARMY FCD FBLP (USA)" userId="3cfeb602-9fc9-4043-9939-2c4da837f56c" providerId="ADAL" clId="{B9F9BD84-2799-4099-A99A-EE3E6981A790}" dt="2026-02-27T21:20:40.850" v="4262" actId="21"/>
          <ac:picMkLst>
            <pc:docMk/>
            <pc:sldMk cId="4111637646" sldId="256"/>
            <ac:picMk id="1103" creationId="{74CC193A-3AD1-F868-DA5B-C9D5F6BB3E8A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8:36:34.339" v="575" actId="1076"/>
          <ac:picMkLst>
            <pc:docMk/>
            <pc:sldMk cId="4111637646" sldId="256"/>
            <ac:picMk id="1104" creationId="{4BFC2490-90F8-F2E8-39CA-D720F38ECB93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8:30:11.194" v="451" actId="1076"/>
          <ac:picMkLst>
            <pc:docMk/>
            <pc:sldMk cId="4111637646" sldId="256"/>
            <ac:picMk id="1105" creationId="{2F0DE0C9-D55D-E190-D09F-6717265F077B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8:36:19.683" v="570" actId="1076"/>
          <ac:picMkLst>
            <pc:docMk/>
            <pc:sldMk cId="4111637646" sldId="256"/>
            <ac:picMk id="1111" creationId="{6AF57CDD-D5CA-E000-7085-D04EAE2487B9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8:36:42.524" v="577" actId="1076"/>
          <ac:picMkLst>
            <pc:docMk/>
            <pc:sldMk cId="4111637646" sldId="256"/>
            <ac:picMk id="1112" creationId="{20C57DE2-B270-6480-781B-482822921978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8:36:57.523" v="579" actId="1076"/>
          <ac:picMkLst>
            <pc:docMk/>
            <pc:sldMk cId="4111637646" sldId="256"/>
            <ac:picMk id="1113" creationId="{3EE94377-75F9-7B9B-AB6F-7217F32D33F2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9:22:52.819" v="609" actId="1076"/>
          <ac:picMkLst>
            <pc:docMk/>
            <pc:sldMk cId="4111637646" sldId="256"/>
            <ac:picMk id="1114" creationId="{97594B54-2D8E-7EC4-20BC-D8F5BE643235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9:24:55.402" v="632" actId="1076"/>
          <ac:picMkLst>
            <pc:docMk/>
            <pc:sldMk cId="4111637646" sldId="256"/>
            <ac:picMk id="1115" creationId="{2DCBE27A-8FF8-9667-EEAD-A8AA62D8F0F4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9:24:55.402" v="632" actId="1076"/>
          <ac:picMkLst>
            <pc:docMk/>
            <pc:sldMk cId="4111637646" sldId="256"/>
            <ac:picMk id="1116" creationId="{1E5A1BCA-C52F-B8A1-DC37-73CFFD504F20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9:24:57.824" v="633" actId="1076"/>
          <ac:picMkLst>
            <pc:docMk/>
            <pc:sldMk cId="4111637646" sldId="256"/>
            <ac:picMk id="1117" creationId="{AC29AEB9-4E8A-FD94-D667-8685D20CE4D9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9:24:57.824" v="633" actId="1076"/>
          <ac:picMkLst>
            <pc:docMk/>
            <pc:sldMk cId="4111637646" sldId="256"/>
            <ac:picMk id="1118" creationId="{B8BFF621-10C6-3667-9D4F-8D0DB0922F54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9:48:36.672" v="738" actId="14861"/>
          <ac:picMkLst>
            <pc:docMk/>
            <pc:sldMk cId="4111637646" sldId="256"/>
            <ac:picMk id="1122" creationId="{282B1958-4AB2-FEA6-DE47-F2EE7ACB886A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9:52:09.436" v="766"/>
          <ac:picMkLst>
            <pc:docMk/>
            <pc:sldMk cId="4111637646" sldId="256"/>
            <ac:picMk id="1123" creationId="{EE6B6955-5E6F-2406-DB71-9AC3558DB758}"/>
          </ac:picMkLst>
        </pc:picChg>
        <pc:picChg chg="add del mod">
          <ac:chgData name="Soule, Terrence Lloyd COL USARMY FCD FBLP (USA)" userId="3cfeb602-9fc9-4043-9939-2c4da837f56c" providerId="ADAL" clId="{B9F9BD84-2799-4099-A99A-EE3E6981A790}" dt="2026-02-27T21:20:40.850" v="4262" actId="21"/>
          <ac:picMkLst>
            <pc:docMk/>
            <pc:sldMk cId="4111637646" sldId="256"/>
            <ac:picMk id="1124" creationId="{23381BDD-9B5C-67ED-E70C-1FFBD45E157A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9:48:36.672" v="738" actId="14861"/>
          <ac:picMkLst>
            <pc:docMk/>
            <pc:sldMk cId="4111637646" sldId="256"/>
            <ac:picMk id="1125" creationId="{3F2AF9C9-3506-760E-5284-0E2E804313ED}"/>
          </ac:picMkLst>
        </pc:picChg>
        <pc:picChg chg="add del mod">
          <ac:chgData name="Soule, Terrence Lloyd COL USARMY FCD FBLP (USA)" userId="3cfeb602-9fc9-4043-9939-2c4da837f56c" providerId="ADAL" clId="{B9F9BD84-2799-4099-A99A-EE3E6981A790}" dt="2026-02-27T21:20:40.850" v="4262" actId="21"/>
          <ac:picMkLst>
            <pc:docMk/>
            <pc:sldMk cId="4111637646" sldId="256"/>
            <ac:picMk id="1126" creationId="{0DB82D4A-A226-151C-0DE1-126384F2329E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9:48:36.672" v="738" actId="14861"/>
          <ac:picMkLst>
            <pc:docMk/>
            <pc:sldMk cId="4111637646" sldId="256"/>
            <ac:picMk id="1127" creationId="{C2003740-21C6-AC02-D407-2031920072F7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9:52:09.436" v="766"/>
          <ac:picMkLst>
            <pc:docMk/>
            <pc:sldMk cId="4111637646" sldId="256"/>
            <ac:picMk id="1128" creationId="{2A1E12F2-381B-625F-14E4-6D6FF1FDFAD5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9:48:36.672" v="738" actId="14861"/>
          <ac:picMkLst>
            <pc:docMk/>
            <pc:sldMk cId="4111637646" sldId="256"/>
            <ac:picMk id="1129" creationId="{6B6A30AE-283A-6AB7-FE71-56421A0277EB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9:48:16.384" v="736" actId="14861"/>
          <ac:picMkLst>
            <pc:docMk/>
            <pc:sldMk cId="4111637646" sldId="256"/>
            <ac:picMk id="1130" creationId="{E3A7F52A-55CE-A09F-8498-538C6D3C8399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9:48:16.384" v="736" actId="14861"/>
          <ac:picMkLst>
            <pc:docMk/>
            <pc:sldMk cId="4111637646" sldId="256"/>
            <ac:picMk id="1131" creationId="{17A50FDC-8D2C-23C3-84FF-D6C083F6A130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9:52:40.419" v="867"/>
          <ac:picMkLst>
            <pc:docMk/>
            <pc:sldMk cId="4111637646" sldId="256"/>
            <ac:picMk id="1132" creationId="{1E44A148-5E90-E17F-E9D9-98B1DCA39B3E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9:54:59.850" v="886" actId="14100"/>
          <ac:picMkLst>
            <pc:docMk/>
            <pc:sldMk cId="4111637646" sldId="256"/>
            <ac:picMk id="1133" creationId="{5A6D5B81-FE11-2697-FB3C-1FA1067FB70D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9:54:29.462" v="881"/>
          <ac:picMkLst>
            <pc:docMk/>
            <pc:sldMk cId="4111637646" sldId="256"/>
            <ac:picMk id="1134" creationId="{805A2078-15DB-08C2-0C41-CD93AD3BBE1C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9:54:40.692" v="885" actId="1076"/>
          <ac:picMkLst>
            <pc:docMk/>
            <pc:sldMk cId="4111637646" sldId="256"/>
            <ac:picMk id="1135" creationId="{D1F818B8-C4D0-A294-7C18-7B5F768C925E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9:55:32.522" v="891" actId="1076"/>
          <ac:picMkLst>
            <pc:docMk/>
            <pc:sldMk cId="4111637646" sldId="256"/>
            <ac:picMk id="1136" creationId="{E670A5F0-D205-EF63-69F5-FC603C90FF1F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20:02:45.888" v="1077" actId="1037"/>
          <ac:picMkLst>
            <pc:docMk/>
            <pc:sldMk cId="4111637646" sldId="256"/>
            <ac:picMk id="1137" creationId="{4D1F0CF3-1A8E-6DBC-280B-79B32CCC01A1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20:02:45.888" v="1077" actId="1037"/>
          <ac:picMkLst>
            <pc:docMk/>
            <pc:sldMk cId="4111637646" sldId="256"/>
            <ac:picMk id="1138" creationId="{A91A4249-9FE2-A2E2-7081-7CCF39512817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19:58:29.361" v="924" actId="14861"/>
          <ac:picMkLst>
            <pc:docMk/>
            <pc:sldMk cId="4111637646" sldId="256"/>
            <ac:picMk id="1139" creationId="{8B7F48F2-99A5-5CD6-30EF-DA6410E3EEAB}"/>
          </ac:picMkLst>
        </pc:picChg>
        <pc:picChg chg="add del mod">
          <ac:chgData name="Soule, Terrence Lloyd COL USARMY FCD FBLP (USA)" userId="3cfeb602-9fc9-4043-9939-2c4da837f56c" providerId="ADAL" clId="{B9F9BD84-2799-4099-A99A-EE3E6981A790}" dt="2026-02-27T20:00:48.661" v="940" actId="478"/>
          <ac:picMkLst>
            <pc:docMk/>
            <pc:sldMk cId="4111637646" sldId="256"/>
            <ac:picMk id="1140" creationId="{63CD567A-DE05-74C6-7A11-8C936EFD0C0D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20:01:27.361" v="950" actId="1076"/>
          <ac:picMkLst>
            <pc:docMk/>
            <pc:sldMk cId="4111637646" sldId="256"/>
            <ac:picMk id="1141" creationId="{2D5484A4-8031-E900-3C80-7AFD37E2FF6C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20:02:20.300" v="1065" actId="1076"/>
          <ac:picMkLst>
            <pc:docMk/>
            <pc:sldMk cId="4111637646" sldId="256"/>
            <ac:picMk id="1142" creationId="{A0FE3D74-17A9-5991-3A5A-8DAE4CE46E20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21:14:44.268" v="4214" actId="688"/>
          <ac:picMkLst>
            <pc:docMk/>
            <pc:sldMk cId="4111637646" sldId="256"/>
            <ac:picMk id="1149" creationId="{70CA80D5-1843-1F05-DF02-C4A636259A96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21:14:51.912" v="4217" actId="688"/>
          <ac:picMkLst>
            <pc:docMk/>
            <pc:sldMk cId="4111637646" sldId="256"/>
            <ac:picMk id="1150" creationId="{3216621D-40F2-A221-9486-9A5A126C5358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21:17:39.458" v="4227" actId="1076"/>
          <ac:picMkLst>
            <pc:docMk/>
            <pc:sldMk cId="4111637646" sldId="256"/>
            <ac:picMk id="1151" creationId="{8BB96C92-53B7-5B0C-F500-F1A78EEFE6CD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21:17:44.356" v="4229" actId="1076"/>
          <ac:picMkLst>
            <pc:docMk/>
            <pc:sldMk cId="4111637646" sldId="256"/>
            <ac:picMk id="1152" creationId="{3968025A-49D1-F53C-ED95-88B3162213A3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21:20:24.413" v="4259" actId="1076"/>
          <ac:picMkLst>
            <pc:docMk/>
            <pc:sldMk cId="4111637646" sldId="256"/>
            <ac:picMk id="1153" creationId="{80A2CAF9-A706-F302-14CE-F900923E4FCD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21:17:50.826" v="4233" actId="1076"/>
          <ac:picMkLst>
            <pc:docMk/>
            <pc:sldMk cId="4111637646" sldId="256"/>
            <ac:picMk id="1154" creationId="{AA306E5A-ECC7-1DA5-DA84-CFA3B5C7DA28}"/>
          </ac:picMkLst>
        </pc:picChg>
        <pc:picChg chg="add del mod">
          <ac:chgData name="Soule, Terrence Lloyd COL USARMY FCD FBLP (USA)" userId="3cfeb602-9fc9-4043-9939-2c4da837f56c" providerId="ADAL" clId="{B9F9BD84-2799-4099-A99A-EE3E6981A790}" dt="2026-02-27T21:18:26.455" v="4236" actId="478"/>
          <ac:picMkLst>
            <pc:docMk/>
            <pc:sldMk cId="4111637646" sldId="256"/>
            <ac:picMk id="1155" creationId="{4CF407EF-F62D-4038-742B-64E4513CFEE7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21:19:05.979" v="4248" actId="1076"/>
          <ac:picMkLst>
            <pc:docMk/>
            <pc:sldMk cId="4111637646" sldId="256"/>
            <ac:picMk id="1156" creationId="{5DB04F0F-5B5B-FD9E-27BF-F47D0D45962B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21:19:09.252" v="4250" actId="1076"/>
          <ac:picMkLst>
            <pc:docMk/>
            <pc:sldMk cId="4111637646" sldId="256"/>
            <ac:picMk id="1157" creationId="{1F0899FB-0269-61A7-584B-88DD71FC2270}"/>
          </ac:picMkLst>
        </pc:picChg>
        <pc:picChg chg="add del mod">
          <ac:chgData name="Soule, Terrence Lloyd COL USARMY FCD FBLP (USA)" userId="3cfeb602-9fc9-4043-9939-2c4da837f56c" providerId="ADAL" clId="{B9F9BD84-2799-4099-A99A-EE3E6981A790}" dt="2026-02-27T21:20:40.850" v="4262" actId="21"/>
          <ac:picMkLst>
            <pc:docMk/>
            <pc:sldMk cId="4111637646" sldId="256"/>
            <ac:picMk id="1158" creationId="{FF9B4969-BBBE-495A-1B26-1EB3B88185AB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21:20:19.453" v="4257" actId="1076"/>
          <ac:picMkLst>
            <pc:docMk/>
            <pc:sldMk cId="4111637646" sldId="256"/>
            <ac:picMk id="1159" creationId="{0307B70B-A29B-C058-C9C5-77C4A92F9D2B}"/>
          </ac:picMkLst>
        </pc:picChg>
        <pc:cxnChg chg="mod">
          <ac:chgData name="Soule, Terrence Lloyd COL USARMY FCD FBLP (USA)" userId="3cfeb602-9fc9-4043-9939-2c4da837f56c" providerId="ADAL" clId="{B9F9BD84-2799-4099-A99A-EE3E6981A790}" dt="2026-02-27T18:34:00.348" v="538" actId="478"/>
          <ac:cxnSpMkLst>
            <pc:docMk/>
            <pc:sldMk cId="4111637646" sldId="256"/>
            <ac:cxnSpMk id="1107" creationId="{AAD8A2CB-46B1-218D-E22F-7EC7187A4817}"/>
          </ac:cxnSpMkLst>
        </pc:cxnChg>
        <pc:cxnChg chg="mod">
          <ac:chgData name="Soule, Terrence Lloyd COL USARMY FCD FBLP (USA)" userId="3cfeb602-9fc9-4043-9939-2c4da837f56c" providerId="ADAL" clId="{B9F9BD84-2799-4099-A99A-EE3E6981A790}" dt="2026-02-27T18:34:00.348" v="538" actId="478"/>
          <ac:cxnSpMkLst>
            <pc:docMk/>
            <pc:sldMk cId="4111637646" sldId="256"/>
            <ac:cxnSpMk id="1109" creationId="{999E7FA5-B29C-0CE6-D005-B90D9587F5EC}"/>
          </ac:cxnSpMkLst>
        </pc:cxnChg>
      </pc:sldChg>
      <pc:sldChg chg="addSp delSp modSp new mod ord">
        <pc:chgData name="Soule, Terrence Lloyd COL USARMY FCD FBLP (USA)" userId="3cfeb602-9fc9-4043-9939-2c4da837f56c" providerId="ADAL" clId="{B9F9BD84-2799-4099-A99A-EE3E6981A790}" dt="2026-02-27T21:30:48.759" v="4702" actId="207"/>
        <pc:sldMkLst>
          <pc:docMk/>
          <pc:sldMk cId="1714403883" sldId="257"/>
        </pc:sldMkLst>
        <pc:spChg chg="del">
          <ac:chgData name="Soule, Terrence Lloyd COL USARMY FCD FBLP (USA)" userId="3cfeb602-9fc9-4043-9939-2c4da837f56c" providerId="ADAL" clId="{B9F9BD84-2799-4099-A99A-EE3E6981A790}" dt="2026-02-27T19:41:56.541" v="666" actId="478"/>
          <ac:spMkLst>
            <pc:docMk/>
            <pc:sldMk cId="1714403883" sldId="257"/>
            <ac:spMk id="2" creationId="{B8E6BB25-BEF0-CA0F-AC07-B3BA44FF024A}"/>
          </ac:spMkLst>
        </pc:spChg>
        <pc:spChg chg="del">
          <ac:chgData name="Soule, Terrence Lloyd COL USARMY FCD FBLP (USA)" userId="3cfeb602-9fc9-4043-9939-2c4da837f56c" providerId="ADAL" clId="{B9F9BD84-2799-4099-A99A-EE3E6981A790}" dt="2026-02-27T19:41:56.541" v="666" actId="478"/>
          <ac:spMkLst>
            <pc:docMk/>
            <pc:sldMk cId="1714403883" sldId="257"/>
            <ac:spMk id="3" creationId="{7E9B96A5-1591-CB00-B0B9-6AF50618EB39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0:24:47.338" v="1858" actId="1076"/>
          <ac:spMkLst>
            <pc:docMk/>
            <pc:sldMk cId="1714403883" sldId="257"/>
            <ac:spMk id="6" creationId="{A6246FBF-23CE-76EA-DF47-6F39843CD29D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28:08.225" v="4427" actId="14100"/>
          <ac:spMkLst>
            <pc:docMk/>
            <pc:sldMk cId="1714403883" sldId="257"/>
            <ac:spMk id="7" creationId="{4FD5D924-8788-122E-2F05-DA45D9F7613F}"/>
          </ac:spMkLst>
        </pc:spChg>
        <pc:spChg chg="add mod ord">
          <ac:chgData name="Soule, Terrence Lloyd COL USARMY FCD FBLP (USA)" userId="3cfeb602-9fc9-4043-9939-2c4da837f56c" providerId="ADAL" clId="{B9F9BD84-2799-4099-A99A-EE3E6981A790}" dt="2026-02-27T21:26:53.566" v="4410" actId="1036"/>
          <ac:spMkLst>
            <pc:docMk/>
            <pc:sldMk cId="1714403883" sldId="257"/>
            <ac:spMk id="8" creationId="{B253DE1C-26DF-DF1B-09CA-D4D4DACEA9BC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0:23:46.933" v="1830"/>
          <ac:spMkLst>
            <pc:docMk/>
            <pc:sldMk cId="1714403883" sldId="257"/>
            <ac:spMk id="9" creationId="{95BC0D02-6044-03A4-FAFD-1380D31E0E53}"/>
          </ac:spMkLst>
        </pc:spChg>
        <pc:spChg chg="add del mod">
          <ac:chgData name="Soule, Terrence Lloyd COL USARMY FCD FBLP (USA)" userId="3cfeb602-9fc9-4043-9939-2c4da837f56c" providerId="ADAL" clId="{B9F9BD84-2799-4099-A99A-EE3E6981A790}" dt="2026-02-27T20:37:40.522" v="2647" actId="478"/>
          <ac:spMkLst>
            <pc:docMk/>
            <pc:sldMk cId="1714403883" sldId="257"/>
            <ac:spMk id="10" creationId="{98128B7B-E502-73F2-D874-282AE9E6EA04}"/>
          </ac:spMkLst>
        </pc:spChg>
        <pc:spChg chg="add del mod">
          <ac:chgData name="Soule, Terrence Lloyd COL USARMY FCD FBLP (USA)" userId="3cfeb602-9fc9-4043-9939-2c4da837f56c" providerId="ADAL" clId="{B9F9BD84-2799-4099-A99A-EE3E6981A790}" dt="2026-02-27T20:37:40.522" v="2647" actId="478"/>
          <ac:spMkLst>
            <pc:docMk/>
            <pc:sldMk cId="1714403883" sldId="257"/>
            <ac:spMk id="11" creationId="{157299A1-12B4-2D9F-5A80-5A2486834A19}"/>
          </ac:spMkLst>
        </pc:spChg>
        <pc:spChg chg="add del mod">
          <ac:chgData name="Soule, Terrence Lloyd COL USARMY FCD FBLP (USA)" userId="3cfeb602-9fc9-4043-9939-2c4da837f56c" providerId="ADAL" clId="{B9F9BD84-2799-4099-A99A-EE3E6981A790}" dt="2026-02-27T20:37:40.522" v="2647" actId="478"/>
          <ac:spMkLst>
            <pc:docMk/>
            <pc:sldMk cId="1714403883" sldId="257"/>
            <ac:spMk id="12" creationId="{E71ED1D2-40AB-5C4D-CAC0-10E8F9DDAA96}"/>
          </ac:spMkLst>
        </pc:spChg>
        <pc:spChg chg="add del mod">
          <ac:chgData name="Soule, Terrence Lloyd COL USARMY FCD FBLP (USA)" userId="3cfeb602-9fc9-4043-9939-2c4da837f56c" providerId="ADAL" clId="{B9F9BD84-2799-4099-A99A-EE3E6981A790}" dt="2026-02-27T20:37:40.522" v="2647" actId="478"/>
          <ac:spMkLst>
            <pc:docMk/>
            <pc:sldMk cId="1714403883" sldId="257"/>
            <ac:spMk id="13" creationId="{27AD9312-F301-3F3C-53B6-9CBB974CE587}"/>
          </ac:spMkLst>
        </pc:spChg>
        <pc:spChg chg="add del">
          <ac:chgData name="Soule, Terrence Lloyd COL USARMY FCD FBLP (USA)" userId="3cfeb602-9fc9-4043-9939-2c4da837f56c" providerId="ADAL" clId="{B9F9BD84-2799-4099-A99A-EE3E6981A790}" dt="2026-02-27T20:29:56.697" v="2129" actId="478"/>
          <ac:spMkLst>
            <pc:docMk/>
            <pc:sldMk cId="1714403883" sldId="257"/>
            <ac:spMk id="14" creationId="{1447DD29-F098-300F-24F7-1DEF905BC6F2}"/>
          </ac:spMkLst>
        </pc:spChg>
        <pc:spChg chg="add del mod ord">
          <ac:chgData name="Soule, Terrence Lloyd COL USARMY FCD FBLP (USA)" userId="3cfeb602-9fc9-4043-9939-2c4da837f56c" providerId="ADAL" clId="{B9F9BD84-2799-4099-A99A-EE3E6981A790}" dt="2026-02-27T20:37:40.522" v="2647" actId="478"/>
          <ac:spMkLst>
            <pc:docMk/>
            <pc:sldMk cId="1714403883" sldId="257"/>
            <ac:spMk id="15" creationId="{A884BC3C-E240-7D24-02BB-B39287B6083C}"/>
          </ac:spMkLst>
        </pc:spChg>
        <pc:spChg chg="add del mod">
          <ac:chgData name="Soule, Terrence Lloyd COL USARMY FCD FBLP (USA)" userId="3cfeb602-9fc9-4043-9939-2c4da837f56c" providerId="ADAL" clId="{B9F9BD84-2799-4099-A99A-EE3E6981A790}" dt="2026-02-27T20:37:40.522" v="2647" actId="478"/>
          <ac:spMkLst>
            <pc:docMk/>
            <pc:sldMk cId="1714403883" sldId="257"/>
            <ac:spMk id="22" creationId="{322C8C86-872F-1FE2-897E-5B23B8E26A6C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01:31.512" v="3814" actId="20577"/>
          <ac:spMkLst>
            <pc:docMk/>
            <pc:sldMk cId="1714403883" sldId="257"/>
            <ac:spMk id="23" creationId="{A00CB009-1670-8C72-D9EF-FBF8F922A5A6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25:01.446" v="4296" actId="1037"/>
          <ac:spMkLst>
            <pc:docMk/>
            <pc:sldMk cId="1714403883" sldId="257"/>
            <ac:spMk id="24" creationId="{80A54986-1191-0DD8-0D9B-3B3B0BF0516E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01:50.748" v="3831" actId="20577"/>
          <ac:spMkLst>
            <pc:docMk/>
            <pc:sldMk cId="1714403883" sldId="257"/>
            <ac:spMk id="25" creationId="{B11D19DA-BEC2-1850-C5C2-CC2C4BD9D27E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26:53.566" v="4410" actId="1036"/>
          <ac:spMkLst>
            <pc:docMk/>
            <pc:sldMk cId="1714403883" sldId="257"/>
            <ac:spMk id="26" creationId="{70821D7A-49A7-2B0C-79D5-A7E5EE59D714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01:36.330" v="3815" actId="1076"/>
          <ac:spMkLst>
            <pc:docMk/>
            <pc:sldMk cId="1714403883" sldId="257"/>
            <ac:spMk id="27" creationId="{EEAEC24A-50A0-B9F5-EB57-D8EA0EA86A96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0:53:59.582" v="3727" actId="1076"/>
          <ac:spMkLst>
            <pc:docMk/>
            <pc:sldMk cId="1714403883" sldId="257"/>
            <ac:spMk id="28" creationId="{C1581493-D805-FA4A-6C3D-3089D141172F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0:54:07.414" v="3729" actId="1076"/>
          <ac:spMkLst>
            <pc:docMk/>
            <pc:sldMk cId="1714403883" sldId="257"/>
            <ac:spMk id="29" creationId="{2E29BCDC-41AD-BC0F-FE02-99EEC5FFA7A5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21:28.469" v="4269" actId="1076"/>
          <ac:spMkLst>
            <pc:docMk/>
            <pc:sldMk cId="1714403883" sldId="257"/>
            <ac:spMk id="30" creationId="{8D2BD6BC-C3FA-418A-45AA-3AE0C0E9F552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0:54:45.426" v="3735" actId="20577"/>
          <ac:spMkLst>
            <pc:docMk/>
            <pc:sldMk cId="1714403883" sldId="257"/>
            <ac:spMk id="31" creationId="{EBDABBE5-A360-A737-B140-670A17026556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0:55:04.864" v="3738" actId="1076"/>
          <ac:spMkLst>
            <pc:docMk/>
            <pc:sldMk cId="1714403883" sldId="257"/>
            <ac:spMk id="32" creationId="{5FC848C1-2ABE-0CC8-126C-A59EC0C8AA83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0:56:38.700" v="3752" actId="1076"/>
          <ac:spMkLst>
            <pc:docMk/>
            <pc:sldMk cId="1714403883" sldId="257"/>
            <ac:spMk id="33" creationId="{37805EB0-DE00-33CA-7B59-48A0FB6BE0DF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0:56:44.679" v="3754" actId="1076"/>
          <ac:spMkLst>
            <pc:docMk/>
            <pc:sldMk cId="1714403883" sldId="257"/>
            <ac:spMk id="34" creationId="{11E8B632-7149-CA82-4CB8-679BDEF455D0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26:53.566" v="4410" actId="1036"/>
          <ac:spMkLst>
            <pc:docMk/>
            <pc:sldMk cId="1714403883" sldId="257"/>
            <ac:spMk id="35" creationId="{F93FCEB6-9A8B-B5A7-2777-8BF4A4EB1663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26:53.566" v="4410" actId="1036"/>
          <ac:spMkLst>
            <pc:docMk/>
            <pc:sldMk cId="1714403883" sldId="257"/>
            <ac:spMk id="36" creationId="{BF164484-43C4-CB9F-C1FE-A468E3D5CE38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26:53.566" v="4410" actId="1036"/>
          <ac:spMkLst>
            <pc:docMk/>
            <pc:sldMk cId="1714403883" sldId="257"/>
            <ac:spMk id="37" creationId="{30CD26F0-CB8E-F4E0-6EC7-61CC82245D6A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22:01.518" v="4273" actId="1076"/>
          <ac:spMkLst>
            <pc:docMk/>
            <pc:sldMk cId="1714403883" sldId="257"/>
            <ac:spMk id="38" creationId="{B63A5245-EF63-6832-0AD9-8A84D16A6D5F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25:01.446" v="4296" actId="1037"/>
          <ac:spMkLst>
            <pc:docMk/>
            <pc:sldMk cId="1714403883" sldId="257"/>
            <ac:spMk id="39" creationId="{813B9064-5900-B364-5BDC-6093DC639B71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26:53.566" v="4410" actId="1036"/>
          <ac:spMkLst>
            <pc:docMk/>
            <pc:sldMk cId="1714403883" sldId="257"/>
            <ac:spMk id="40" creationId="{F0FE891B-AFDE-84D4-EE07-87ADF58BEA96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22:17.222" v="4277" actId="1076"/>
          <ac:spMkLst>
            <pc:docMk/>
            <pc:sldMk cId="1714403883" sldId="257"/>
            <ac:spMk id="41" creationId="{361E3ABF-19DF-CF7C-33A0-2841C8CDD9D8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22:27.199" v="4280" actId="1076"/>
          <ac:spMkLst>
            <pc:docMk/>
            <pc:sldMk cId="1714403883" sldId="257"/>
            <ac:spMk id="42" creationId="{D093E6E2-4616-9D04-F5D3-41B398DBC698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00:50.097" v="3801" actId="20577"/>
          <ac:spMkLst>
            <pc:docMk/>
            <pc:sldMk cId="1714403883" sldId="257"/>
            <ac:spMk id="43" creationId="{E55A5D8A-D5CC-093B-C853-8ED9141A85B4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26:53.566" v="4410" actId="1036"/>
          <ac:spMkLst>
            <pc:docMk/>
            <pc:sldMk cId="1714403883" sldId="257"/>
            <ac:spMk id="44" creationId="{824B85B7-4DB1-7A75-EA21-51A92B5EE060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01:55.596" v="3835" actId="1037"/>
          <ac:spMkLst>
            <pc:docMk/>
            <pc:sldMk cId="1714403883" sldId="257"/>
            <ac:spMk id="45" creationId="{981E4AAB-430D-78D6-E721-B28239D7DA7F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26:53.566" v="4410" actId="1036"/>
          <ac:spMkLst>
            <pc:docMk/>
            <pc:sldMk cId="1714403883" sldId="257"/>
            <ac:spMk id="46" creationId="{0C2A3D52-D21B-9EEF-27FE-1F3909715D02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03:25.129" v="3863" actId="14100"/>
          <ac:spMkLst>
            <pc:docMk/>
            <pc:sldMk cId="1714403883" sldId="257"/>
            <ac:spMk id="47" creationId="{C0EC5777-373A-4161-271B-6B519193444A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03:43.115" v="3867" actId="20577"/>
          <ac:spMkLst>
            <pc:docMk/>
            <pc:sldMk cId="1714403883" sldId="257"/>
            <ac:spMk id="48" creationId="{72BBBEB5-502E-1EF0-D280-A42A84D9E8A5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21:25.418" v="4268" actId="1076"/>
          <ac:spMkLst>
            <pc:docMk/>
            <pc:sldMk cId="1714403883" sldId="257"/>
            <ac:spMk id="49" creationId="{1B6F1D6C-CC82-2A8E-5D8F-1837D836D149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26:53.566" v="4410" actId="1036"/>
          <ac:spMkLst>
            <pc:docMk/>
            <pc:sldMk cId="1714403883" sldId="257"/>
            <ac:spMk id="50" creationId="{9DA4218C-13B7-CDAD-658C-A659C63555F3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22:53.874" v="4282" actId="1076"/>
          <ac:spMkLst>
            <pc:docMk/>
            <pc:sldMk cId="1714403883" sldId="257"/>
            <ac:spMk id="51" creationId="{50B47A5A-2AB3-0751-6208-0AB79AAE5D4E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06:09.710" v="3887" actId="1076"/>
          <ac:spMkLst>
            <pc:docMk/>
            <pc:sldMk cId="1714403883" sldId="257"/>
            <ac:spMk id="52" creationId="{1C437BEE-5FA4-69E4-681E-709BBAE62CAF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06:19.784" v="3890" actId="1076"/>
          <ac:spMkLst>
            <pc:docMk/>
            <pc:sldMk cId="1714403883" sldId="257"/>
            <ac:spMk id="53" creationId="{3A623E28-3B19-B04F-F2BB-B9DC02EEB399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26:53.566" v="4410" actId="1036"/>
          <ac:spMkLst>
            <pc:docMk/>
            <pc:sldMk cId="1714403883" sldId="257"/>
            <ac:spMk id="54" creationId="{14502C92-12C0-D68E-2140-435F91F9812F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22:25.597" v="4279" actId="1076"/>
          <ac:spMkLst>
            <pc:docMk/>
            <pc:sldMk cId="1714403883" sldId="257"/>
            <ac:spMk id="55" creationId="{E1BD1516-B2F3-D07A-25E0-684258C5A35B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22:13.793" v="4276" actId="1076"/>
          <ac:spMkLst>
            <pc:docMk/>
            <pc:sldMk cId="1714403883" sldId="257"/>
            <ac:spMk id="56" creationId="{6FE8DD70-1BDE-D075-7746-9BD315A035DD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22:18.637" v="4278" actId="1076"/>
          <ac:spMkLst>
            <pc:docMk/>
            <pc:sldMk cId="1714403883" sldId="257"/>
            <ac:spMk id="57" creationId="{6966B109-C88E-8013-974B-4B4DB834A197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23:42.487" v="4286" actId="1076"/>
          <ac:spMkLst>
            <pc:docMk/>
            <pc:sldMk cId="1714403883" sldId="257"/>
            <ac:spMk id="59" creationId="{E9AB19DA-DF87-D08D-9F3A-999DC9A5D3C3}"/>
          </ac:spMkLst>
        </pc:spChg>
        <pc:spChg chg="add mod">
          <ac:chgData name="Soule, Terrence Lloyd COL USARMY FCD FBLP (USA)" userId="3cfeb602-9fc9-4043-9939-2c4da837f56c" providerId="ADAL" clId="{B9F9BD84-2799-4099-A99A-EE3E6981A790}" dt="2026-02-27T21:30:48.759" v="4702" actId="207"/>
          <ac:spMkLst>
            <pc:docMk/>
            <pc:sldMk cId="1714403883" sldId="257"/>
            <ac:spMk id="61" creationId="{BF9A803E-A420-5F17-93FC-FBAAF1F19DD7}"/>
          </ac:spMkLst>
        </pc:spChg>
        <pc:picChg chg="add">
          <ac:chgData name="Soule, Terrence Lloyd COL USARMY FCD FBLP (USA)" userId="3cfeb602-9fc9-4043-9939-2c4da837f56c" providerId="ADAL" clId="{B9F9BD84-2799-4099-A99A-EE3E6981A790}" dt="2026-02-27T20:03:11.485" v="1079"/>
          <ac:picMkLst>
            <pc:docMk/>
            <pc:sldMk cId="1714403883" sldId="257"/>
            <ac:picMk id="4" creationId="{B46688FE-6AAA-D771-35C1-CDB7B45BB597}"/>
          </ac:picMkLst>
        </pc:picChg>
        <pc:picChg chg="add del mod">
          <ac:chgData name="Soule, Terrence Lloyd COL USARMY FCD FBLP (USA)" userId="3cfeb602-9fc9-4043-9939-2c4da837f56c" providerId="ADAL" clId="{B9F9BD84-2799-4099-A99A-EE3E6981A790}" dt="2026-02-27T21:20:32.018" v="4260" actId="478"/>
          <ac:picMkLst>
            <pc:docMk/>
            <pc:sldMk cId="1714403883" sldId="257"/>
            <ac:picMk id="5" creationId="{A6253328-2AA9-DF0E-FD56-F69737846D96}"/>
          </ac:picMkLst>
        </pc:picChg>
        <pc:picChg chg="add mod ord">
          <ac:chgData name="Soule, Terrence Lloyd COL USARMY FCD FBLP (USA)" userId="3cfeb602-9fc9-4043-9939-2c4da837f56c" providerId="ADAL" clId="{B9F9BD84-2799-4099-A99A-EE3E6981A790}" dt="2026-02-27T21:28:11.866" v="4429" actId="1076"/>
          <ac:picMkLst>
            <pc:docMk/>
            <pc:sldMk cId="1714403883" sldId="257"/>
            <ac:picMk id="58" creationId="{AE428C7B-077A-5A72-7354-7EC1F581A830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21:24:48.723" v="4295" actId="1076"/>
          <ac:picMkLst>
            <pc:docMk/>
            <pc:sldMk cId="1714403883" sldId="257"/>
            <ac:picMk id="60" creationId="{03C0FF82-A434-D5D3-C028-4F4100F38304}"/>
          </ac:picMkLst>
        </pc:picChg>
        <pc:picChg chg="add del mod">
          <ac:chgData name="Soule, Terrence Lloyd COL USARMY FCD FBLP (USA)" userId="3cfeb602-9fc9-4043-9939-2c4da837f56c" providerId="ADAL" clId="{B9F9BD84-2799-4099-A99A-EE3E6981A790}" dt="2026-02-27T19:45:27.333" v="694" actId="478"/>
          <ac:picMkLst>
            <pc:docMk/>
            <pc:sldMk cId="1714403883" sldId="257"/>
            <ac:picMk id="2050" creationId="{00151C55-07E3-190D-C749-18C80BB2B1A9}"/>
          </ac:picMkLst>
        </pc:picChg>
        <pc:picChg chg="add del mod">
          <ac:chgData name="Soule, Terrence Lloyd COL USARMY FCD FBLP (USA)" userId="3cfeb602-9fc9-4043-9939-2c4da837f56c" providerId="ADAL" clId="{B9F9BD84-2799-4099-A99A-EE3E6981A790}" dt="2026-02-27T19:45:27.333" v="694" actId="478"/>
          <ac:picMkLst>
            <pc:docMk/>
            <pc:sldMk cId="1714403883" sldId="257"/>
            <ac:picMk id="2052" creationId="{121D78B1-C12F-EE88-B484-D68CF5173CAF}"/>
          </ac:picMkLst>
        </pc:picChg>
        <pc:picChg chg="add del mod">
          <ac:chgData name="Soule, Terrence Lloyd COL USARMY FCD FBLP (USA)" userId="3cfeb602-9fc9-4043-9939-2c4da837f56c" providerId="ADAL" clId="{B9F9BD84-2799-4099-A99A-EE3E6981A790}" dt="2026-02-27T19:45:27.333" v="694" actId="478"/>
          <ac:picMkLst>
            <pc:docMk/>
            <pc:sldMk cId="1714403883" sldId="257"/>
            <ac:picMk id="2054" creationId="{8D3430A9-BBD8-BC48-77BF-35DDB4427337}"/>
          </ac:picMkLst>
        </pc:picChg>
        <pc:picChg chg="add del mod">
          <ac:chgData name="Soule, Terrence Lloyd COL USARMY FCD FBLP (USA)" userId="3cfeb602-9fc9-4043-9939-2c4da837f56c" providerId="ADAL" clId="{B9F9BD84-2799-4099-A99A-EE3E6981A790}" dt="2026-02-27T19:45:27.333" v="694" actId="478"/>
          <ac:picMkLst>
            <pc:docMk/>
            <pc:sldMk cId="1714403883" sldId="257"/>
            <ac:picMk id="2056" creationId="{9370278D-52AA-C34D-C2BF-CD1495275B5A}"/>
          </ac:picMkLst>
        </pc:picChg>
        <pc:picChg chg="add del mod">
          <ac:chgData name="Soule, Terrence Lloyd COL USARMY FCD FBLP (USA)" userId="3cfeb602-9fc9-4043-9939-2c4da837f56c" providerId="ADAL" clId="{B9F9BD84-2799-4099-A99A-EE3E6981A790}" dt="2026-02-27T20:02:51.992" v="1078" actId="478"/>
          <ac:picMkLst>
            <pc:docMk/>
            <pc:sldMk cId="1714403883" sldId="257"/>
            <ac:picMk id="2058" creationId="{665F688A-5190-434B-59A8-09BBDB33862C}"/>
          </ac:picMkLst>
        </pc:picChg>
        <pc:cxnChg chg="add del mod">
          <ac:chgData name="Soule, Terrence Lloyd COL USARMY FCD FBLP (USA)" userId="3cfeb602-9fc9-4043-9939-2c4da837f56c" providerId="ADAL" clId="{B9F9BD84-2799-4099-A99A-EE3E6981A790}" dt="2026-02-27T20:37:45.665" v="2648" actId="478"/>
          <ac:cxnSpMkLst>
            <pc:docMk/>
            <pc:sldMk cId="1714403883" sldId="257"/>
            <ac:cxnSpMk id="17" creationId="{70D94E52-A18D-8A4E-3CB4-5B4AADFE920B}"/>
          </ac:cxnSpMkLst>
        </pc:cxnChg>
        <pc:cxnChg chg="add del mod">
          <ac:chgData name="Soule, Terrence Lloyd COL USARMY FCD FBLP (USA)" userId="3cfeb602-9fc9-4043-9939-2c4da837f56c" providerId="ADAL" clId="{B9F9BD84-2799-4099-A99A-EE3E6981A790}" dt="2026-02-27T20:37:45.665" v="2648" actId="478"/>
          <ac:cxnSpMkLst>
            <pc:docMk/>
            <pc:sldMk cId="1714403883" sldId="257"/>
            <ac:cxnSpMk id="19" creationId="{A9F0BE7E-7014-B94B-93CD-494AD00904F7}"/>
          </ac:cxnSpMkLst>
        </pc:cxnChg>
        <pc:cxnChg chg="add del mod">
          <ac:chgData name="Soule, Terrence Lloyd COL USARMY FCD FBLP (USA)" userId="3cfeb602-9fc9-4043-9939-2c4da837f56c" providerId="ADAL" clId="{B9F9BD84-2799-4099-A99A-EE3E6981A790}" dt="2026-02-27T20:37:45.665" v="2648" actId="478"/>
          <ac:cxnSpMkLst>
            <pc:docMk/>
            <pc:sldMk cId="1714403883" sldId="257"/>
            <ac:cxnSpMk id="20" creationId="{6F9805F4-EC1B-5EE5-ABBB-D35D1F7F087A}"/>
          </ac:cxnSpMkLst>
        </pc:cxnChg>
        <pc:cxnChg chg="add del mod">
          <ac:chgData name="Soule, Terrence Lloyd COL USARMY FCD FBLP (USA)" userId="3cfeb602-9fc9-4043-9939-2c4da837f56c" providerId="ADAL" clId="{B9F9BD84-2799-4099-A99A-EE3E6981A790}" dt="2026-02-27T20:37:45.665" v="2648" actId="478"/>
          <ac:cxnSpMkLst>
            <pc:docMk/>
            <pc:sldMk cId="1714403883" sldId="257"/>
            <ac:cxnSpMk id="21" creationId="{B07A2D3C-BCBF-7BE7-6885-CE710D43B484}"/>
          </ac:cxnSpMkLst>
        </pc:cxnChg>
      </pc:sldChg>
      <pc:sldChg chg="modSp add mod">
        <pc:chgData name="Soule, Terrence Lloyd COL USARMY FCD FBLP (USA)" userId="3cfeb602-9fc9-4043-9939-2c4da837f56c" providerId="ADAL" clId="{B9F9BD84-2799-4099-A99A-EE3E6981A790}" dt="2026-02-27T20:18:33.040" v="1726" actId="20577"/>
        <pc:sldMkLst>
          <pc:docMk/>
          <pc:sldMk cId="2979312657" sldId="2147376791"/>
        </pc:sldMkLst>
        <pc:spChg chg="mod">
          <ac:chgData name="Soule, Terrence Lloyd COL USARMY FCD FBLP (USA)" userId="3cfeb602-9fc9-4043-9939-2c4da837f56c" providerId="ADAL" clId="{B9F9BD84-2799-4099-A99A-EE3E6981A790}" dt="2026-02-27T20:17:50.926" v="1657" actId="20577"/>
          <ac:spMkLst>
            <pc:docMk/>
            <pc:sldMk cId="2979312657" sldId="2147376791"/>
            <ac:spMk id="2" creationId="{0723BF0D-37C1-6CCE-5DAE-B65BF5723CAD}"/>
          </ac:spMkLst>
        </pc:spChg>
        <pc:spChg chg="mod">
          <ac:chgData name="Soule, Terrence Lloyd COL USARMY FCD FBLP (USA)" userId="3cfeb602-9fc9-4043-9939-2c4da837f56c" providerId="ADAL" clId="{B9F9BD84-2799-4099-A99A-EE3E6981A790}" dt="2026-02-27T20:16:02.236" v="1255" actId="20577"/>
          <ac:spMkLst>
            <pc:docMk/>
            <pc:sldMk cId="2979312657" sldId="2147376791"/>
            <ac:spMk id="3" creationId="{D361A32C-096C-79ED-5750-5041A2297783}"/>
          </ac:spMkLst>
        </pc:spChg>
        <pc:spChg chg="mod">
          <ac:chgData name="Soule, Terrence Lloyd COL USARMY FCD FBLP (USA)" userId="3cfeb602-9fc9-4043-9939-2c4da837f56c" providerId="ADAL" clId="{B9F9BD84-2799-4099-A99A-EE3E6981A790}" dt="2026-02-27T20:18:33.040" v="1726" actId="20577"/>
          <ac:spMkLst>
            <pc:docMk/>
            <pc:sldMk cId="2979312657" sldId="2147376791"/>
            <ac:spMk id="4" creationId="{901BA01D-E6D4-D9C9-9BC2-DFD2FEDF82B5}"/>
          </ac:spMkLst>
        </pc:spChg>
      </pc:sldChg>
      <pc:sldChg chg="modSp add del mod">
        <pc:chgData name="Soule, Terrence Lloyd COL USARMY FCD FBLP (USA)" userId="3cfeb602-9fc9-4043-9939-2c4da837f56c" providerId="ADAL" clId="{B9F9BD84-2799-4099-A99A-EE3E6981A790}" dt="2026-02-27T20:55:34.607" v="3743" actId="47"/>
        <pc:sldMkLst>
          <pc:docMk/>
          <pc:sldMk cId="748428476" sldId="2147483225"/>
        </pc:sldMkLst>
        <pc:spChg chg="mod">
          <ac:chgData name="Soule, Terrence Lloyd COL USARMY FCD FBLP (USA)" userId="3cfeb602-9fc9-4043-9939-2c4da837f56c" providerId="ADAL" clId="{B9F9BD84-2799-4099-A99A-EE3E6981A790}" dt="2026-02-27T20:14:40.374" v="1137"/>
          <ac:spMkLst>
            <pc:docMk/>
            <pc:sldMk cId="748428476" sldId="2147483225"/>
            <ac:spMk id="2" creationId="{61327B3D-8204-0AFC-4AEE-798350F1BD1A}"/>
          </ac:spMkLst>
        </pc:spChg>
        <pc:spChg chg="mod">
          <ac:chgData name="Soule, Terrence Lloyd COL USARMY FCD FBLP (USA)" userId="3cfeb602-9fc9-4043-9939-2c4da837f56c" providerId="ADAL" clId="{B9F9BD84-2799-4099-A99A-EE3E6981A790}" dt="2026-02-27T20:14:26.273" v="1136" actId="27636"/>
          <ac:spMkLst>
            <pc:docMk/>
            <pc:sldMk cId="748428476" sldId="2147483225"/>
            <ac:spMk id="4" creationId="{FC46756B-5F1A-9608-2090-90DBCCDD1516}"/>
          </ac:spMkLst>
        </pc:spChg>
      </pc:sldChg>
      <pc:sldChg chg="modSp add del mod">
        <pc:chgData name="Soule, Terrence Lloyd COL USARMY FCD FBLP (USA)" userId="3cfeb602-9fc9-4043-9939-2c4da837f56c" providerId="ADAL" clId="{B9F9BD84-2799-4099-A99A-EE3E6981A790}" dt="2026-02-27T20:15:03.143" v="1140" actId="47"/>
        <pc:sldMkLst>
          <pc:docMk/>
          <pc:sldMk cId="1814820827" sldId="2147483506"/>
        </pc:sldMkLst>
        <pc:spChg chg="mod">
          <ac:chgData name="Soule, Terrence Lloyd COL USARMY FCD FBLP (USA)" userId="3cfeb602-9fc9-4043-9939-2c4da837f56c" providerId="ADAL" clId="{B9F9BD84-2799-4099-A99A-EE3E6981A790}" dt="2026-02-27T20:12:17.439" v="1120" actId="20577"/>
          <ac:spMkLst>
            <pc:docMk/>
            <pc:sldMk cId="1814820827" sldId="2147483506"/>
            <ac:spMk id="4" creationId="{8AB7A379-AE6E-0434-12CE-7132317CE614}"/>
          </ac:spMkLst>
        </pc:spChg>
        <pc:spChg chg="mod">
          <ac:chgData name="Soule, Terrence Lloyd COL USARMY FCD FBLP (USA)" userId="3cfeb602-9fc9-4043-9939-2c4da837f56c" providerId="ADAL" clId="{B9F9BD84-2799-4099-A99A-EE3E6981A790}" dt="2026-02-27T20:14:40.374" v="1137"/>
          <ac:spMkLst>
            <pc:docMk/>
            <pc:sldMk cId="1814820827" sldId="2147483506"/>
            <ac:spMk id="6" creationId="{F47B60A8-378F-B068-7FE4-CDB078B068FC}"/>
          </ac:spMkLst>
        </pc:spChg>
      </pc:sldChg>
      <pc:sldMasterChg chg="modSldLayout">
        <pc:chgData name="Soule, Terrence Lloyd COL USARMY FCD FBLP (USA)" userId="3cfeb602-9fc9-4043-9939-2c4da837f56c" providerId="ADAL" clId="{B9F9BD84-2799-4099-A99A-EE3E6981A790}" dt="2026-02-27T20:11:59.952" v="1098" actId="478"/>
        <pc:sldMasterMkLst>
          <pc:docMk/>
          <pc:sldMasterMk cId="380477180" sldId="2147483685"/>
        </pc:sldMasterMkLst>
        <pc:sldLayoutChg chg="addSp delSp modSp mod">
          <pc:chgData name="Soule, Terrence Lloyd COL USARMY FCD FBLP (USA)" userId="3cfeb602-9fc9-4043-9939-2c4da837f56c" providerId="ADAL" clId="{B9F9BD84-2799-4099-A99A-EE3E6981A790}" dt="2026-02-27T20:11:59.952" v="1098" actId="478"/>
          <pc:sldLayoutMkLst>
            <pc:docMk/>
            <pc:sldMasterMk cId="380477180" sldId="2147483685"/>
            <pc:sldLayoutMk cId="2129004326" sldId="2147483697"/>
          </pc:sldLayoutMkLst>
          <pc:spChg chg="add del">
            <ac:chgData name="Soule, Terrence Lloyd COL USARMY FCD FBLP (USA)" userId="3cfeb602-9fc9-4043-9939-2c4da837f56c" providerId="ADAL" clId="{B9F9BD84-2799-4099-A99A-EE3E6981A790}" dt="2026-02-27T20:11:59.952" v="1098" actId="478"/>
            <ac:spMkLst>
              <pc:docMk/>
              <pc:sldMasterMk cId="380477180" sldId="2147483685"/>
              <pc:sldLayoutMk cId="2129004326" sldId="2147483697"/>
              <ac:spMk id="40" creationId="{00000000-0000-0000-0000-000000000000}"/>
            </ac:spMkLst>
          </pc:spChg>
          <pc:spChg chg="add del">
            <ac:chgData name="Soule, Terrence Lloyd COL USARMY FCD FBLP (USA)" userId="3cfeb602-9fc9-4043-9939-2c4da837f56c" providerId="ADAL" clId="{B9F9BD84-2799-4099-A99A-EE3E6981A790}" dt="2026-02-27T20:11:57.496" v="1097" actId="478"/>
            <ac:spMkLst>
              <pc:docMk/>
              <pc:sldMasterMk cId="380477180" sldId="2147483685"/>
              <pc:sldLayoutMk cId="2129004326" sldId="2147483697"/>
              <ac:spMk id="65" creationId="{56120CC7-BCF1-4283-C32F-92A4E8ACE74C}"/>
            </ac:spMkLst>
          </pc:spChg>
          <pc:grpChg chg="add del">
            <ac:chgData name="Soule, Terrence Lloyd COL USARMY FCD FBLP (USA)" userId="3cfeb602-9fc9-4043-9939-2c4da837f56c" providerId="ADAL" clId="{B9F9BD84-2799-4099-A99A-EE3E6981A790}" dt="2026-02-27T20:11:49.133" v="1094" actId="478"/>
            <ac:grpSpMkLst>
              <pc:docMk/>
              <pc:sldMasterMk cId="380477180" sldId="2147483685"/>
              <pc:sldLayoutMk cId="2129004326" sldId="2147483697"/>
              <ac:grpSpMk id="9" creationId="{FF36AFBF-4C35-27CC-D814-5B26A0CB1165}"/>
            </ac:grpSpMkLst>
          </pc:grpChg>
          <pc:picChg chg="add mod">
            <ac:chgData name="Soule, Terrence Lloyd COL USARMY FCD FBLP (USA)" userId="3cfeb602-9fc9-4043-9939-2c4da837f56c" providerId="ADAL" clId="{B9F9BD84-2799-4099-A99A-EE3E6981A790}" dt="2026-02-27T20:11:53.597" v="1096" actId="1076"/>
            <ac:picMkLst>
              <pc:docMk/>
              <pc:sldMasterMk cId="380477180" sldId="2147483685"/>
              <pc:sldLayoutMk cId="2129004326" sldId="2147483697"/>
              <ac:picMk id="7" creationId="{044DF387-5C57-A24B-0FAA-FE8B56DE66E8}"/>
            </ac:picMkLst>
          </pc:picChg>
          <pc:picChg chg="add del">
            <ac:chgData name="Soule, Terrence Lloyd COL USARMY FCD FBLP (USA)" userId="3cfeb602-9fc9-4043-9939-2c4da837f56c" providerId="ADAL" clId="{B9F9BD84-2799-4099-A99A-EE3E6981A790}" dt="2026-02-27T20:11:45.400" v="1093" actId="478"/>
            <ac:picMkLst>
              <pc:docMk/>
              <pc:sldMasterMk cId="380477180" sldId="2147483685"/>
              <pc:sldLayoutMk cId="2129004326" sldId="2147483697"/>
              <ac:picMk id="2051" creationId="{748EDC1B-60BE-AC17-96AB-50A1FA513EC5}"/>
            </ac:picMkLst>
          </pc:picChg>
        </pc:sldLayoutChg>
      </pc:sldMasterChg>
      <pc:sldMasterChg chg="addSp delSp modSp mod addSldLayout delSldLayout modSldLayout">
        <pc:chgData name="Soule, Terrence Lloyd COL USARMY FCD FBLP (USA)" userId="3cfeb602-9fc9-4043-9939-2c4da837f56c" providerId="ADAL" clId="{B9F9BD84-2799-4099-A99A-EE3E6981A790}" dt="2026-02-27T20:55:34.607" v="3743" actId="47"/>
        <pc:sldMasterMkLst>
          <pc:docMk/>
          <pc:sldMasterMk cId="3142915746" sldId="2147483698"/>
        </pc:sldMasterMkLst>
        <pc:picChg chg="del mod">
          <ac:chgData name="Soule, Terrence Lloyd COL USARMY FCD FBLP (USA)" userId="3cfeb602-9fc9-4043-9939-2c4da837f56c" providerId="ADAL" clId="{B9F9BD84-2799-4099-A99A-EE3E6981A790}" dt="2026-02-27T20:13:49.196" v="1130" actId="21"/>
          <ac:picMkLst>
            <pc:docMk/>
            <pc:sldMasterMk cId="3142915746" sldId="2147483698"/>
            <ac:picMk id="10" creationId="{EBFA587D-7946-2CDE-D8DA-153574AFB0BB}"/>
          </ac:picMkLst>
        </pc:picChg>
        <pc:picChg chg="add mod">
          <ac:chgData name="Soule, Terrence Lloyd COL USARMY FCD FBLP (USA)" userId="3cfeb602-9fc9-4043-9939-2c4da837f56c" providerId="ADAL" clId="{B9F9BD84-2799-4099-A99A-EE3E6981A790}" dt="2026-02-27T20:13:45.010" v="1129" actId="14100"/>
          <ac:picMkLst>
            <pc:docMk/>
            <pc:sldMasterMk cId="3142915746" sldId="2147483698"/>
            <ac:picMk id="11" creationId="{F9A75EF5-3AA1-5E9C-9760-8D57894AE7D4}"/>
          </ac:picMkLst>
        </pc:picChg>
        <pc:sldLayoutChg chg="modSp">
          <pc:chgData name="Soule, Terrence Lloyd COL USARMY FCD FBLP (USA)" userId="3cfeb602-9fc9-4043-9939-2c4da837f56c" providerId="ADAL" clId="{B9F9BD84-2799-4099-A99A-EE3E6981A790}" dt="2026-02-27T20:14:40.374" v="1137"/>
          <pc:sldLayoutMkLst>
            <pc:docMk/>
            <pc:sldMasterMk cId="3142915746" sldId="2147483698"/>
            <pc:sldLayoutMk cId="1258397924" sldId="2147483662"/>
          </pc:sldLayoutMkLst>
          <pc:spChg chg="mod">
            <ac:chgData name="Soule, Terrence Lloyd COL USARMY FCD FBLP (USA)" userId="3cfeb602-9fc9-4043-9939-2c4da837f56c" providerId="ADAL" clId="{B9F9BD84-2799-4099-A99A-EE3E6981A790}" dt="2026-02-27T20:14:40.374" v="1137"/>
            <ac:spMkLst>
              <pc:docMk/>
              <pc:sldMasterMk cId="3142915746" sldId="2147483698"/>
              <pc:sldLayoutMk cId="1258397924" sldId="2147483662"/>
              <ac:spMk id="2" creationId="{A979F748-2AED-5B35-4BDA-AB9A77C5B438}"/>
            </ac:spMkLst>
          </pc:spChg>
        </pc:sldLayoutChg>
        <pc:sldLayoutChg chg="modSp">
          <pc:chgData name="Soule, Terrence Lloyd COL USARMY FCD FBLP (USA)" userId="3cfeb602-9fc9-4043-9939-2c4da837f56c" providerId="ADAL" clId="{B9F9BD84-2799-4099-A99A-EE3E6981A790}" dt="2026-02-27T20:14:40.374" v="1137"/>
          <pc:sldLayoutMkLst>
            <pc:docMk/>
            <pc:sldMasterMk cId="3142915746" sldId="2147483698"/>
            <pc:sldLayoutMk cId="3283852474" sldId="2147483663"/>
          </pc:sldLayoutMkLst>
          <pc:spChg chg="mod">
            <ac:chgData name="Soule, Terrence Lloyd COL USARMY FCD FBLP (USA)" userId="3cfeb602-9fc9-4043-9939-2c4da837f56c" providerId="ADAL" clId="{B9F9BD84-2799-4099-A99A-EE3E6981A790}" dt="2026-02-27T20:14:40.374" v="1137"/>
            <ac:spMkLst>
              <pc:docMk/>
              <pc:sldMasterMk cId="3142915746" sldId="2147483698"/>
              <pc:sldLayoutMk cId="3283852474" sldId="2147483663"/>
              <ac:spMk id="11" creationId="{002C07FA-0D02-60BB-7267-9FBC15EBFC12}"/>
            </ac:spMkLst>
          </pc:spChg>
        </pc:sldLayoutChg>
        <pc:sldLayoutChg chg="modSp">
          <pc:chgData name="Soule, Terrence Lloyd COL USARMY FCD FBLP (USA)" userId="3cfeb602-9fc9-4043-9939-2c4da837f56c" providerId="ADAL" clId="{B9F9BD84-2799-4099-A99A-EE3E6981A790}" dt="2026-02-27T20:14:40.374" v="1137"/>
          <pc:sldLayoutMkLst>
            <pc:docMk/>
            <pc:sldMasterMk cId="3142915746" sldId="2147483698"/>
            <pc:sldLayoutMk cId="984502937" sldId="2147483664"/>
          </pc:sldLayoutMkLst>
          <pc:spChg chg="mod">
            <ac:chgData name="Soule, Terrence Lloyd COL USARMY FCD FBLP (USA)" userId="3cfeb602-9fc9-4043-9939-2c4da837f56c" providerId="ADAL" clId="{B9F9BD84-2799-4099-A99A-EE3E6981A790}" dt="2026-02-27T20:14:40.374" v="1137"/>
            <ac:spMkLst>
              <pc:docMk/>
              <pc:sldMasterMk cId="3142915746" sldId="2147483698"/>
              <pc:sldLayoutMk cId="984502937" sldId="2147483664"/>
              <ac:spMk id="18" creationId="{B03D270A-1E5F-C074-E68E-7CB09CFF6537}"/>
            </ac:spMkLst>
          </pc:spChg>
        </pc:sldLayoutChg>
        <pc:sldLayoutChg chg="modSp">
          <pc:chgData name="Soule, Terrence Lloyd COL USARMY FCD FBLP (USA)" userId="3cfeb602-9fc9-4043-9939-2c4da837f56c" providerId="ADAL" clId="{B9F9BD84-2799-4099-A99A-EE3E6981A790}" dt="2026-02-27T20:14:40.374" v="1137"/>
          <pc:sldLayoutMkLst>
            <pc:docMk/>
            <pc:sldMasterMk cId="3142915746" sldId="2147483698"/>
            <pc:sldLayoutMk cId="273090236" sldId="2147483665"/>
          </pc:sldLayoutMkLst>
          <pc:spChg chg="mod">
            <ac:chgData name="Soule, Terrence Lloyd COL USARMY FCD FBLP (USA)" userId="3cfeb602-9fc9-4043-9939-2c4da837f56c" providerId="ADAL" clId="{B9F9BD84-2799-4099-A99A-EE3E6981A790}" dt="2026-02-27T20:14:40.374" v="1137"/>
            <ac:spMkLst>
              <pc:docMk/>
              <pc:sldMasterMk cId="3142915746" sldId="2147483698"/>
              <pc:sldLayoutMk cId="273090236" sldId="2147483665"/>
              <ac:spMk id="8" creationId="{2FD6B09E-98EC-3FAE-A3B6-FE289E4D3BB5}"/>
            </ac:spMkLst>
          </pc:spChg>
        </pc:sldLayoutChg>
        <pc:sldLayoutChg chg="modSp">
          <pc:chgData name="Soule, Terrence Lloyd COL USARMY FCD FBLP (USA)" userId="3cfeb602-9fc9-4043-9939-2c4da837f56c" providerId="ADAL" clId="{B9F9BD84-2799-4099-A99A-EE3E6981A790}" dt="2026-02-27T20:14:40.374" v="1137"/>
          <pc:sldLayoutMkLst>
            <pc:docMk/>
            <pc:sldMasterMk cId="3142915746" sldId="2147483698"/>
            <pc:sldLayoutMk cId="3370268256" sldId="2147483666"/>
          </pc:sldLayoutMkLst>
          <pc:spChg chg="mod">
            <ac:chgData name="Soule, Terrence Lloyd COL USARMY FCD FBLP (USA)" userId="3cfeb602-9fc9-4043-9939-2c4da837f56c" providerId="ADAL" clId="{B9F9BD84-2799-4099-A99A-EE3E6981A790}" dt="2026-02-27T20:14:40.374" v="1137"/>
            <ac:spMkLst>
              <pc:docMk/>
              <pc:sldMasterMk cId="3142915746" sldId="2147483698"/>
              <pc:sldLayoutMk cId="3370268256" sldId="2147483666"/>
              <ac:spMk id="11" creationId="{7DA5B8EF-5A0B-75EE-8161-3AD64B4BE48F}"/>
            </ac:spMkLst>
          </pc:spChg>
        </pc:sldLayoutChg>
        <pc:sldLayoutChg chg="modSp">
          <pc:chgData name="Soule, Terrence Lloyd COL USARMY FCD FBLP (USA)" userId="3cfeb602-9fc9-4043-9939-2c4da837f56c" providerId="ADAL" clId="{B9F9BD84-2799-4099-A99A-EE3E6981A790}" dt="2026-02-27T20:14:40.374" v="1137"/>
          <pc:sldLayoutMkLst>
            <pc:docMk/>
            <pc:sldMasterMk cId="3142915746" sldId="2147483698"/>
            <pc:sldLayoutMk cId="136725907" sldId="2147483667"/>
          </pc:sldLayoutMkLst>
          <pc:spChg chg="mod">
            <ac:chgData name="Soule, Terrence Lloyd COL USARMY FCD FBLP (USA)" userId="3cfeb602-9fc9-4043-9939-2c4da837f56c" providerId="ADAL" clId="{B9F9BD84-2799-4099-A99A-EE3E6981A790}" dt="2026-02-27T20:14:40.374" v="1137"/>
            <ac:spMkLst>
              <pc:docMk/>
              <pc:sldMasterMk cId="3142915746" sldId="2147483698"/>
              <pc:sldLayoutMk cId="136725907" sldId="2147483667"/>
              <ac:spMk id="10" creationId="{61A37D39-17C4-804E-9D2A-934236B9709E}"/>
            </ac:spMkLst>
          </pc:spChg>
        </pc:sldLayoutChg>
        <pc:sldLayoutChg chg="modSp">
          <pc:chgData name="Soule, Terrence Lloyd COL USARMY FCD FBLP (USA)" userId="3cfeb602-9fc9-4043-9939-2c4da837f56c" providerId="ADAL" clId="{B9F9BD84-2799-4099-A99A-EE3E6981A790}" dt="2026-02-27T20:14:40.374" v="1137"/>
          <pc:sldLayoutMkLst>
            <pc:docMk/>
            <pc:sldMasterMk cId="3142915746" sldId="2147483698"/>
            <pc:sldLayoutMk cId="3707158548" sldId="2147483668"/>
          </pc:sldLayoutMkLst>
          <pc:spChg chg="mod">
            <ac:chgData name="Soule, Terrence Lloyd COL USARMY FCD FBLP (USA)" userId="3cfeb602-9fc9-4043-9939-2c4da837f56c" providerId="ADAL" clId="{B9F9BD84-2799-4099-A99A-EE3E6981A790}" dt="2026-02-27T20:14:40.374" v="1137"/>
            <ac:spMkLst>
              <pc:docMk/>
              <pc:sldMasterMk cId="3142915746" sldId="2147483698"/>
              <pc:sldLayoutMk cId="3707158548" sldId="2147483668"/>
              <ac:spMk id="11" creationId="{99CD917B-47E1-5BB2-3DEA-7F423F5DADAE}"/>
            </ac:spMkLst>
          </pc:spChg>
        </pc:sldLayoutChg>
        <pc:sldLayoutChg chg="modSp">
          <pc:chgData name="Soule, Terrence Lloyd COL USARMY FCD FBLP (USA)" userId="3cfeb602-9fc9-4043-9939-2c4da837f56c" providerId="ADAL" clId="{B9F9BD84-2799-4099-A99A-EE3E6981A790}" dt="2026-02-27T20:14:40.374" v="1137"/>
          <pc:sldLayoutMkLst>
            <pc:docMk/>
            <pc:sldMasterMk cId="3142915746" sldId="2147483698"/>
            <pc:sldLayoutMk cId="1761340944" sldId="2147483669"/>
          </pc:sldLayoutMkLst>
          <pc:spChg chg="mod">
            <ac:chgData name="Soule, Terrence Lloyd COL USARMY FCD FBLP (USA)" userId="3cfeb602-9fc9-4043-9939-2c4da837f56c" providerId="ADAL" clId="{B9F9BD84-2799-4099-A99A-EE3E6981A790}" dt="2026-02-27T20:14:40.374" v="1137"/>
            <ac:spMkLst>
              <pc:docMk/>
              <pc:sldMasterMk cId="3142915746" sldId="2147483698"/>
              <pc:sldLayoutMk cId="1761340944" sldId="2147483669"/>
              <ac:spMk id="8" creationId="{F9A214D7-228E-A3C5-91E4-4ABD39AA09E9}"/>
            </ac:spMkLst>
          </pc:spChg>
        </pc:sldLayoutChg>
        <pc:sldLayoutChg chg="modSp">
          <pc:chgData name="Soule, Terrence Lloyd COL USARMY FCD FBLP (USA)" userId="3cfeb602-9fc9-4043-9939-2c4da837f56c" providerId="ADAL" clId="{B9F9BD84-2799-4099-A99A-EE3E6981A790}" dt="2026-02-27T20:14:40.374" v="1137"/>
          <pc:sldLayoutMkLst>
            <pc:docMk/>
            <pc:sldMasterMk cId="3142915746" sldId="2147483698"/>
            <pc:sldLayoutMk cId="199861992" sldId="2147483670"/>
          </pc:sldLayoutMkLst>
          <pc:spChg chg="mod">
            <ac:chgData name="Soule, Terrence Lloyd COL USARMY FCD FBLP (USA)" userId="3cfeb602-9fc9-4043-9939-2c4da837f56c" providerId="ADAL" clId="{B9F9BD84-2799-4099-A99A-EE3E6981A790}" dt="2026-02-27T20:14:40.374" v="1137"/>
            <ac:spMkLst>
              <pc:docMk/>
              <pc:sldMasterMk cId="3142915746" sldId="2147483698"/>
              <pc:sldLayoutMk cId="199861992" sldId="2147483670"/>
              <ac:spMk id="12" creationId="{2D55BB82-3F38-4102-739D-974F6739B755}"/>
            </ac:spMkLst>
          </pc:spChg>
        </pc:sldLayoutChg>
        <pc:sldLayoutChg chg="modSp">
          <pc:chgData name="Soule, Terrence Lloyd COL USARMY FCD FBLP (USA)" userId="3cfeb602-9fc9-4043-9939-2c4da837f56c" providerId="ADAL" clId="{B9F9BD84-2799-4099-A99A-EE3E6981A790}" dt="2026-02-27T20:14:40.374" v="1137"/>
          <pc:sldLayoutMkLst>
            <pc:docMk/>
            <pc:sldMasterMk cId="3142915746" sldId="2147483698"/>
            <pc:sldLayoutMk cId="1643306225" sldId="2147483671"/>
          </pc:sldLayoutMkLst>
          <pc:spChg chg="mod">
            <ac:chgData name="Soule, Terrence Lloyd COL USARMY FCD FBLP (USA)" userId="3cfeb602-9fc9-4043-9939-2c4da837f56c" providerId="ADAL" clId="{B9F9BD84-2799-4099-A99A-EE3E6981A790}" dt="2026-02-27T20:14:40.374" v="1137"/>
            <ac:spMkLst>
              <pc:docMk/>
              <pc:sldMasterMk cId="3142915746" sldId="2147483698"/>
              <pc:sldLayoutMk cId="1643306225" sldId="2147483671"/>
              <ac:spMk id="12" creationId="{EC411A90-23DA-3A9F-E7EB-C17E0B92B606}"/>
            </ac:spMkLst>
          </pc:spChg>
        </pc:sldLayoutChg>
        <pc:sldLayoutChg chg="modSp">
          <pc:chgData name="Soule, Terrence Lloyd COL USARMY FCD FBLP (USA)" userId="3cfeb602-9fc9-4043-9939-2c4da837f56c" providerId="ADAL" clId="{B9F9BD84-2799-4099-A99A-EE3E6981A790}" dt="2026-02-27T20:14:40.374" v="1137"/>
          <pc:sldLayoutMkLst>
            <pc:docMk/>
            <pc:sldMasterMk cId="3142915746" sldId="2147483698"/>
            <pc:sldLayoutMk cId="24863828" sldId="2147483672"/>
          </pc:sldLayoutMkLst>
          <pc:spChg chg="mod">
            <ac:chgData name="Soule, Terrence Lloyd COL USARMY FCD FBLP (USA)" userId="3cfeb602-9fc9-4043-9939-2c4da837f56c" providerId="ADAL" clId="{B9F9BD84-2799-4099-A99A-EE3E6981A790}" dt="2026-02-27T20:14:40.374" v="1137"/>
            <ac:spMkLst>
              <pc:docMk/>
              <pc:sldMasterMk cId="3142915746" sldId="2147483698"/>
              <pc:sldLayoutMk cId="24863828" sldId="2147483672"/>
              <ac:spMk id="5" creationId="{B53695F9-3B86-FDBC-ADBD-3CEF3E7ECEDD}"/>
            </ac:spMkLst>
          </pc:spChg>
        </pc:sldLayoutChg>
        <pc:sldLayoutChg chg="modSp">
          <pc:chgData name="Soule, Terrence Lloyd COL USARMY FCD FBLP (USA)" userId="3cfeb602-9fc9-4043-9939-2c4da837f56c" providerId="ADAL" clId="{B9F9BD84-2799-4099-A99A-EE3E6981A790}" dt="2026-02-27T20:14:40.374" v="1137"/>
          <pc:sldLayoutMkLst>
            <pc:docMk/>
            <pc:sldMasterMk cId="3142915746" sldId="2147483698"/>
            <pc:sldLayoutMk cId="78498124" sldId="2147483673"/>
          </pc:sldLayoutMkLst>
          <pc:spChg chg="mod">
            <ac:chgData name="Soule, Terrence Lloyd COL USARMY FCD FBLP (USA)" userId="3cfeb602-9fc9-4043-9939-2c4da837f56c" providerId="ADAL" clId="{B9F9BD84-2799-4099-A99A-EE3E6981A790}" dt="2026-02-27T20:14:40.374" v="1137"/>
            <ac:spMkLst>
              <pc:docMk/>
              <pc:sldMasterMk cId="3142915746" sldId="2147483698"/>
              <pc:sldLayoutMk cId="78498124" sldId="2147483673"/>
              <ac:spMk id="5" creationId="{546EA79D-5A53-9DE8-950D-A1DE5206C7D1}"/>
            </ac:spMkLst>
          </pc:spChg>
        </pc:sldLayoutChg>
        <pc:sldLayoutChg chg="modSp">
          <pc:chgData name="Soule, Terrence Lloyd COL USARMY FCD FBLP (USA)" userId="3cfeb602-9fc9-4043-9939-2c4da837f56c" providerId="ADAL" clId="{B9F9BD84-2799-4099-A99A-EE3E6981A790}" dt="2026-02-27T20:14:40.374" v="1137"/>
          <pc:sldLayoutMkLst>
            <pc:docMk/>
            <pc:sldMasterMk cId="3142915746" sldId="2147483698"/>
            <pc:sldLayoutMk cId="1565887373" sldId="2147483674"/>
          </pc:sldLayoutMkLst>
          <pc:spChg chg="mod">
            <ac:chgData name="Soule, Terrence Lloyd COL USARMY FCD FBLP (USA)" userId="3cfeb602-9fc9-4043-9939-2c4da837f56c" providerId="ADAL" clId="{B9F9BD84-2799-4099-A99A-EE3E6981A790}" dt="2026-02-27T20:14:40.374" v="1137"/>
            <ac:spMkLst>
              <pc:docMk/>
              <pc:sldMasterMk cId="3142915746" sldId="2147483698"/>
              <pc:sldLayoutMk cId="1565887373" sldId="2147483674"/>
              <ac:spMk id="11" creationId="{4A0BBD89-BABA-B0B3-6857-3CE3EE5114CF}"/>
            </ac:spMkLst>
          </pc:spChg>
        </pc:sldLayoutChg>
        <pc:sldLayoutChg chg="modSp">
          <pc:chgData name="Soule, Terrence Lloyd COL USARMY FCD FBLP (USA)" userId="3cfeb602-9fc9-4043-9939-2c4da837f56c" providerId="ADAL" clId="{B9F9BD84-2799-4099-A99A-EE3E6981A790}" dt="2026-02-27T20:14:40.374" v="1137"/>
          <pc:sldLayoutMkLst>
            <pc:docMk/>
            <pc:sldMasterMk cId="3142915746" sldId="2147483698"/>
            <pc:sldLayoutMk cId="2249554636" sldId="2147483675"/>
          </pc:sldLayoutMkLst>
          <pc:spChg chg="mod">
            <ac:chgData name="Soule, Terrence Lloyd COL USARMY FCD FBLP (USA)" userId="3cfeb602-9fc9-4043-9939-2c4da837f56c" providerId="ADAL" clId="{B9F9BD84-2799-4099-A99A-EE3E6981A790}" dt="2026-02-27T20:14:40.374" v="1137"/>
            <ac:spMkLst>
              <pc:docMk/>
              <pc:sldMasterMk cId="3142915746" sldId="2147483698"/>
              <pc:sldLayoutMk cId="2249554636" sldId="2147483675"/>
              <ac:spMk id="22" creationId="{1A34C4AB-BE57-B5A4-E077-4F48C41AA06F}"/>
            </ac:spMkLst>
          </pc:spChg>
        </pc:sldLayoutChg>
        <pc:sldLayoutChg chg="modSp">
          <pc:chgData name="Soule, Terrence Lloyd COL USARMY FCD FBLP (USA)" userId="3cfeb602-9fc9-4043-9939-2c4da837f56c" providerId="ADAL" clId="{B9F9BD84-2799-4099-A99A-EE3E6981A790}" dt="2026-02-27T20:14:40.374" v="1137"/>
          <pc:sldLayoutMkLst>
            <pc:docMk/>
            <pc:sldMasterMk cId="3142915746" sldId="2147483698"/>
            <pc:sldLayoutMk cId="4009430954" sldId="2147483676"/>
          </pc:sldLayoutMkLst>
          <pc:spChg chg="mod">
            <ac:chgData name="Soule, Terrence Lloyd COL USARMY FCD FBLP (USA)" userId="3cfeb602-9fc9-4043-9939-2c4da837f56c" providerId="ADAL" clId="{B9F9BD84-2799-4099-A99A-EE3E6981A790}" dt="2026-02-27T20:14:40.374" v="1137"/>
            <ac:spMkLst>
              <pc:docMk/>
              <pc:sldMasterMk cId="3142915746" sldId="2147483698"/>
              <pc:sldLayoutMk cId="4009430954" sldId="2147483676"/>
              <ac:spMk id="15" creationId="{E0DF8928-B6DC-4459-687F-AB28D98DC5E6}"/>
            </ac:spMkLst>
          </pc:spChg>
        </pc:sldLayoutChg>
        <pc:sldLayoutChg chg="modSp">
          <pc:chgData name="Soule, Terrence Lloyd COL USARMY FCD FBLP (USA)" userId="3cfeb602-9fc9-4043-9939-2c4da837f56c" providerId="ADAL" clId="{B9F9BD84-2799-4099-A99A-EE3E6981A790}" dt="2026-02-27T20:14:40.374" v="1137"/>
          <pc:sldLayoutMkLst>
            <pc:docMk/>
            <pc:sldMasterMk cId="3142915746" sldId="2147483698"/>
            <pc:sldLayoutMk cId="4161066038" sldId="2147483677"/>
          </pc:sldLayoutMkLst>
          <pc:spChg chg="mod">
            <ac:chgData name="Soule, Terrence Lloyd COL USARMY FCD FBLP (USA)" userId="3cfeb602-9fc9-4043-9939-2c4da837f56c" providerId="ADAL" clId="{B9F9BD84-2799-4099-A99A-EE3E6981A790}" dt="2026-02-27T20:14:40.374" v="1137"/>
            <ac:spMkLst>
              <pc:docMk/>
              <pc:sldMasterMk cId="3142915746" sldId="2147483698"/>
              <pc:sldLayoutMk cId="4161066038" sldId="2147483677"/>
              <ac:spMk id="20" creationId="{13FF63A0-F486-44B1-CEFD-F27E831E5861}"/>
            </ac:spMkLst>
          </pc:spChg>
        </pc:sldLayoutChg>
        <pc:sldLayoutChg chg="modSp">
          <pc:chgData name="Soule, Terrence Lloyd COL USARMY FCD FBLP (USA)" userId="3cfeb602-9fc9-4043-9939-2c4da837f56c" providerId="ADAL" clId="{B9F9BD84-2799-4099-A99A-EE3E6981A790}" dt="2026-02-27T20:14:40.374" v="1137"/>
          <pc:sldLayoutMkLst>
            <pc:docMk/>
            <pc:sldMasterMk cId="3142915746" sldId="2147483698"/>
            <pc:sldLayoutMk cId="3821256006" sldId="2147483678"/>
          </pc:sldLayoutMkLst>
          <pc:spChg chg="mod">
            <ac:chgData name="Soule, Terrence Lloyd COL USARMY FCD FBLP (USA)" userId="3cfeb602-9fc9-4043-9939-2c4da837f56c" providerId="ADAL" clId="{B9F9BD84-2799-4099-A99A-EE3E6981A790}" dt="2026-02-27T20:14:40.374" v="1137"/>
            <ac:spMkLst>
              <pc:docMk/>
              <pc:sldMasterMk cId="3142915746" sldId="2147483698"/>
              <pc:sldLayoutMk cId="3821256006" sldId="2147483678"/>
              <ac:spMk id="32" creationId="{E7CDA0A4-55AE-EE1A-5397-D99FEFF3C4AB}"/>
            </ac:spMkLst>
          </pc:spChg>
        </pc:sldLayoutChg>
        <pc:sldLayoutChg chg="modSp">
          <pc:chgData name="Soule, Terrence Lloyd COL USARMY FCD FBLP (USA)" userId="3cfeb602-9fc9-4043-9939-2c4da837f56c" providerId="ADAL" clId="{B9F9BD84-2799-4099-A99A-EE3E6981A790}" dt="2026-02-27T20:14:40.374" v="1137"/>
          <pc:sldLayoutMkLst>
            <pc:docMk/>
            <pc:sldMasterMk cId="3142915746" sldId="2147483698"/>
            <pc:sldLayoutMk cId="294944816" sldId="2147483679"/>
          </pc:sldLayoutMkLst>
          <pc:spChg chg="mod">
            <ac:chgData name="Soule, Terrence Lloyd COL USARMY FCD FBLP (USA)" userId="3cfeb602-9fc9-4043-9939-2c4da837f56c" providerId="ADAL" clId="{B9F9BD84-2799-4099-A99A-EE3E6981A790}" dt="2026-02-27T20:14:40.374" v="1137"/>
            <ac:spMkLst>
              <pc:docMk/>
              <pc:sldMasterMk cId="3142915746" sldId="2147483698"/>
              <pc:sldLayoutMk cId="294944816" sldId="2147483679"/>
              <ac:spMk id="19" creationId="{32FAA22A-5532-70A7-F74E-8611238D1B22}"/>
            </ac:spMkLst>
          </pc:spChg>
        </pc:sldLayoutChg>
        <pc:sldLayoutChg chg="modSp">
          <pc:chgData name="Soule, Terrence Lloyd COL USARMY FCD FBLP (USA)" userId="3cfeb602-9fc9-4043-9939-2c4da837f56c" providerId="ADAL" clId="{B9F9BD84-2799-4099-A99A-EE3E6981A790}" dt="2026-02-27T20:14:40.374" v="1137"/>
          <pc:sldLayoutMkLst>
            <pc:docMk/>
            <pc:sldMasterMk cId="3142915746" sldId="2147483698"/>
            <pc:sldLayoutMk cId="108834678" sldId="2147483680"/>
          </pc:sldLayoutMkLst>
          <pc:spChg chg="mod">
            <ac:chgData name="Soule, Terrence Lloyd COL USARMY FCD FBLP (USA)" userId="3cfeb602-9fc9-4043-9939-2c4da837f56c" providerId="ADAL" clId="{B9F9BD84-2799-4099-A99A-EE3E6981A790}" dt="2026-02-27T20:14:40.374" v="1137"/>
            <ac:spMkLst>
              <pc:docMk/>
              <pc:sldMasterMk cId="3142915746" sldId="2147483698"/>
              <pc:sldLayoutMk cId="108834678" sldId="2147483680"/>
              <ac:spMk id="15" creationId="{1EEABBCD-EA90-EC22-4CA3-B15F86514949}"/>
            </ac:spMkLst>
          </pc:spChg>
        </pc:sldLayoutChg>
        <pc:sldLayoutChg chg="addSp delSp modSp mod">
          <pc:chgData name="Soule, Terrence Lloyd COL USARMY FCD FBLP (USA)" userId="3cfeb602-9fc9-4043-9939-2c4da837f56c" providerId="ADAL" clId="{B9F9BD84-2799-4099-A99A-EE3E6981A790}" dt="2026-02-27T20:13:57.375" v="1134" actId="1076"/>
          <pc:sldLayoutMkLst>
            <pc:docMk/>
            <pc:sldMasterMk cId="3142915746" sldId="2147483698"/>
            <pc:sldLayoutMk cId="996875267" sldId="2147483699"/>
          </pc:sldLayoutMkLst>
          <pc:picChg chg="add mod">
            <ac:chgData name="Soule, Terrence Lloyd COL USARMY FCD FBLP (USA)" userId="3cfeb602-9fc9-4043-9939-2c4da837f56c" providerId="ADAL" clId="{B9F9BD84-2799-4099-A99A-EE3E6981A790}" dt="2026-02-27T20:13:57.375" v="1134" actId="1076"/>
            <ac:picMkLst>
              <pc:docMk/>
              <pc:sldMasterMk cId="3142915746" sldId="2147483698"/>
              <pc:sldLayoutMk cId="996875267" sldId="2147483699"/>
              <ac:picMk id="10" creationId="{EBFA587D-7946-2CDE-D8DA-153574AFB0BB}"/>
            </ac:picMkLst>
          </pc:picChg>
          <pc:picChg chg="del mod">
            <ac:chgData name="Soule, Terrence Lloyd COL USARMY FCD FBLP (USA)" userId="3cfeb602-9fc9-4043-9939-2c4da837f56c" providerId="ADAL" clId="{B9F9BD84-2799-4099-A99A-EE3E6981A790}" dt="2026-02-27T20:13:38.028" v="1126" actId="21"/>
            <ac:picMkLst>
              <pc:docMk/>
              <pc:sldMasterMk cId="3142915746" sldId="2147483698"/>
              <pc:sldLayoutMk cId="996875267" sldId="2147483699"/>
              <ac:picMk id="11" creationId="{F9A75EF5-3AA1-5E9C-9760-8D57894AE7D4}"/>
            </ac:picMkLst>
          </pc:picChg>
        </pc:sldLayoutChg>
        <pc:sldLayoutChg chg="del">
          <pc:chgData name="Soule, Terrence Lloyd COL USARMY FCD FBLP (USA)" userId="3cfeb602-9fc9-4043-9939-2c4da837f56c" providerId="ADAL" clId="{B9F9BD84-2799-4099-A99A-EE3E6981A790}" dt="2026-02-27T20:15:03.143" v="1140" actId="47"/>
          <pc:sldLayoutMkLst>
            <pc:docMk/>
            <pc:sldMasterMk cId="3142915746" sldId="2147483698"/>
            <pc:sldLayoutMk cId="2027723022" sldId="2147483716"/>
          </pc:sldLayoutMkLst>
        </pc:sldLayoutChg>
        <pc:sldLayoutChg chg="add del">
          <pc:chgData name="Soule, Terrence Lloyd COL USARMY FCD FBLP (USA)" userId="3cfeb602-9fc9-4043-9939-2c4da837f56c" providerId="ADAL" clId="{B9F9BD84-2799-4099-A99A-EE3E6981A790}" dt="2026-02-27T20:55:34.607" v="3743" actId="47"/>
          <pc:sldLayoutMkLst>
            <pc:docMk/>
            <pc:sldMasterMk cId="3142915746" sldId="2147483698"/>
            <pc:sldLayoutMk cId="2523630919" sldId="214748371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74AD8-254B-47B1-9FAB-0441E22CFD7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52FEF2-F57D-43A5-A379-0A1954F80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052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19138" y="1163638"/>
            <a:ext cx="5584825" cy="31416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dirty="0"/>
              <a:t>COL Terrence Soule </a:t>
            </a:r>
          </a:p>
          <a:p>
            <a:endParaRPr lang="en-US" sz="1000" dirty="0"/>
          </a:p>
          <a:p>
            <a:r>
              <a:rPr lang="en-US" sz="1000" dirty="0"/>
              <a:t>Formation based layered protection as a critical component of the all-new Army warfighting concept for 2040. </a:t>
            </a:r>
          </a:p>
          <a:p>
            <a:endParaRPr lang="en-US" sz="1000" dirty="0"/>
          </a:p>
          <a:p>
            <a:r>
              <a:rPr lang="en-US" sz="1000" dirty="0"/>
              <a:t>This is driving emerging doctrine and will influence how we operationalize protection on the battlefield of the future. </a:t>
            </a:r>
          </a:p>
          <a:p>
            <a:endParaRPr lang="en-US" sz="1000" dirty="0"/>
          </a:p>
          <a:p>
            <a:r>
              <a:rPr lang="en-US" sz="1000" dirty="0"/>
              <a:t>Still in its infancy, this was just added as a component of the AWC in February 2025 and the only formal description comes from a few paragraphs in the concept itself and in General </a:t>
            </a:r>
            <a:r>
              <a:rPr lang="en-US" sz="1000" dirty="0" err="1"/>
              <a:t>Raniy’s</a:t>
            </a:r>
            <a:r>
              <a:rPr lang="en-US" sz="1000" dirty="0"/>
              <a:t> white paper.  </a:t>
            </a:r>
          </a:p>
          <a:p>
            <a:endParaRPr lang="en-US" sz="1000" dirty="0"/>
          </a:p>
          <a:p>
            <a:r>
              <a:rPr lang="en-US" sz="1000" dirty="0"/>
              <a:t>We are currently in the process of creating a cross-functional annex to the concept that will drive follow-on doctrine creation etc. </a:t>
            </a:r>
          </a:p>
          <a:p>
            <a:endParaRPr lang="en-US" sz="1000" dirty="0"/>
          </a:p>
          <a:p>
            <a:r>
              <a:rPr lang="en-US" sz="1000" dirty="0"/>
              <a:t>We are on the cutting edge of FBLP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6BC9A3-C62C-4F43-9B29-A6009A66D2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3377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52FEF2-F57D-43A5-A379-0A1954F8009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650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9561154" y="706126"/>
            <a:ext cx="1357223" cy="8255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9729556" y="706129"/>
            <a:ext cx="1163781" cy="93102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3"/>
            <a:ext cx="1163781" cy="93102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Isosceles Triangle 8"/>
          <p:cNvSpPr/>
          <p:nvPr userDrawn="1"/>
        </p:nvSpPr>
        <p:spPr>
          <a:xfrm rot="5400000">
            <a:off x="-1600200" y="1600200"/>
            <a:ext cx="6858000" cy="3657600"/>
          </a:xfrm>
          <a:prstGeom prst="triangl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95646" y="4031647"/>
            <a:ext cx="7896359" cy="369332"/>
          </a:xfrm>
        </p:spPr>
        <p:txBody>
          <a:bodyPr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u="none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subtitle: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95646" y="2620988"/>
            <a:ext cx="7896359" cy="1015663"/>
          </a:xfrm>
        </p:spPr>
        <p:txBody>
          <a:bodyPr anchor="ctr" anchorCtr="0">
            <a:spAutoFit/>
          </a:bodyPr>
          <a:lstStyle>
            <a:lvl1pPr algn="l">
              <a:lnSpc>
                <a:spcPct val="100000"/>
              </a:lnSpc>
              <a:defRPr sz="2000" i="0" baseline="0"/>
            </a:lvl1pPr>
          </a:lstStyle>
          <a:p>
            <a:r>
              <a:rPr lang="en-US"/>
              <a:t>Click to add title:</a:t>
            </a:r>
            <a:br>
              <a:rPr lang="en-US"/>
            </a:br>
            <a:r>
              <a:rPr lang="en-US"/>
              <a:t>Forum</a:t>
            </a:r>
            <a:br>
              <a:rPr lang="en-US"/>
            </a:br>
            <a:r>
              <a:rPr lang="en-US"/>
              <a:t>Subject/Topic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445" y="112342"/>
            <a:ext cx="807549" cy="931024"/>
          </a:xfrm>
          <a:prstGeom prst="rect">
            <a:avLst/>
          </a:prstGeom>
        </p:spPr>
      </p:pic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4295646" y="5249317"/>
            <a:ext cx="7896359" cy="923330"/>
          </a:xfrm>
        </p:spPr>
        <p:txBody>
          <a:bodyPr vert="horz" lIns="91440" tIns="45720" rIns="91440" bIns="4572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b="1" i="0" u="none" kern="1200" baseline="0" dirty="0" smtClean="0">
                <a:solidFill>
                  <a:schemeClr val="tx1"/>
                </a:solidFill>
                <a:latin typeface=" Arial"/>
                <a:ea typeface="+mn-ea"/>
                <a:cs typeface="+mn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Click to add subtitle:</a:t>
            </a:r>
            <a:br>
              <a:rPr lang="en-US"/>
            </a:br>
            <a:r>
              <a:rPr lang="en-US"/>
              <a:t>Forum Chair/Briefer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EBFA587D-7946-2CDE-D8DA-153574AFB0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852" y="2537531"/>
            <a:ext cx="1704909" cy="2180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6875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5615"/>
            <a:ext cx="10515600" cy="4995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4340"/>
            <a:ext cx="10515600" cy="5543135"/>
          </a:xfrm>
        </p:spPr>
        <p:txBody>
          <a:bodyPr/>
          <a:lstStyle>
            <a:lvl1pPr>
              <a:defRPr>
                <a:latin typeface=" Arial"/>
              </a:defRPr>
            </a:lvl1pPr>
            <a:lvl2pPr>
              <a:defRPr>
                <a:latin typeface=" Arial"/>
              </a:defRPr>
            </a:lvl2pPr>
            <a:lvl3pPr>
              <a:defRPr>
                <a:latin typeface=" Arial"/>
              </a:defRPr>
            </a:lvl3pPr>
            <a:lvl4pPr>
              <a:defRPr>
                <a:latin typeface=" Arial"/>
              </a:defRPr>
            </a:lvl4pPr>
            <a:lvl5pPr>
              <a:defRPr>
                <a:latin typeface=" Arial"/>
              </a:defRPr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817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Bumper Stic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5615"/>
            <a:ext cx="10515600" cy="4995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4339"/>
            <a:ext cx="10515600" cy="5173803"/>
          </a:xfrm>
        </p:spPr>
        <p:txBody>
          <a:bodyPr/>
          <a:lstStyle>
            <a:lvl1pPr>
              <a:defRPr>
                <a:latin typeface=" Arial"/>
              </a:defRPr>
            </a:lvl1pPr>
            <a:lvl2pPr>
              <a:defRPr>
                <a:latin typeface=" Arial"/>
              </a:defRPr>
            </a:lvl2pPr>
            <a:lvl3pPr>
              <a:defRPr>
                <a:latin typeface=" Arial"/>
              </a:defRPr>
            </a:lvl3pPr>
            <a:lvl4pPr>
              <a:defRPr>
                <a:latin typeface=" Arial"/>
              </a:defRPr>
            </a:lvl4pPr>
            <a:lvl5pPr>
              <a:defRPr>
                <a:latin typeface=" Arial"/>
              </a:defRPr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196" y="6098142"/>
            <a:ext cx="10515605" cy="369332"/>
          </a:xfr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lIns="91440" tIns="45720" rIns="91440" bIns="45720" anchor="ctr" anchorCtr="1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aseline="0">
                <a:latin typeface=" Arial"/>
              </a:defRPr>
            </a:lvl1pPr>
            <a:lvl2pPr marL="457200" indent="0" algn="ctr">
              <a:buNone/>
              <a:defRPr sz="1800">
                <a:latin typeface=" Arial"/>
              </a:defRPr>
            </a:lvl2pPr>
            <a:lvl3pPr marL="914400" indent="0" algn="ctr">
              <a:buNone/>
              <a:defRPr sz="1800">
                <a:latin typeface=" Arial"/>
              </a:defRPr>
            </a:lvl3pPr>
            <a:lvl4pPr marL="1371600" indent="0" algn="ctr">
              <a:buNone/>
              <a:defRPr sz="1800">
                <a:latin typeface=" Arial"/>
              </a:defRPr>
            </a:lvl4pPr>
            <a:lvl5pPr marL="1828800" indent="0" algn="ctr">
              <a:buNone/>
              <a:defRPr sz="1800">
                <a:latin typeface=" Arial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“bumper sticker” text</a:t>
            </a:r>
          </a:p>
        </p:txBody>
      </p:sp>
    </p:spTree>
    <p:extLst>
      <p:ext uri="{BB962C8B-B14F-4D97-AF65-F5344CB8AC3E}">
        <p14:creationId xmlns:p14="http://schemas.microsoft.com/office/powerpoint/2010/main" val="1061113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, and Bumper Stic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467474"/>
            <a:ext cx="12192000" cy="4164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5615"/>
            <a:ext cx="10515600" cy="4995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4340"/>
            <a:ext cx="10515600" cy="5595107"/>
          </a:xfrm>
        </p:spPr>
        <p:txBody>
          <a:bodyPr/>
          <a:lstStyle>
            <a:lvl1pPr>
              <a:defRPr>
                <a:latin typeface=" Arial"/>
              </a:defRPr>
            </a:lvl1pPr>
            <a:lvl2pPr>
              <a:defRPr>
                <a:latin typeface=" Arial"/>
              </a:defRPr>
            </a:lvl2pPr>
            <a:lvl3pPr>
              <a:defRPr>
                <a:latin typeface=" Arial"/>
              </a:defRPr>
            </a:lvl3pPr>
            <a:lvl4pPr>
              <a:defRPr>
                <a:latin typeface=" Arial"/>
              </a:defRPr>
            </a:lvl4pPr>
            <a:lvl5pPr>
              <a:defRPr>
                <a:latin typeface=" Arial"/>
              </a:defRPr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784804" y="3244334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C3BF3D52-40DC-457C-B072-ACEA0AAFBAF8}" type="slidenum">
              <a:rPr lang="en-US" sz="1800" b="1" smtClean="0">
                <a:solidFill>
                  <a:prstClr val="white"/>
                </a:solidFill>
                <a:latin typeface=" Arial"/>
              </a:rPr>
              <a:pPr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1283956" y="6519446"/>
            <a:ext cx="9080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3BF3D52-40DC-457C-B072-ACEA0AAFBAF8}" type="slidenum">
              <a:rPr lang="en-US" sz="1600" b="1" smtClean="0">
                <a:solidFill>
                  <a:prstClr val="black"/>
                </a:solidFill>
                <a:latin typeface=" Arial"/>
              </a:rPr>
              <a:pPr algn="r"/>
              <a:t>‹#›</a:t>
            </a:fld>
            <a:endParaRPr lang="en-US" sz="1600" b="1">
              <a:solidFill>
                <a:prstClr val="black"/>
              </a:solidFill>
              <a:latin typeface=" Arial"/>
            </a:endParaRPr>
          </a:p>
        </p:txBody>
      </p:sp>
    </p:spTree>
    <p:extLst>
      <p:ext uri="{BB962C8B-B14F-4D97-AF65-F5344CB8AC3E}">
        <p14:creationId xmlns:p14="http://schemas.microsoft.com/office/powerpoint/2010/main" val="4011364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ctr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4928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944223"/>
            <a:ext cx="5181600" cy="5523257"/>
          </a:xfrm>
        </p:spPr>
        <p:txBody>
          <a:bodyPr/>
          <a:lstStyle>
            <a:lvl1pPr>
              <a:defRPr>
                <a:latin typeface=" Arial"/>
              </a:defRPr>
            </a:lvl1pPr>
            <a:lvl2pPr>
              <a:defRPr>
                <a:latin typeface=" Arial"/>
              </a:defRPr>
            </a:lvl2pPr>
            <a:lvl3pPr>
              <a:defRPr>
                <a:latin typeface=" Arial"/>
              </a:defRPr>
            </a:lvl3pPr>
            <a:lvl4pPr>
              <a:defRPr>
                <a:latin typeface=" Arial"/>
              </a:defRPr>
            </a:lvl4pPr>
            <a:lvl5pPr>
              <a:defRPr>
                <a:latin typeface=" Arial"/>
              </a:defRPr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944223"/>
            <a:ext cx="5181600" cy="5523257"/>
          </a:xfrm>
        </p:spPr>
        <p:txBody>
          <a:bodyPr/>
          <a:lstStyle>
            <a:lvl1pPr>
              <a:defRPr>
                <a:latin typeface=" Arial"/>
              </a:defRPr>
            </a:lvl1pPr>
            <a:lvl2pPr>
              <a:defRPr>
                <a:latin typeface=" Arial"/>
              </a:defRPr>
            </a:lvl2pPr>
            <a:lvl3pPr>
              <a:defRPr>
                <a:latin typeface=" Arial"/>
              </a:defRPr>
            </a:lvl3pPr>
            <a:lvl4pPr>
              <a:defRPr>
                <a:latin typeface=" Arial"/>
              </a:defRPr>
            </a:lvl4pPr>
            <a:lvl5pPr>
              <a:defRPr>
                <a:latin typeface=" Arial"/>
              </a:defRPr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285615"/>
            <a:ext cx="10515600" cy="4995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00841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945669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 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769581"/>
            <a:ext cx="5157787" cy="4697894"/>
          </a:xfrm>
        </p:spPr>
        <p:txBody>
          <a:bodyPr/>
          <a:lstStyle>
            <a:lvl1pPr>
              <a:defRPr>
                <a:latin typeface=" Arial"/>
              </a:defRPr>
            </a:lvl1pPr>
            <a:lvl2pPr>
              <a:defRPr>
                <a:latin typeface=" Arial"/>
              </a:defRPr>
            </a:lvl2pPr>
            <a:lvl3pPr>
              <a:defRPr>
                <a:latin typeface=" Arial"/>
              </a:defRPr>
            </a:lvl3pPr>
            <a:lvl4pPr>
              <a:defRPr>
                <a:latin typeface=" Arial"/>
              </a:defRPr>
            </a:lvl4pPr>
            <a:lvl5pPr>
              <a:defRPr>
                <a:latin typeface=" Arial"/>
              </a:defRPr>
            </a:lvl5pPr>
            <a:lvl6pPr>
              <a:defRPr baseline="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3" y="945669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 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3" y="1769581"/>
            <a:ext cx="5183188" cy="4697894"/>
          </a:xfrm>
        </p:spPr>
        <p:txBody>
          <a:bodyPr/>
          <a:lstStyle>
            <a:lvl1pPr>
              <a:defRPr>
                <a:latin typeface=" Arial"/>
              </a:defRPr>
            </a:lvl1pPr>
            <a:lvl2pPr>
              <a:defRPr>
                <a:latin typeface=" Arial"/>
              </a:defRPr>
            </a:lvl2pPr>
            <a:lvl3pPr>
              <a:defRPr>
                <a:latin typeface=" Arial"/>
              </a:defRPr>
            </a:lvl3pPr>
            <a:lvl4pPr>
              <a:defRPr>
                <a:latin typeface=" Arial"/>
              </a:defRPr>
            </a:lvl4pPr>
            <a:lvl5pPr>
              <a:defRPr>
                <a:latin typeface=" Arial"/>
              </a:defRPr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8200" y="285615"/>
            <a:ext cx="10515600" cy="4995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47059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285615"/>
            <a:ext cx="10515600" cy="4995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9407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7817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 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5489574"/>
          </a:xfrm>
        </p:spPr>
        <p:txBody>
          <a:bodyPr/>
          <a:lstStyle>
            <a:lvl1pPr>
              <a:defRPr sz="3200">
                <a:latin typeface=" Arial"/>
              </a:defRPr>
            </a:lvl1pPr>
            <a:lvl2pPr>
              <a:defRPr sz="2800">
                <a:latin typeface=" Arial"/>
              </a:defRPr>
            </a:lvl2pPr>
            <a:lvl3pPr>
              <a:defRPr sz="2400">
                <a:latin typeface=" Arial"/>
              </a:defRPr>
            </a:lvl3pPr>
            <a:lvl4pPr>
              <a:defRPr sz="2000">
                <a:latin typeface=" Arial"/>
              </a:defRPr>
            </a:lvl4pPr>
            <a:lvl5pPr>
              <a:defRPr sz="2000">
                <a:latin typeface=" Arial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419600"/>
          </a:xfrm>
        </p:spPr>
        <p:txBody>
          <a:bodyPr/>
          <a:lstStyle>
            <a:lvl1pPr marL="0" indent="0">
              <a:buNone/>
              <a:defRPr sz="1600">
                <a:latin typeface=" Aria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808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33450"/>
            <a:ext cx="6172200" cy="554355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419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602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 Arial"/>
              </a:defRPr>
            </a:lvl1pPr>
            <a:lvl2pPr>
              <a:defRPr>
                <a:latin typeface=" Arial"/>
              </a:defRPr>
            </a:lvl2pPr>
            <a:lvl3pPr>
              <a:defRPr>
                <a:latin typeface=" Arial"/>
              </a:defRPr>
            </a:lvl3pPr>
            <a:lvl4pPr>
              <a:defRPr>
                <a:latin typeface=" Arial"/>
              </a:defRPr>
            </a:lvl4pPr>
            <a:lvl5pPr>
              <a:defRPr>
                <a:latin typeface=" Arial"/>
              </a:defRPr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285615"/>
            <a:ext cx="10515600" cy="4995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127429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>
            <a:lvl1pPr>
              <a:defRPr>
                <a:latin typeface=" Arial"/>
              </a:defRPr>
            </a:lvl1pPr>
            <a:lvl2pPr>
              <a:defRPr>
                <a:latin typeface=" Arial"/>
              </a:defRPr>
            </a:lvl2pPr>
            <a:lvl3pPr>
              <a:defRPr>
                <a:latin typeface=" Arial"/>
              </a:defRPr>
            </a:lvl3pPr>
            <a:lvl4pPr>
              <a:defRPr>
                <a:latin typeface=" Arial"/>
              </a:defRPr>
            </a:lvl4pPr>
            <a:lvl5pPr>
              <a:defRPr>
                <a:latin typeface=" Arial"/>
              </a:defRPr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59322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1B0CA-59C1-47F8-4060-93C03F8043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E42204-5BB5-79F7-7B90-8939EC1C3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9A3F2-C719-DF74-CD8D-31C74DEB3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D1750-2083-4807-9F8C-A065CD73944C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02369-FA4A-353F-E241-53E0C9FA4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D22F0-A282-E4C8-4FC9-2A41945F1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5CE88-B85F-40AC-884E-A4F945FF8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8498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Only | Wire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9D11A4E-9E66-DD3F-AAA5-45FF09D53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1670" y="305436"/>
            <a:ext cx="10017383" cy="332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sz="2400">
                <a:solidFill>
                  <a:schemeClr val="bg2"/>
                </a:solidFill>
              </a:rPr>
              <a:t>[background only | wireframe]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79F748-2AED-5B35-4BDA-AB9A77C5B4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3B1892-6154-4213-BD4A-AE9F9A13BDD5}" type="datetime3">
              <a:rPr lang="en-US" smtClean="0"/>
              <a:t>27 February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397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Only | Perspectiv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9D11A4E-9E66-DD3F-AAA5-45FF09D53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9869" y="305436"/>
            <a:ext cx="10017383" cy="332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sz="2400">
                <a:solidFill>
                  <a:schemeClr val="bg2"/>
                </a:solidFill>
              </a:rPr>
              <a:t>[background only | PERSPECTIVE GRID]</a:t>
            </a:r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02C07FA-0D02-60BB-7267-9FBC15EBFC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5BE999-ACB0-4400-A685-E2EDC22D138E}" type="datetime3">
              <a:rPr lang="en-US" smtClean="0"/>
              <a:t>27 February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8524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Only | System-of-Sys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B5D95DA-43B5-75E2-9090-BA23C60DDDE8}"/>
              </a:ext>
            </a:extLst>
          </p:cNvPr>
          <p:cNvSpPr/>
          <p:nvPr userDrawn="1"/>
        </p:nvSpPr>
        <p:spPr>
          <a:xfrm>
            <a:off x="0" y="980998"/>
            <a:ext cx="12192000" cy="57796"/>
          </a:xfrm>
          <a:prstGeom prst="rect">
            <a:avLst/>
          </a:prstGeom>
          <a:solidFill>
            <a:schemeClr val="bg1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275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9D11A4E-9E66-DD3F-AAA5-45FF09D53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260" y="305436"/>
            <a:ext cx="10017383" cy="332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sz="2400">
                <a:solidFill>
                  <a:schemeClr val="bg2"/>
                </a:solidFill>
              </a:rPr>
              <a:t>[Background only | system-of-systems]</a:t>
            </a:r>
            <a:endParaRPr lang="en-US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B03D270A-1E5F-C074-E68E-7CB09CFF65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691B4E-BCE3-4A0B-B9F8-64514CA58E74}" type="datetime3">
              <a:rPr lang="en-US" smtClean="0"/>
              <a:t>27 February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5029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FD6B09E-98EC-3FAE-A3B6-FE289E4D3B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092B53A-CF69-4206-9394-41F3F7A76358}" type="datetime3">
              <a:rPr lang="en-US" smtClean="0"/>
              <a:t>27 February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902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CB7DF82C-AA82-E490-68D8-ACE2B8EEBF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9199" y="3470275"/>
            <a:ext cx="11105029" cy="1655762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 algn="l">
              <a:buNone/>
              <a:defRPr sz="1200" b="0">
                <a:solidFill>
                  <a:srgbClr val="221F20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OPTIONAL SUBTITLE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E089C4-A8A9-9F9C-2011-752509C0D7AC}"/>
              </a:ext>
            </a:extLst>
          </p:cNvPr>
          <p:cNvSpPr/>
          <p:nvPr userDrawn="1"/>
        </p:nvSpPr>
        <p:spPr>
          <a:xfrm flipV="1">
            <a:off x="529199" y="3305010"/>
            <a:ext cx="11096624" cy="45720"/>
          </a:xfrm>
          <a:prstGeom prst="rect">
            <a:avLst/>
          </a:prstGeom>
          <a:solidFill>
            <a:srgbClr val="FFC526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221F2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744DB35-3FDF-C8E9-07F9-3DC53FC35A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1" y="2520669"/>
            <a:ext cx="10039351" cy="664797"/>
          </a:xfrm>
          <a:prstGeom prst="rect">
            <a:avLst/>
          </a:prstGeom>
        </p:spPr>
        <p:txBody>
          <a:bodyPr anchor="b" anchorCtr="0">
            <a:sp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TITLE</a:t>
            </a:r>
            <a:br>
              <a:rPr lang="en-US"/>
            </a:br>
            <a:r>
              <a:rPr lang="en-US"/>
              <a:t>TWO LINES MAX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7DA5B8EF-5A0B-75EE-8161-3AD64B4BE4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9F0B9F-503E-4406-97EB-0E9DF06014B3}" type="datetime3">
              <a:rPr lang="en-US" smtClean="0"/>
              <a:t>27 February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2682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 Bar Agenda |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Bar">
            <a:extLst>
              <a:ext uri="{FF2B5EF4-FFF2-40B4-BE49-F238E27FC236}">
                <a16:creationId xmlns:a16="http://schemas.microsoft.com/office/drawing/2014/main" id="{EC3E32D0-9D4F-F0CE-040F-FF04CE3E5DC4}"/>
              </a:ext>
            </a:extLst>
          </p:cNvPr>
          <p:cNvSpPr/>
          <p:nvPr userDrawn="1"/>
        </p:nvSpPr>
        <p:spPr>
          <a:xfrm>
            <a:off x="0" y="217222"/>
            <a:ext cx="1219200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1658311B-AE57-725D-8D63-BDEA22104ED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47688" y="2094273"/>
            <a:ext cx="11105029" cy="11371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3128C4A-E4BC-8CF2-E1EE-B3C36E8A03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7689" y="1366943"/>
            <a:ext cx="11105028" cy="424732"/>
          </a:xfrm>
          <a:prstGeom prst="rect">
            <a:avLst/>
          </a:prstGeom>
        </p:spPr>
        <p:txBody>
          <a:bodyPr tIns="45720" bIns="45720" anchor="ctr" anchorCtr="0"/>
          <a:lstStyle>
            <a:lvl1pPr>
              <a:defRPr lang="en-US" sz="2400" kern="1200" cap="all" baseline="0" dirty="0" smtClean="0">
                <a:solidFill>
                  <a:srgbClr val="221F2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/>
              <a:t>content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9D6858C9-3281-8921-34F3-D8F064A306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24143" y="305435"/>
            <a:ext cx="10017383" cy="5461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sz="2400">
                <a:solidFill>
                  <a:schemeClr val="bg2"/>
                </a:solidFill>
              </a:rPr>
              <a:t>[</a:t>
            </a:r>
            <a:r>
              <a:rPr lang="en-US"/>
              <a:t>yellow bar agenda | one column</a:t>
            </a:r>
            <a:r>
              <a:rPr lang="en-US" sz="2400">
                <a:solidFill>
                  <a:schemeClr val="bg2"/>
                </a:solidFill>
              </a:rPr>
              <a:t>]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0A6031-64B4-6846-46B2-8DF869B0F203}"/>
              </a:ext>
            </a:extLst>
          </p:cNvPr>
          <p:cNvSpPr/>
          <p:nvPr userDrawn="1"/>
        </p:nvSpPr>
        <p:spPr>
          <a:xfrm flipV="1">
            <a:off x="547688" y="1903016"/>
            <a:ext cx="11109960" cy="45719"/>
          </a:xfrm>
          <a:prstGeom prst="rect">
            <a:avLst/>
          </a:prstGeom>
          <a:solidFill>
            <a:srgbClr val="FFC526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1A37D39-17C4-804E-9D2A-934236B9709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0DCA41-32F6-43C0-AA3B-E0AEC0EBEDF4}" type="datetime3">
              <a:rPr lang="en-US" smtClean="0"/>
              <a:t>27 February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259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 Bar Agenda |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Bar">
            <a:extLst>
              <a:ext uri="{FF2B5EF4-FFF2-40B4-BE49-F238E27FC236}">
                <a16:creationId xmlns:a16="http://schemas.microsoft.com/office/drawing/2014/main" id="{EC3E32D0-9D4F-F0CE-040F-FF04CE3E5DC4}"/>
              </a:ext>
            </a:extLst>
          </p:cNvPr>
          <p:cNvSpPr/>
          <p:nvPr userDrawn="1"/>
        </p:nvSpPr>
        <p:spPr>
          <a:xfrm>
            <a:off x="0" y="217222"/>
            <a:ext cx="1219200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1658311B-AE57-725D-8D63-BDEA22104ED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47690" y="2094273"/>
            <a:ext cx="5364161" cy="11371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0BEA59-9B92-7F9A-FE0F-6766D9B49EC1}"/>
              </a:ext>
            </a:extLst>
          </p:cNvPr>
          <p:cNvSpPr/>
          <p:nvPr userDrawn="1"/>
        </p:nvSpPr>
        <p:spPr>
          <a:xfrm flipV="1">
            <a:off x="547688" y="1903013"/>
            <a:ext cx="5364163" cy="45720"/>
          </a:xfrm>
          <a:prstGeom prst="rect">
            <a:avLst/>
          </a:prstGeom>
          <a:solidFill>
            <a:srgbClr val="FFC526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36B3F923-A407-5499-4F0D-7B99EDF8921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60231" y="2094273"/>
            <a:ext cx="5364163" cy="11371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31C97C-A70E-62C8-B6AA-392B22EF1501}"/>
              </a:ext>
            </a:extLst>
          </p:cNvPr>
          <p:cNvSpPr/>
          <p:nvPr userDrawn="1"/>
        </p:nvSpPr>
        <p:spPr>
          <a:xfrm flipV="1">
            <a:off x="6260229" y="1903013"/>
            <a:ext cx="5364163" cy="45720"/>
          </a:xfrm>
          <a:prstGeom prst="rect">
            <a:avLst/>
          </a:prstGeom>
          <a:solidFill>
            <a:srgbClr val="FFC526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562BCD9F-5D79-8E45-508E-145BB67D4E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24143" y="305435"/>
            <a:ext cx="10017383" cy="5461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sz="2400">
                <a:solidFill>
                  <a:schemeClr val="bg2"/>
                </a:solidFill>
              </a:rPr>
              <a:t>[</a:t>
            </a:r>
            <a:r>
              <a:rPr lang="en-US"/>
              <a:t>yellow bar Agenda | Two columns</a:t>
            </a:r>
            <a:r>
              <a:rPr lang="en-US" sz="2400">
                <a:solidFill>
                  <a:schemeClr val="bg2"/>
                </a:solidFill>
              </a:rPr>
              <a:t>]</a:t>
            </a:r>
            <a:endParaRPr lang="en-US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310F496-5653-02EF-1E80-873465E2E4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0229" y="1366943"/>
            <a:ext cx="5384083" cy="424732"/>
          </a:xfrm>
          <a:prstGeom prst="rect">
            <a:avLst/>
          </a:prstGeom>
        </p:spPr>
        <p:txBody>
          <a:bodyPr tIns="45720" bIns="45720" anchor="ctr" anchorCtr="0"/>
          <a:lstStyle>
            <a:lvl1pPr>
              <a:defRPr lang="en-US" sz="2400" kern="1200" cap="all" baseline="0" dirty="0" smtClean="0">
                <a:solidFill>
                  <a:srgbClr val="221F2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/>
              <a:t>content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5C03BF2-735A-36A9-E102-3FC36F7FF5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7689" y="1366943"/>
            <a:ext cx="5364161" cy="424732"/>
          </a:xfrm>
          <a:prstGeom prst="rect">
            <a:avLst/>
          </a:prstGeom>
        </p:spPr>
        <p:txBody>
          <a:bodyPr tIns="45720" bIns="45720" anchor="ctr" anchorCtr="0"/>
          <a:lstStyle>
            <a:lvl1pPr>
              <a:defRPr lang="en-US" sz="2400" kern="1200" cap="all" baseline="0" dirty="0" smtClean="0">
                <a:solidFill>
                  <a:srgbClr val="221F2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/>
              <a:t>content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9CD917B-47E1-5BB2-3DEA-7F423F5DADAE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72107A-8A11-4829-BB4B-DE644685E1AC}" type="datetime3">
              <a:rPr lang="en-US" smtClean="0"/>
              <a:t>27 February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1585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4534" y="1379538"/>
            <a:ext cx="11095673" cy="11371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681F5B4-B0BE-D7E0-D9F2-9F35714448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24143" y="305436"/>
            <a:ext cx="10017383" cy="3323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z="2400">
                <a:solidFill>
                  <a:schemeClr val="bg2"/>
                </a:solidFill>
              </a:rPr>
              <a:t>[ONE COLUMN]</a:t>
            </a:r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9A214D7-228E-A3C5-91E4-4ABD39AA09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BFEC67-6426-4535-A5F5-C3CF245A4DA4}" type="datetime3">
              <a:rPr lang="en-US" smtClean="0"/>
              <a:t>27 February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340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| Left 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FA79F63-4751-BA76-FEF4-F521362D7B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24143" y="305436"/>
            <a:ext cx="10017383" cy="3323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z="2400">
                <a:solidFill>
                  <a:schemeClr val="bg2"/>
                </a:solidFill>
              </a:rPr>
              <a:t>[ONE THIRD | LEFT]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57B930B-A76F-B8BB-BD6B-09C92A9A1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535" y="1379538"/>
            <a:ext cx="3943804" cy="11371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7917F6-9D57-FC24-CAF6-94385D793CB7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4830764" y="1379538"/>
            <a:ext cx="6799443" cy="11371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D55BB82-3F38-4102-739D-974F6739B755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8CD2D93-785F-4E72-A801-EEEDA4FC1E36}" type="datetime3">
              <a:rPr lang="en-US" smtClean="0"/>
              <a:t>27 February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19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|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568E9CA-66DE-8AF7-A850-286C373801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24143" y="305436"/>
            <a:ext cx="10017383" cy="3323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z="2400">
                <a:solidFill>
                  <a:schemeClr val="bg2"/>
                </a:solidFill>
              </a:rPr>
              <a:t>[ONE THIRD | RIGHT]</a:t>
            </a: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B3EC9ED-10A8-64E2-4373-4B263BE39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533" y="1379538"/>
            <a:ext cx="6809243" cy="11371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F8CBD24-21B2-7156-D011-9A0BB1D0E78D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7696201" y="1379538"/>
            <a:ext cx="3948112" cy="11371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EC411A90-23DA-3A9F-E7EB-C17E0B92B606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A2E05C-BF77-4B40-AFE4-B1755CF55A1B}" type="datetime3">
              <a:rPr lang="en-US" smtClean="0"/>
              <a:t>27 February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3062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379538"/>
            <a:ext cx="5364480" cy="11371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3640" y="1379538"/>
            <a:ext cx="5364480" cy="11371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C49395-21AF-F656-7A75-506BAFC90F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24143" y="305436"/>
            <a:ext cx="10017383" cy="3323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z="2400">
                <a:solidFill>
                  <a:schemeClr val="bg2"/>
                </a:solidFill>
              </a:rPr>
              <a:t>[TWO COLUMNs]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695F9-3B86-FDBC-ADBD-3CEF3E7ECE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4F9116-2E32-47EC-AEAC-43A705444A6A}" type="datetime3">
              <a:rPr lang="en-US" smtClean="0"/>
              <a:t>27 February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3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371601"/>
            <a:ext cx="3450336" cy="11371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371601"/>
            <a:ext cx="3450336" cy="11371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371601"/>
            <a:ext cx="3450336" cy="11371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234E6F6-E4F9-5EC5-C628-DA04144ACE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24143" y="305436"/>
            <a:ext cx="10017383" cy="3323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z="2400">
                <a:solidFill>
                  <a:schemeClr val="bg2"/>
                </a:solidFill>
              </a:rPr>
              <a:t>[three columns]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6EA79D-5A53-9DE8-950D-A1DE5206C7D1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06EF1AD-B487-4888-A90A-9ADAA854751B}" type="datetime3">
              <a:rPr lang="en-US" smtClean="0"/>
              <a:t>27 February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98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1371600"/>
            <a:ext cx="2499359" cy="91788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1371600"/>
            <a:ext cx="2499359" cy="91788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1371600"/>
            <a:ext cx="2499359" cy="91788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1371600"/>
            <a:ext cx="2499359" cy="91788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C4C939-9E7C-44AE-91EA-3E5E887C48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24143" y="305436"/>
            <a:ext cx="10017383" cy="3323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z="2400">
                <a:solidFill>
                  <a:schemeClr val="bg2"/>
                </a:solidFill>
              </a:rPr>
              <a:t>[FOUR COLUMNS]</a:t>
            </a:r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A0BBD89-BABA-B0B3-6857-3CE3EE5114CF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AF44D9-711F-40DE-A737-12DACA392C8E}" type="datetime3">
              <a:rPr lang="en-US" smtClean="0"/>
              <a:t>27 February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8873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052ED6A-E76D-4FD8-2A3E-56F06FF60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24143" y="305436"/>
            <a:ext cx="10017383" cy="3323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z="2400">
                <a:solidFill>
                  <a:schemeClr val="bg2"/>
                </a:solidFill>
              </a:rPr>
              <a:t>[QUAD CHART]</a:t>
            </a:r>
            <a:endParaRPr lang="en-US"/>
          </a:p>
        </p:txBody>
      </p:sp>
      <p:cxnSp>
        <p:nvCxnSpPr>
          <p:cNvPr id="9" name="Straight Connector 8"/>
          <p:cNvCxnSpPr>
            <a:cxnSpLocks/>
          </p:cNvCxnSpPr>
          <p:nvPr userDrawn="1"/>
        </p:nvCxnSpPr>
        <p:spPr>
          <a:xfrm>
            <a:off x="6096000" y="1394133"/>
            <a:ext cx="0" cy="5029200"/>
          </a:xfrm>
          <a:prstGeom prst="line">
            <a:avLst/>
          </a:prstGeom>
          <a:ln w="12700">
            <a:solidFill>
              <a:srgbClr val="22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cxnSpLocks/>
          </p:cNvCxnSpPr>
          <p:nvPr userDrawn="1"/>
        </p:nvCxnSpPr>
        <p:spPr>
          <a:xfrm>
            <a:off x="533400" y="3892550"/>
            <a:ext cx="5376672" cy="0"/>
          </a:xfrm>
          <a:prstGeom prst="line">
            <a:avLst/>
          </a:prstGeom>
          <a:ln w="12700">
            <a:solidFill>
              <a:srgbClr val="22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37967D3F-F166-27DC-8360-A81B3E6D1B58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48641" y="1394134"/>
            <a:ext cx="5361431" cy="11371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1">
            <a:extLst>
              <a:ext uri="{FF2B5EF4-FFF2-40B4-BE49-F238E27FC236}">
                <a16:creationId xmlns:a16="http://schemas.microsoft.com/office/drawing/2014/main" id="{3638DB4D-7231-DB56-F7D2-D7891C66C3D4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548640" y="4073527"/>
            <a:ext cx="5361429" cy="11371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E5FEC58-0052-17C8-843D-C49DFFE52C0F}"/>
              </a:ext>
            </a:extLst>
          </p:cNvPr>
          <p:cNvCxnSpPr>
            <a:cxnSpLocks/>
          </p:cNvCxnSpPr>
          <p:nvPr userDrawn="1"/>
        </p:nvCxnSpPr>
        <p:spPr>
          <a:xfrm>
            <a:off x="6276045" y="3876829"/>
            <a:ext cx="5376672" cy="0"/>
          </a:xfrm>
          <a:prstGeom prst="line">
            <a:avLst/>
          </a:prstGeom>
          <a:ln w="12700">
            <a:solidFill>
              <a:srgbClr val="22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11">
            <a:extLst>
              <a:ext uri="{FF2B5EF4-FFF2-40B4-BE49-F238E27FC236}">
                <a16:creationId xmlns:a16="http://schemas.microsoft.com/office/drawing/2014/main" id="{666EEE71-F7D3-B0F4-9383-CAF6473BEC7A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264277" y="1394134"/>
            <a:ext cx="5379083" cy="11371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1">
            <a:extLst>
              <a:ext uri="{FF2B5EF4-FFF2-40B4-BE49-F238E27FC236}">
                <a16:creationId xmlns:a16="http://schemas.microsoft.com/office/drawing/2014/main" id="{31CA31F1-FAE6-F8B7-A7D3-915CC881F734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264277" y="4073527"/>
            <a:ext cx="5379084" cy="11371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1A34C4AB-BE57-B5A4-E077-4F48C41AA06F}"/>
              </a:ext>
            </a:extLst>
          </p:cNvPr>
          <p:cNvSpPr>
            <a:spLocks noGrp="1"/>
          </p:cNvSpPr>
          <p:nvPr>
            <p:ph type="dt" sz="half" idx="3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4ADA86B-B9F0-4639-A1E0-83D5221CF5B9}" type="datetime3">
              <a:rPr lang="en-US" smtClean="0"/>
              <a:t>27 February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546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5491"/>
            <a:ext cx="557784" cy="87716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2" y="2063578"/>
            <a:ext cx="2499359" cy="91788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6634"/>
            <a:ext cx="557784" cy="87716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2" y="2063578"/>
            <a:ext cx="2499359" cy="91788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6634"/>
            <a:ext cx="557784" cy="87716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063578"/>
            <a:ext cx="2499359" cy="91788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6634"/>
            <a:ext cx="557784" cy="87716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063578"/>
            <a:ext cx="2499359" cy="91788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B0AFF8-78E0-6E2E-1B05-F06A53DE35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24143" y="305436"/>
            <a:ext cx="10017383" cy="3323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z="2400">
                <a:solidFill>
                  <a:schemeClr val="bg2"/>
                </a:solidFill>
              </a:rPr>
              <a:t>[FOUR ICONS]</a:t>
            </a:r>
            <a:endParaRPr lang="en-US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E0DF8928-B6DC-4459-687F-AB28D98DC5E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ABF9DD-82B9-4872-9002-E21A6E66D9B6}" type="datetime3">
              <a:rPr lang="en-US" smtClean="0"/>
              <a:t>27 February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430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33399" y="13716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33402" y="15087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057400"/>
            <a:ext cx="2499359" cy="96917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>
                <a:solidFill>
                  <a:srgbClr val="221F20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rgbClr val="221F20"/>
                </a:solidFill>
              </a:defRPr>
            </a:lvl2pPr>
            <a:lvl3pPr marL="205740" indent="-102870">
              <a:defRPr sz="975">
                <a:solidFill>
                  <a:srgbClr val="221F20"/>
                </a:solidFill>
              </a:defRPr>
            </a:lvl3pPr>
            <a:lvl4pPr marL="308610" indent="-102870">
              <a:defRPr sz="975">
                <a:solidFill>
                  <a:srgbClr val="221F20"/>
                </a:solidFill>
              </a:defRPr>
            </a:lvl4pPr>
            <a:lvl5pPr marL="411480" indent="-102870">
              <a:defRPr sz="975">
                <a:solidFill>
                  <a:srgbClr val="221F20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98519" y="13716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398522" y="15087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057400"/>
            <a:ext cx="2499359" cy="96917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rgbClr val="221F20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rgbClr val="221F20"/>
                </a:solidFill>
              </a:defRPr>
            </a:lvl2pPr>
            <a:lvl3pPr marL="205740" indent="-102870">
              <a:defRPr sz="975">
                <a:solidFill>
                  <a:srgbClr val="221F20"/>
                </a:solidFill>
              </a:defRPr>
            </a:lvl3pPr>
            <a:lvl4pPr marL="308610" indent="-102870">
              <a:defRPr sz="975">
                <a:solidFill>
                  <a:srgbClr val="221F20"/>
                </a:solidFill>
              </a:defRPr>
            </a:lvl4pPr>
            <a:lvl5pPr marL="411480" indent="-102870">
              <a:defRPr sz="975">
                <a:solidFill>
                  <a:srgbClr val="221F20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63639" y="13716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63642" y="15087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057400"/>
            <a:ext cx="2499359" cy="96917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rgbClr val="221F20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rgbClr val="221F20"/>
                </a:solidFill>
              </a:defRPr>
            </a:lvl2pPr>
            <a:lvl3pPr marL="205740" indent="-102870">
              <a:defRPr sz="975">
                <a:solidFill>
                  <a:srgbClr val="221F20"/>
                </a:solidFill>
              </a:defRPr>
            </a:lvl3pPr>
            <a:lvl4pPr marL="308610" indent="-102870">
              <a:defRPr sz="975">
                <a:solidFill>
                  <a:srgbClr val="221F20"/>
                </a:solidFill>
              </a:defRPr>
            </a:lvl4pPr>
            <a:lvl5pPr marL="411480" indent="-102870">
              <a:defRPr sz="975">
                <a:solidFill>
                  <a:srgbClr val="221F20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28759" y="13716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28762" y="15087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057400"/>
            <a:ext cx="2499359" cy="96917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rgbClr val="221F20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rgbClr val="221F20"/>
                </a:solidFill>
              </a:defRPr>
            </a:lvl2pPr>
            <a:lvl3pPr marL="205740" indent="-102870">
              <a:defRPr sz="975">
                <a:solidFill>
                  <a:srgbClr val="221F20"/>
                </a:solidFill>
              </a:defRPr>
            </a:lvl3pPr>
            <a:lvl4pPr marL="308610" indent="-102870">
              <a:defRPr sz="975">
                <a:solidFill>
                  <a:srgbClr val="221F20"/>
                </a:solidFill>
              </a:defRPr>
            </a:lvl4pPr>
            <a:lvl5pPr marL="411480" indent="-102870">
              <a:defRPr sz="975">
                <a:solidFill>
                  <a:srgbClr val="221F20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13FF63A0-F486-44B1-CEFD-F27E831E586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6595BA-FBBA-4F6C-983C-5BF56856BBCF}" type="datetime3">
              <a:rPr lang="en-US" smtClean="0"/>
              <a:t>27 February 2026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6063C92-0A4A-389A-2C4F-FA960678A6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24143" y="305435"/>
            <a:ext cx="10017383" cy="546100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kern="1200" cap="all" baseline="0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[four numbers]</a:t>
            </a:r>
          </a:p>
        </p:txBody>
      </p:sp>
    </p:spTree>
    <p:extLst>
      <p:ext uri="{BB962C8B-B14F-4D97-AF65-F5344CB8AC3E}">
        <p14:creationId xmlns:p14="http://schemas.microsoft.com/office/powerpoint/2010/main" val="41610660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057398"/>
            <a:ext cx="2499359" cy="96917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057398"/>
            <a:ext cx="2499359" cy="96917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057398"/>
            <a:ext cx="2499359" cy="96917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9569515-C343-6D1C-CDEE-A170C02C0D91}"/>
              </a:ext>
            </a:extLst>
          </p:cNvPr>
          <p:cNvGrpSpPr/>
          <p:nvPr userDrawn="1"/>
        </p:nvGrpSpPr>
        <p:grpSpPr>
          <a:xfrm>
            <a:off x="530352" y="1371600"/>
            <a:ext cx="11094720" cy="594360"/>
            <a:chOff x="548640" y="1371600"/>
            <a:chExt cx="11094720" cy="594360"/>
          </a:xfrm>
        </p:grpSpPr>
        <p:cxnSp>
          <p:nvCxnSpPr>
            <p:cNvPr id="15" name="Line">
              <a:extLst>
                <a:ext uri="{FF2B5EF4-FFF2-40B4-BE49-F238E27FC236}">
                  <a16:creationId xmlns:a16="http://schemas.microsoft.com/office/drawing/2014/main" id="{8412A77E-32D6-ECE7-C58C-21E3C08D86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8640" y="1371600"/>
              <a:ext cx="2499360" cy="0"/>
            </a:xfrm>
            <a:prstGeom prst="line">
              <a:avLst/>
            </a:prstGeom>
            <a:ln w="19050" cap="flat">
              <a:solidFill>
                <a:schemeClr val="tx2"/>
              </a:solidFill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sp>
          <p:nvSpPr>
            <p:cNvPr id="13" name="TextBox">
              <a:extLst>
                <a:ext uri="{FF2B5EF4-FFF2-40B4-BE49-F238E27FC236}">
                  <a16:creationId xmlns:a16="http://schemas.microsoft.com/office/drawing/2014/main" id="{AF47D3F9-758C-0713-980A-E6E56BBC1088}"/>
                </a:ext>
              </a:extLst>
            </p:cNvPr>
            <p:cNvSpPr txBox="1"/>
            <p:nvPr userDrawn="1"/>
          </p:nvSpPr>
          <p:spPr>
            <a:xfrm>
              <a:off x="548641" y="1508760"/>
              <a:ext cx="2499359" cy="4572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indent="0">
                <a:lnSpc>
                  <a:spcPct val="80000"/>
                </a:lnSpc>
                <a:spcBef>
                  <a:spcPts val="0"/>
                </a:spcBef>
                <a:buSzPct val="100000"/>
                <a:buFontTx/>
                <a:buNone/>
              </a:pPr>
              <a:r>
                <a:rPr lang="en-US" sz="2700" b="1">
                  <a:solidFill>
                    <a:schemeClr val="tx2"/>
                  </a:solidFill>
                </a:rPr>
                <a:t>01</a:t>
              </a:r>
            </a:p>
          </p:txBody>
        </p:sp>
        <p:cxnSp>
          <p:nvCxnSpPr>
            <p:cNvPr id="9" name="Line">
              <a:extLst>
                <a:ext uri="{FF2B5EF4-FFF2-40B4-BE49-F238E27FC236}">
                  <a16:creationId xmlns:a16="http://schemas.microsoft.com/office/drawing/2014/main" id="{D7771284-6191-6AE5-C8DC-E26F4DD28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413760" y="1371600"/>
              <a:ext cx="2499360" cy="0"/>
            </a:xfrm>
            <a:prstGeom prst="line">
              <a:avLst/>
            </a:prstGeom>
            <a:ln w="19050" cap="flat">
              <a:solidFill>
                <a:schemeClr val="tx2"/>
              </a:solidFill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sp>
          <p:nvSpPr>
            <p:cNvPr id="10" name="TextBox">
              <a:extLst>
                <a:ext uri="{FF2B5EF4-FFF2-40B4-BE49-F238E27FC236}">
                  <a16:creationId xmlns:a16="http://schemas.microsoft.com/office/drawing/2014/main" id="{0D9A8745-BD6D-12B2-16DF-02CB2BB85704}"/>
                </a:ext>
              </a:extLst>
            </p:cNvPr>
            <p:cNvSpPr txBox="1"/>
            <p:nvPr userDrawn="1"/>
          </p:nvSpPr>
          <p:spPr>
            <a:xfrm>
              <a:off x="3413761" y="1508760"/>
              <a:ext cx="2499359" cy="4572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indent="0">
                <a:lnSpc>
                  <a:spcPct val="80000"/>
                </a:lnSpc>
                <a:spcBef>
                  <a:spcPts val="0"/>
                </a:spcBef>
                <a:buSzPct val="100000"/>
                <a:buFontTx/>
                <a:buNone/>
              </a:pPr>
              <a:r>
                <a:rPr lang="en-US" sz="2700" b="1">
                  <a:solidFill>
                    <a:schemeClr val="tx2"/>
                  </a:solidFill>
                </a:rPr>
                <a:t>02</a:t>
              </a:r>
            </a:p>
          </p:txBody>
        </p:sp>
        <p:cxnSp>
          <p:nvCxnSpPr>
            <p:cNvPr id="11" name="Line">
              <a:extLst>
                <a:ext uri="{FF2B5EF4-FFF2-40B4-BE49-F238E27FC236}">
                  <a16:creationId xmlns:a16="http://schemas.microsoft.com/office/drawing/2014/main" id="{7F3E6C41-3F3A-5394-DD39-6844F7E137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78880" y="1371600"/>
              <a:ext cx="2499360" cy="0"/>
            </a:xfrm>
            <a:prstGeom prst="line">
              <a:avLst/>
            </a:prstGeom>
            <a:ln w="19050" cap="flat">
              <a:solidFill>
                <a:schemeClr val="tx2"/>
              </a:solidFill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sp>
          <p:nvSpPr>
            <p:cNvPr id="12" name="TextBox">
              <a:extLst>
                <a:ext uri="{FF2B5EF4-FFF2-40B4-BE49-F238E27FC236}">
                  <a16:creationId xmlns:a16="http://schemas.microsoft.com/office/drawing/2014/main" id="{BBB1FB2A-A05A-0E6A-2901-52A7D695A891}"/>
                </a:ext>
              </a:extLst>
            </p:cNvPr>
            <p:cNvSpPr txBox="1"/>
            <p:nvPr userDrawn="1"/>
          </p:nvSpPr>
          <p:spPr>
            <a:xfrm>
              <a:off x="6278881" y="1508760"/>
              <a:ext cx="2499359" cy="4572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indent="0">
                <a:lnSpc>
                  <a:spcPct val="80000"/>
                </a:lnSpc>
                <a:spcBef>
                  <a:spcPts val="0"/>
                </a:spcBef>
                <a:buSzPct val="100000"/>
                <a:buFontTx/>
                <a:buNone/>
              </a:pPr>
              <a:r>
                <a:rPr lang="en-US" sz="2700" b="1">
                  <a:solidFill>
                    <a:schemeClr val="tx2"/>
                  </a:solidFill>
                </a:rPr>
                <a:t>03</a:t>
              </a:r>
            </a:p>
          </p:txBody>
        </p:sp>
        <p:cxnSp>
          <p:nvCxnSpPr>
            <p:cNvPr id="14" name="Line">
              <a:extLst>
                <a:ext uri="{FF2B5EF4-FFF2-40B4-BE49-F238E27FC236}">
                  <a16:creationId xmlns:a16="http://schemas.microsoft.com/office/drawing/2014/main" id="{FE115B30-3E6D-E823-531E-BB5BAA199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144000" y="1371600"/>
              <a:ext cx="2499360" cy="0"/>
            </a:xfrm>
            <a:prstGeom prst="line">
              <a:avLst/>
            </a:prstGeom>
            <a:ln w="19050" cap="flat">
              <a:solidFill>
                <a:schemeClr val="tx2"/>
              </a:solidFill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sp>
          <p:nvSpPr>
            <p:cNvPr id="16" name="TextBox">
              <a:extLst>
                <a:ext uri="{FF2B5EF4-FFF2-40B4-BE49-F238E27FC236}">
                  <a16:creationId xmlns:a16="http://schemas.microsoft.com/office/drawing/2014/main" id="{694F0353-A0DD-9642-BDD7-8FC612070822}"/>
                </a:ext>
              </a:extLst>
            </p:cNvPr>
            <p:cNvSpPr txBox="1"/>
            <p:nvPr userDrawn="1"/>
          </p:nvSpPr>
          <p:spPr>
            <a:xfrm>
              <a:off x="9144001" y="1508760"/>
              <a:ext cx="2499359" cy="4572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indent="0">
                <a:lnSpc>
                  <a:spcPct val="80000"/>
                </a:lnSpc>
                <a:spcBef>
                  <a:spcPts val="0"/>
                </a:spcBef>
                <a:buSzPct val="100000"/>
                <a:buFontTx/>
                <a:buNone/>
              </a:pPr>
              <a:r>
                <a:rPr lang="en-US" sz="2700" b="1">
                  <a:solidFill>
                    <a:schemeClr val="tx2"/>
                  </a:solidFill>
                </a:rPr>
                <a:t>04</a:t>
              </a:r>
            </a:p>
          </p:txBody>
        </p:sp>
      </p:grp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057398"/>
            <a:ext cx="2499359" cy="96917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727745"/>
            <a:ext cx="2499359" cy="96917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727745"/>
            <a:ext cx="2499359" cy="96917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727745"/>
            <a:ext cx="2499359" cy="96917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30352" y="4073353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30354" y="4210513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05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95472" y="4073353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395474" y="4210513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06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60592" y="4073353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60594" y="4210513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07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25712" y="4073353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25714" y="4210513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 userDrawn="1">
            <p:ph sz="half" idx="15"/>
          </p:nvPr>
        </p:nvSpPr>
        <p:spPr>
          <a:xfrm>
            <a:off x="9144002" y="4727745"/>
            <a:ext cx="2499359" cy="96917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itle 29">
            <a:extLst>
              <a:ext uri="{FF2B5EF4-FFF2-40B4-BE49-F238E27FC236}">
                <a16:creationId xmlns:a16="http://schemas.microsoft.com/office/drawing/2014/main" id="{95156011-86BC-8662-EABC-C49C6AF1F74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024143" y="305435"/>
            <a:ext cx="10017383" cy="546100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kern="1200" cap="all" baseline="0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accent2"/>
                </a:solidFill>
              </a:rPr>
              <a:t>[eight numbers]</a:t>
            </a:r>
          </a:p>
        </p:txBody>
      </p:sp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E7CDA0A4-55AE-EE1A-5397-D99FEFF3C4A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A8DE79-E4A0-40C7-B196-5046481648ED}" type="datetime3">
              <a:rPr lang="en-US" smtClean="0"/>
              <a:t>27 February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256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2" y="1933997"/>
            <a:ext cx="2499359" cy="109645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1" y="2834641"/>
            <a:ext cx="2499359" cy="17543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2" y="3246120"/>
            <a:ext cx="2499359" cy="91788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6" y="1933997"/>
            <a:ext cx="2499359" cy="109645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6" y="2834641"/>
            <a:ext cx="2499359" cy="17543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398839" y="3246120"/>
            <a:ext cx="2529327" cy="91788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2" y="1933997"/>
            <a:ext cx="2499359" cy="109645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2" y="2834641"/>
            <a:ext cx="2499359" cy="17543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2" y="3246120"/>
            <a:ext cx="2499359" cy="91788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2" y="1933997"/>
            <a:ext cx="2499359" cy="109645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2" y="2834641"/>
            <a:ext cx="2499359" cy="17543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2" y="3246120"/>
            <a:ext cx="2499359" cy="91788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32408EA-FD02-23AC-777E-8057FB91E7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24143" y="305435"/>
            <a:ext cx="10017383" cy="546100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kern="1200" cap="all" baseline="0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accent2"/>
                </a:solidFill>
              </a:rPr>
              <a:t>[FOUR IMAGES]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32FAA22A-5532-70A7-F74E-8611238D1B22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AB3122-367A-4398-9DA3-E75DB7689EFC}" type="datetime3">
              <a:rPr lang="en-US" smtClean="0"/>
              <a:t>27 February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44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7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9" y="6059440"/>
            <a:ext cx="5365749" cy="131574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900">
                <a:solidFill>
                  <a:srgbClr val="221F20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900"/>
            </a:lvl2pPr>
            <a:lvl3pPr marL="0" indent="0">
              <a:spcBef>
                <a:spcPts val="0"/>
              </a:spcBef>
              <a:buFontTx/>
              <a:buNone/>
              <a:defRPr sz="900"/>
            </a:lvl3pPr>
            <a:lvl4pPr marL="0" indent="0">
              <a:spcBef>
                <a:spcPts val="0"/>
              </a:spcBef>
              <a:buFontTx/>
              <a:buNone/>
              <a:defRPr sz="900"/>
            </a:lvl4pPr>
            <a:lvl5pPr marL="0" indent="0">
              <a:spcBef>
                <a:spcPts val="0"/>
              </a:spcBef>
              <a:buFontTx/>
              <a:buNone/>
              <a:defRPr sz="900"/>
            </a:lvl5pPr>
            <a:lvl6pPr marL="0" indent="0">
              <a:spcBef>
                <a:spcPts val="0"/>
              </a:spcBef>
              <a:buFontTx/>
              <a:buNone/>
              <a:defRPr sz="900"/>
            </a:lvl6pPr>
            <a:lvl7pPr marL="0" indent="0">
              <a:spcBef>
                <a:spcPts val="0"/>
              </a:spcBef>
              <a:buFontTx/>
              <a:buNone/>
              <a:defRPr sz="900"/>
            </a:lvl7pPr>
            <a:lvl8pPr marL="0" indent="0">
              <a:spcBef>
                <a:spcPts val="0"/>
              </a:spcBef>
              <a:buFontTx/>
              <a:buNone/>
              <a:defRPr sz="900"/>
            </a:lvl8pPr>
            <a:lvl9pPr marL="0" indent="0">
              <a:spcBef>
                <a:spcPts val="0"/>
              </a:spcBef>
              <a:buFontTx/>
              <a:buNone/>
              <a:defRPr sz="9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658548-FA53-2035-422F-C5AA59DC4709}"/>
              </a:ext>
            </a:extLst>
          </p:cNvPr>
          <p:cNvSpPr/>
          <p:nvPr userDrawn="1"/>
        </p:nvSpPr>
        <p:spPr>
          <a:xfrm flipV="1">
            <a:off x="529199" y="3305010"/>
            <a:ext cx="11096624" cy="45720"/>
          </a:xfrm>
          <a:prstGeom prst="rect">
            <a:avLst/>
          </a:prstGeom>
          <a:solidFill>
            <a:srgbClr val="FFC526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221F2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3C7FC5B5-071F-7705-3515-6E21322CD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1" y="2593573"/>
            <a:ext cx="10039351" cy="54610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700">
                <a:solidFill>
                  <a:srgbClr val="221F20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1EEABBCD-EA90-EC22-4CA3-B15F86514949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B45A75-E687-4A63-A2CF-FA72E1A1C68A}" type="datetime3">
              <a:rPr lang="en-US" smtClean="0"/>
              <a:t>27 February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346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4143" y="305435"/>
            <a:ext cx="10017383" cy="29084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" y="6634410"/>
            <a:ext cx="1601868" cy="157507"/>
          </a:xfrm>
          <a:prstGeom prst="rect">
            <a:avLst/>
          </a:prstGeom>
        </p:spPr>
        <p:txBody>
          <a:bodyPr/>
          <a:lstStyle>
            <a:lvl1pPr>
              <a:defRPr lang="en-US" sz="788" smtClean="0">
                <a:latin typeface=" Arial" panose="02020603050405020304"/>
              </a:defRPr>
            </a:lvl1pPr>
          </a:lstStyle>
          <a:p>
            <a:fld id="{1354FFCA-A07A-4BCB-8690-ACB1DDE32B7E}" type="datetime3">
              <a:rPr lang="en-US" smtClean="0"/>
              <a:t>27 February 2026</a:t>
            </a:fld>
            <a:endParaRPr lang="en-US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99CADFB-3142-2C27-7A6A-87AE6F5AEA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09880" y="6688577"/>
            <a:ext cx="3831453" cy="157507"/>
          </a:xfrm>
        </p:spPr>
        <p:txBody>
          <a:bodyPr>
            <a:noAutofit/>
          </a:bodyPr>
          <a:lstStyle>
            <a:lvl1pPr marL="0" indent="0" algn="ctr">
              <a:buNone/>
              <a:defRPr sz="620" b="1">
                <a:solidFill>
                  <a:srgbClr val="00B050"/>
                </a:solidFill>
              </a:defRPr>
            </a:lvl1pPr>
          </a:lstStyle>
          <a:p>
            <a:pPr lvl="0"/>
            <a:r>
              <a:rPr lang="en-US"/>
              <a:t>CUI//REL TO USA, FVEY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C9BCF4DE-9792-5204-AEE5-9ECE5A7D6E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09880" y="11921"/>
            <a:ext cx="3831453" cy="157507"/>
          </a:xfrm>
        </p:spPr>
        <p:txBody>
          <a:bodyPr>
            <a:noAutofit/>
          </a:bodyPr>
          <a:lstStyle>
            <a:lvl1pPr marL="0" indent="0" algn="ctr">
              <a:buNone/>
              <a:defRPr sz="620" b="1">
                <a:solidFill>
                  <a:srgbClr val="00B050"/>
                </a:solidFill>
              </a:defRPr>
            </a:lvl1pPr>
          </a:lstStyle>
          <a:p>
            <a:pPr lvl="0"/>
            <a:r>
              <a:rPr lang="en-US"/>
              <a:t>CUI//REL TO USA, FVEY</a:t>
            </a:r>
          </a:p>
        </p:txBody>
      </p:sp>
    </p:spTree>
    <p:extLst>
      <p:ext uri="{BB962C8B-B14F-4D97-AF65-F5344CB8AC3E}">
        <p14:creationId xmlns:p14="http://schemas.microsoft.com/office/powerpoint/2010/main" val="191066486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Qua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49ED5-AA7E-2BAB-475F-47454A9D0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4143" y="305435"/>
            <a:ext cx="10017383" cy="29084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5770182-7700-9E20-2B69-CBF43D4A69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58245"/>
            <a:ext cx="1334891" cy="157508"/>
          </a:xfrm>
          <a:prstGeom prst="rect">
            <a:avLst/>
          </a:prstGeom>
        </p:spPr>
        <p:txBody>
          <a:bodyPr/>
          <a:lstStyle>
            <a:lvl1pPr>
              <a:defRPr lang="en-US" sz="788" smtClean="0">
                <a:latin typeface=" Arial" panose="02020603050405020304"/>
              </a:defRPr>
            </a:lvl1pPr>
          </a:lstStyle>
          <a:p>
            <a:fld id="{BFDEE2FE-045E-4456-8EBC-4607CDE922DC}" type="datetime3">
              <a:rPr lang="en-US" smtClean="0"/>
              <a:t>27 February 2026</a:t>
            </a:fld>
            <a:endParaRPr lang="en-US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7A3BC50-6892-EB0D-432E-BB3CE6ACB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09880" y="6688577"/>
            <a:ext cx="3831453" cy="157507"/>
          </a:xfrm>
        </p:spPr>
        <p:txBody>
          <a:bodyPr>
            <a:noAutofit/>
          </a:bodyPr>
          <a:lstStyle>
            <a:lvl1pPr marL="0" indent="0" algn="ctr">
              <a:buNone/>
              <a:defRPr sz="620" b="1">
                <a:solidFill>
                  <a:srgbClr val="00B050"/>
                </a:solidFill>
              </a:defRPr>
            </a:lvl1pPr>
          </a:lstStyle>
          <a:p>
            <a:pPr lvl="0"/>
            <a:r>
              <a:rPr lang="en-US"/>
              <a:t>CUI//REL TO USA, FVEY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23F5C309-8848-B9BB-24D8-925614F96C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09880" y="11921"/>
            <a:ext cx="3831453" cy="157507"/>
          </a:xfrm>
        </p:spPr>
        <p:txBody>
          <a:bodyPr>
            <a:noAutofit/>
          </a:bodyPr>
          <a:lstStyle>
            <a:lvl1pPr marL="0" indent="0" algn="ctr">
              <a:buNone/>
              <a:defRPr sz="620" b="1">
                <a:solidFill>
                  <a:srgbClr val="00B050"/>
                </a:solidFill>
              </a:defRPr>
            </a:lvl1pPr>
          </a:lstStyle>
          <a:p>
            <a:pPr lvl="0"/>
            <a:r>
              <a:rPr lang="en-US"/>
              <a:t>CUI//REL TO USA, FVEY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5DAA174-8692-207C-9DED-DB6DA870CA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46205" y="974202"/>
            <a:ext cx="5809953" cy="2618441"/>
          </a:xfrm>
        </p:spPr>
        <p:txBody>
          <a:bodyPr>
            <a:normAutofit/>
          </a:bodyPr>
          <a:lstStyle>
            <a:lvl1pPr>
              <a:defRPr sz="2027"/>
            </a:lvl1pPr>
            <a:lvl2pPr>
              <a:defRPr sz="1577"/>
            </a:lvl2pPr>
            <a:lvl3pPr>
              <a:defRPr sz="1352"/>
            </a:lvl3pPr>
            <a:lvl4pPr>
              <a:defRPr sz="1127"/>
            </a:lvl4pPr>
            <a:lvl5pPr>
              <a:defRPr sz="112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8C4DA07-EC0B-84DF-3BC2-37FCA3133D3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07154" y="974202"/>
            <a:ext cx="5809953" cy="2618441"/>
          </a:xfrm>
        </p:spPr>
        <p:txBody>
          <a:bodyPr>
            <a:normAutofit/>
          </a:bodyPr>
          <a:lstStyle>
            <a:lvl1pPr>
              <a:defRPr sz="2027"/>
            </a:lvl1pPr>
            <a:lvl2pPr>
              <a:defRPr sz="1577"/>
            </a:lvl2pPr>
            <a:lvl3pPr>
              <a:defRPr sz="1352"/>
            </a:lvl3pPr>
            <a:lvl4pPr>
              <a:defRPr sz="1127"/>
            </a:lvl4pPr>
            <a:lvl5pPr>
              <a:defRPr sz="112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C98D8BD-2B8F-B308-BFDC-2CAD042C7C3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6205" y="3739243"/>
            <a:ext cx="5809953" cy="2618441"/>
          </a:xfrm>
        </p:spPr>
        <p:txBody>
          <a:bodyPr>
            <a:normAutofit/>
          </a:bodyPr>
          <a:lstStyle>
            <a:lvl1pPr>
              <a:defRPr sz="2027"/>
            </a:lvl1pPr>
            <a:lvl2pPr>
              <a:defRPr sz="1577"/>
            </a:lvl2pPr>
            <a:lvl3pPr>
              <a:defRPr sz="1352"/>
            </a:lvl3pPr>
            <a:lvl4pPr>
              <a:defRPr sz="1127"/>
            </a:lvl4pPr>
            <a:lvl5pPr>
              <a:defRPr sz="112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8ED4610-CE78-7A71-36BE-B923BA1BE7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07154" y="3739243"/>
            <a:ext cx="5809953" cy="2618441"/>
          </a:xfrm>
        </p:spPr>
        <p:txBody>
          <a:bodyPr>
            <a:normAutofit/>
          </a:bodyPr>
          <a:lstStyle>
            <a:lvl1pPr>
              <a:defRPr sz="2027"/>
            </a:lvl1pPr>
            <a:lvl2pPr>
              <a:defRPr sz="1577"/>
            </a:lvl2pPr>
            <a:lvl3pPr>
              <a:defRPr sz="1352"/>
            </a:lvl3pPr>
            <a:lvl4pPr>
              <a:defRPr sz="1127"/>
            </a:lvl4pPr>
            <a:lvl5pPr>
              <a:defRPr sz="112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FAC3D05-530C-6127-E795-E5A19FFA5A05}"/>
              </a:ext>
            </a:extLst>
          </p:cNvPr>
          <p:cNvCxnSpPr>
            <a:cxnSpLocks/>
          </p:cNvCxnSpPr>
          <p:nvPr userDrawn="1"/>
        </p:nvCxnSpPr>
        <p:spPr>
          <a:xfrm>
            <a:off x="146204" y="3657838"/>
            <a:ext cx="1189959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17D1E1B-CF08-8B4D-13E9-519401D8CF28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923220"/>
            <a:ext cx="0" cy="55607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515192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4143" y="305435"/>
            <a:ext cx="10017383" cy="29084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6"/>
            <a:ext cx="5181601" cy="11371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6"/>
            <a:ext cx="5181601" cy="11371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" y="6653477"/>
            <a:ext cx="1373029" cy="192604"/>
          </a:xfrm>
          <a:prstGeom prst="rect">
            <a:avLst/>
          </a:prstGeom>
        </p:spPr>
        <p:txBody>
          <a:bodyPr/>
          <a:lstStyle>
            <a:lvl1pPr>
              <a:defRPr lang="en-US" sz="788" smtClean="0">
                <a:latin typeface=" Arial" panose="02020603050405020304"/>
              </a:defRPr>
            </a:lvl1pPr>
          </a:lstStyle>
          <a:p>
            <a:fld id="{414B57CD-A8A7-4036-8D2D-7896ECDB4CFB}" type="datetime3">
              <a:rPr lang="en-US" smtClean="0"/>
              <a:t>27 February 2026</a:t>
            </a:fld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665B9353-2A42-1EAF-8B79-45003862EE4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09880" y="6688577"/>
            <a:ext cx="3831453" cy="157507"/>
          </a:xfrm>
        </p:spPr>
        <p:txBody>
          <a:bodyPr>
            <a:noAutofit/>
          </a:bodyPr>
          <a:lstStyle>
            <a:lvl1pPr marL="0" indent="0" algn="ctr">
              <a:buNone/>
              <a:defRPr sz="620" b="1">
                <a:solidFill>
                  <a:srgbClr val="00B050"/>
                </a:solidFill>
              </a:defRPr>
            </a:lvl1pPr>
          </a:lstStyle>
          <a:p>
            <a:pPr lvl="0"/>
            <a:r>
              <a:rPr lang="en-US"/>
              <a:t>CUI//REL TO USA, FVEY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5A6BBFE4-F417-FCDD-168A-E0AF52ECB5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09880" y="11921"/>
            <a:ext cx="3831453" cy="157507"/>
          </a:xfrm>
        </p:spPr>
        <p:txBody>
          <a:bodyPr>
            <a:noAutofit/>
          </a:bodyPr>
          <a:lstStyle>
            <a:lvl1pPr marL="0" indent="0" algn="ctr">
              <a:buNone/>
              <a:defRPr sz="620" b="1">
                <a:solidFill>
                  <a:srgbClr val="00B050"/>
                </a:solidFill>
              </a:defRPr>
            </a:lvl1pPr>
          </a:lstStyle>
          <a:p>
            <a:pPr lvl="0"/>
            <a:r>
              <a:rPr lang="en-US"/>
              <a:t>CUI//REL TO USA, FVEY</a:t>
            </a:r>
          </a:p>
        </p:txBody>
      </p:sp>
    </p:spTree>
    <p:extLst>
      <p:ext uri="{BB962C8B-B14F-4D97-AF65-F5344CB8AC3E}">
        <p14:creationId xmlns:p14="http://schemas.microsoft.com/office/powerpoint/2010/main" val="3231370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40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Urban Mountain Wireframe Background">
            <a:extLst>
              <a:ext uri="{FF2B5EF4-FFF2-40B4-BE49-F238E27FC236}">
                <a16:creationId xmlns:a16="http://schemas.microsoft.com/office/drawing/2014/main" id="{9B79FA33-845A-FEEB-6827-CC72BCCE68E1}"/>
              </a:ext>
            </a:extLst>
          </p:cNvPr>
          <p:cNvPicPr>
            <a:picLocks noChangeAspect="1"/>
          </p:cNvPicPr>
          <p:nvPr userDrawn="1"/>
        </p:nvPicPr>
        <p:blipFill>
          <a:blip r:embed="rId3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753427"/>
            <a:ext cx="12192000" cy="409618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33"/>
            <a:ext cx="10515600" cy="7669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08101"/>
            <a:ext cx="10515600" cy="496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283956" y="6519446"/>
            <a:ext cx="9080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3BF3D52-40DC-457C-B072-ACEA0AAFBAF8}" type="slidenum">
              <a:rPr lang="en-US" sz="1600" b="1" smtClean="0">
                <a:solidFill>
                  <a:prstClr val="white"/>
                </a:solidFill>
                <a:latin typeface=" Arial"/>
              </a:rPr>
              <a:pPr algn="r"/>
              <a:t>‹#›</a:t>
            </a:fld>
            <a:endParaRPr lang="en-US" sz="1600" b="1">
              <a:solidFill>
                <a:prstClr val="white"/>
              </a:solidFill>
              <a:latin typeface=" Arial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3752851" y="6517488"/>
            <a:ext cx="3835400" cy="357187"/>
          </a:xfrm>
          <a:prstGeom prst="rect">
            <a:avLst/>
          </a:prstGeom>
          <a:solidFill>
            <a:srgbClr val="FFFFFF">
              <a:alpha val="29020"/>
            </a:srgb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0" y="8395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5212365" y="6581008"/>
            <a:ext cx="17672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11107024" y="6581008"/>
            <a:ext cx="1084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EF32E4B-FCF4-44DC-A0F3-0697B6263830}" type="slidenum">
              <a:rPr lang="en-US" sz="1200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D36182-EAC0-0EF4-9CAC-77ADC4FA8FE8}"/>
              </a:ext>
            </a:extLst>
          </p:cNvPr>
          <p:cNvPicPr>
            <a:picLocks noChangeAspect="1"/>
          </p:cNvPicPr>
          <p:nvPr userDrawn="1"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87" y="108985"/>
            <a:ext cx="836356" cy="1120641"/>
          </a:xfrm>
          <a:prstGeom prst="rect">
            <a:avLst/>
          </a:prstGeom>
        </p:spPr>
      </p:pic>
      <p:pic>
        <p:nvPicPr>
          <p:cNvPr id="11" name="Picture 10" descr="Icon&#10;&#10;AI-generated content may be incorrect.">
            <a:extLst>
              <a:ext uri="{FF2B5EF4-FFF2-40B4-BE49-F238E27FC236}">
                <a16:creationId xmlns:a16="http://schemas.microsoft.com/office/drawing/2014/main" id="{F9A75EF5-3AA1-5E9C-9760-8D57894AE7D4}"/>
              </a:ext>
            </a:extLst>
          </p:cNvPr>
          <p:cNvPicPr>
            <a:picLocks noChangeAspect="1"/>
          </p:cNvPicPr>
          <p:nvPr userDrawn="1"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974" y="161373"/>
            <a:ext cx="748086" cy="97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915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5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b="1" i="1" kern="1200" baseline="0">
          <a:solidFill>
            <a:schemeClr val="tx1"/>
          </a:solidFill>
          <a:latin typeface=" Arial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6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9" Type="http://schemas.openxmlformats.org/officeDocument/2006/relationships/image" Target="../media/image43.png"/><Relationship Id="rId21" Type="http://schemas.openxmlformats.org/officeDocument/2006/relationships/image" Target="../media/image25.png"/><Relationship Id="rId34" Type="http://schemas.openxmlformats.org/officeDocument/2006/relationships/image" Target="../media/image38.png"/><Relationship Id="rId42" Type="http://schemas.openxmlformats.org/officeDocument/2006/relationships/image" Target="../media/image4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png"/><Relationship Id="rId41" Type="http://schemas.openxmlformats.org/officeDocument/2006/relationships/image" Target="../media/image45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37" Type="http://schemas.openxmlformats.org/officeDocument/2006/relationships/image" Target="../media/image41.png"/><Relationship Id="rId40" Type="http://schemas.openxmlformats.org/officeDocument/2006/relationships/image" Target="../media/image44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36" Type="http://schemas.openxmlformats.org/officeDocument/2006/relationships/image" Target="../media/image40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31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Relationship Id="rId35" Type="http://schemas.openxmlformats.org/officeDocument/2006/relationships/image" Target="../media/image39.png"/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33" Type="http://schemas.openxmlformats.org/officeDocument/2006/relationships/image" Target="../media/image37.png"/><Relationship Id="rId38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723BF0D-37C1-6CCE-5DAE-B65BF5723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7816" y="3001292"/>
            <a:ext cx="7332098" cy="738664"/>
          </a:xfrm>
        </p:spPr>
        <p:txBody>
          <a:bodyPr/>
          <a:lstStyle/>
          <a:p>
            <a:r>
              <a:rPr lang="en-US" sz="1400" dirty="0"/>
              <a:t>Purpose: (Information): </a:t>
            </a:r>
            <a:r>
              <a:rPr lang="en-US" sz="1400" b="0" dirty="0">
                <a:solidFill>
                  <a:prstClr val="black"/>
                </a:solidFill>
                <a:latin typeface="Arial" panose="020B0604020202020204"/>
                <a:cs typeface="+mn-cs"/>
              </a:rPr>
              <a:t>Provide industry stakeholders with an understanding of the battlefield application of layered protection as it pertains to the LP </a:t>
            </a:r>
            <a:r>
              <a:rPr lang="en-US" sz="1400" b="0" dirty="0" err="1">
                <a:solidFill>
                  <a:prstClr val="black"/>
                </a:solidFill>
                <a:latin typeface="Arial" panose="020B0604020202020204"/>
                <a:cs typeface="+mn-cs"/>
              </a:rPr>
              <a:t>CoN</a:t>
            </a:r>
            <a:r>
              <a:rPr lang="en-US" sz="1400" b="0" dirty="0">
                <a:solidFill>
                  <a:prstClr val="black"/>
                </a:solidFill>
                <a:latin typeface="Arial" panose="020B0604020202020204"/>
                <a:cs typeface="+mn-cs"/>
              </a:rPr>
              <a:t> to facilitate substantive dialogue drive material solution innovation.</a:t>
            </a:r>
            <a:endParaRPr lang="en-US" sz="1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61A32C-096C-79ED-5750-5041A22977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0520" y="2279758"/>
            <a:ext cx="6861837" cy="707886"/>
          </a:xfrm>
        </p:spPr>
        <p:txBody>
          <a:bodyPr/>
          <a:lstStyle/>
          <a:p>
            <a:r>
              <a:rPr lang="en-US" dirty="0"/>
              <a:t>NTC Industry Day: Layered Protection Capability of Needs (</a:t>
            </a:r>
            <a:r>
              <a:rPr lang="en-US" dirty="0" err="1"/>
              <a:t>CoN</a:t>
            </a:r>
            <a:r>
              <a:rPr lang="en-US" dirty="0"/>
              <a:t>) Statement 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1BA01D-E6D4-D9C9-9BC2-DFD2FEDF82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59173" y="3826711"/>
            <a:ext cx="7189384" cy="307777"/>
          </a:xfrm>
        </p:spPr>
        <p:txBody>
          <a:bodyPr/>
          <a:lstStyle/>
          <a:p>
            <a:r>
              <a:rPr lang="en-US" sz="1400" dirty="0"/>
              <a:t>MG Christopher Beck, LP Program Acquisition Executive (PAE)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35607C-301A-1E24-B1F7-34EADED560AA}"/>
              </a:ext>
            </a:extLst>
          </p:cNvPr>
          <p:cNvSpPr txBox="1"/>
          <p:nvPr/>
        </p:nvSpPr>
        <p:spPr>
          <a:xfrm>
            <a:off x="8201026" y="5725868"/>
            <a:ext cx="3849328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Arial" panose="02020603050405020304"/>
                <a:ea typeface="+mn-ea"/>
                <a:cs typeface="+mn-cs"/>
              </a:rPr>
              <a:t>Controlled By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Arial" panose="02020603050405020304"/>
                <a:ea typeface="+mn-ea"/>
                <a:cs typeface="+mn-cs"/>
              </a:rPr>
              <a:t>: FCC, T2COM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Arial" panose="02020603050405020304"/>
                <a:ea typeface="+mn-ea"/>
                <a:cs typeface="+mn-cs"/>
              </a:rPr>
              <a:t>CUI Category(</a:t>
            </a:r>
            <a:r>
              <a:rPr kumimoji="0" 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Arial" panose="02020603050405020304"/>
                <a:ea typeface="+mn-ea"/>
                <a:cs typeface="+mn-cs"/>
              </a:rPr>
              <a:t>ies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Arial" panose="02020603050405020304"/>
                <a:ea typeface="+mn-ea"/>
                <a:cs typeface="+mn-cs"/>
              </a:rPr>
              <a:t>):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Arial" panose="02020603050405020304"/>
                <a:ea typeface="+mn-ea"/>
                <a:cs typeface="+mn-cs"/>
              </a:rPr>
              <a:t>OPSEC, INFOSEC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Arial" panose="02020603050405020304"/>
                <a:ea typeface="+mn-ea"/>
                <a:cs typeface="+mn-cs"/>
              </a:rPr>
              <a:t>Limited Dissemination Control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Arial" panose="02020603050405020304"/>
                <a:ea typeface="+mn-ea"/>
                <a:cs typeface="+mn-cs"/>
              </a:rPr>
              <a:t>: REL TO USA, FVEY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Arial" panose="02020603050405020304"/>
                <a:ea typeface="+mn-ea"/>
                <a:cs typeface="+mn-cs"/>
              </a:rPr>
              <a:t>POC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Arial" panose="02020603050405020304"/>
                <a:ea typeface="+mn-ea"/>
                <a:cs typeface="+mn-cs"/>
              </a:rPr>
              <a:t>: LTC Marcus Dyl,(573) 563-7599</a:t>
            </a:r>
          </a:p>
        </p:txBody>
      </p:sp>
    </p:spTree>
    <p:extLst>
      <p:ext uri="{BB962C8B-B14F-4D97-AF65-F5344CB8AC3E}">
        <p14:creationId xmlns:p14="http://schemas.microsoft.com/office/powerpoint/2010/main" val="2979312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>
            <a:extLst>
              <a:ext uri="{FF2B5EF4-FFF2-40B4-BE49-F238E27FC236}">
                <a16:creationId xmlns:a16="http://schemas.microsoft.com/office/drawing/2014/main" id="{AE428C7B-077A-5A72-7354-7EC1F581A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138" y="1276315"/>
            <a:ext cx="12192000" cy="319223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6246FBF-23CE-76EA-DF47-6F39843CD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7652" y="231384"/>
            <a:ext cx="9373547" cy="36383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Layered Protection Battlefield Application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D5D924-8788-122E-2F05-DA45D9F7613F}"/>
              </a:ext>
            </a:extLst>
          </p:cNvPr>
          <p:cNvSpPr txBox="1"/>
          <p:nvPr/>
        </p:nvSpPr>
        <p:spPr>
          <a:xfrm>
            <a:off x="1060765" y="643377"/>
            <a:ext cx="10222871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sz="1050" b="1" dirty="0">
                <a:solidFill>
                  <a:prstClr val="black"/>
                </a:solidFill>
                <a:latin typeface=" Arial" panose="02020603050405020304"/>
              </a:rPr>
              <a:t>Problem:</a:t>
            </a:r>
            <a:r>
              <a:rPr lang="en-US" sz="1100" b="1" dirty="0">
                <a:solidFill>
                  <a:prstClr val="black"/>
                </a:solidFill>
                <a:latin typeface=" Arial" panose="02020603050405020304"/>
              </a:rPr>
              <a:t> </a:t>
            </a:r>
            <a:r>
              <a:rPr lang="en-US" sz="1050" dirty="0">
                <a:latin typeface=" Arial" panose="02020603050405020304"/>
                <a:ea typeface="Calibri" panose="020F0502020204030204" pitchFamily="34" charset="0"/>
              </a:rPr>
              <a:t>Layered protection differs from contemporary notions in several critical ways and represents a fundamental shift in how the Army conceptualizes and employs protection capabilities. Not merely a collection of defensive technologies and actions. Rather it emphasizes the integration of foundational elements, operational protection assets, and warfighting systems synchronization to generate protective layers.</a:t>
            </a:r>
            <a:endParaRPr lang="en-US" sz="1050" dirty="0">
              <a:solidFill>
                <a:prstClr val="black"/>
              </a:solidFill>
              <a:latin typeface=" Arial" panose="02020603050405020304"/>
              <a:ea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53DE1C-26DF-DF1B-09CA-D4D4DACEA9BC}"/>
              </a:ext>
            </a:extLst>
          </p:cNvPr>
          <p:cNvSpPr txBox="1"/>
          <p:nvPr/>
        </p:nvSpPr>
        <p:spPr>
          <a:xfrm>
            <a:off x="268927" y="4190067"/>
            <a:ext cx="11773848" cy="4308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sz="1100" b="1" dirty="0">
                <a:solidFill>
                  <a:prstClr val="black"/>
                </a:solidFill>
                <a:latin typeface=" Arial" panose="02020603050405020304"/>
              </a:rPr>
              <a:t>Layered Protection Technical Challenges: </a:t>
            </a:r>
            <a:r>
              <a:rPr lang="en-US" sz="1100" dirty="0">
                <a:solidFill>
                  <a:prstClr val="black"/>
                </a:solidFill>
                <a:latin typeface=" Arial" panose="02020603050405020304"/>
              </a:rPr>
              <a:t>The technical challenges associated with layered protection fall into four general categories: </a:t>
            </a:r>
            <a:r>
              <a:rPr lang="en-US" sz="1100" i="1" dirty="0">
                <a:solidFill>
                  <a:prstClr val="black"/>
                </a:solidFill>
                <a:latin typeface=" Arial" panose="02020603050405020304"/>
              </a:rPr>
              <a:t>Detection-Avoid being seem, Characterization-Avoid being understood, Engagement-Avoid being struck, and Survive-survive if hit or attacked.</a:t>
            </a:r>
            <a:endParaRPr lang="en-US" sz="1100" i="1" dirty="0">
              <a:solidFill>
                <a:prstClr val="black"/>
              </a:solidFill>
              <a:latin typeface=" Arial" panose="02020603050405020304"/>
              <a:ea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0CB009-1670-8C72-D9EF-FBF8F922A5A6}"/>
              </a:ext>
            </a:extLst>
          </p:cNvPr>
          <p:cNvSpPr txBox="1"/>
          <p:nvPr/>
        </p:nvSpPr>
        <p:spPr>
          <a:xfrm>
            <a:off x="278313" y="4659798"/>
            <a:ext cx="2668088" cy="16158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sz="1100" b="1" dirty="0">
                <a:solidFill>
                  <a:prstClr val="black"/>
                </a:solidFill>
                <a:latin typeface=" Arial" panose="02020603050405020304"/>
              </a:rPr>
              <a:t>     Detection: </a:t>
            </a:r>
            <a:r>
              <a:rPr lang="en-US" sz="1100" dirty="0">
                <a:solidFill>
                  <a:prstClr val="black"/>
                </a:solidFill>
                <a:latin typeface=" Arial" panose="02020603050405020304"/>
              </a:rPr>
              <a:t>The minimization of detectable signatures through camouflage, obscuration, emission reduction, tactical sensor defeat, and patterns of life control. </a:t>
            </a:r>
          </a:p>
          <a:p>
            <a:pPr marL="228600" indent="-228600" defTabSz="457200">
              <a:buAutoNum type="arabicPeriod"/>
              <a:defRPr/>
            </a:pPr>
            <a:r>
              <a:rPr lang="en-US" sz="1100" dirty="0">
                <a:solidFill>
                  <a:prstClr val="black"/>
                </a:solidFill>
                <a:latin typeface=" Arial" panose="02020603050405020304"/>
                <a:ea typeface="Calibri" panose="020F0502020204030204" pitchFamily="34" charset="0"/>
              </a:rPr>
              <a:t>Visual and Multi Spectral Detection</a:t>
            </a:r>
          </a:p>
          <a:p>
            <a:pPr marL="228600" indent="-228600" defTabSz="457200">
              <a:buAutoNum type="arabicPeriod"/>
              <a:defRPr/>
            </a:pPr>
            <a:r>
              <a:rPr lang="en-US" sz="1100" dirty="0">
                <a:solidFill>
                  <a:prstClr val="black"/>
                </a:solidFill>
                <a:latin typeface=" Arial" panose="02020603050405020304"/>
                <a:ea typeface="Calibri" panose="020F0502020204030204" pitchFamily="34" charset="0"/>
              </a:rPr>
              <a:t>Signature management</a:t>
            </a:r>
          </a:p>
          <a:p>
            <a:pPr marL="228600" indent="-228600" defTabSz="457200">
              <a:buAutoNum type="arabicPeriod"/>
              <a:defRPr/>
            </a:pPr>
            <a:r>
              <a:rPr lang="en-US" sz="1100" dirty="0">
                <a:solidFill>
                  <a:prstClr val="black"/>
                </a:solidFill>
                <a:latin typeface=" Arial" panose="02020603050405020304"/>
                <a:ea typeface="Calibri" panose="020F0502020204030204" pitchFamily="34" charset="0"/>
              </a:rPr>
              <a:t>Tactical Sensor Defeat</a:t>
            </a:r>
          </a:p>
          <a:p>
            <a:pPr marL="228600" indent="-228600" defTabSz="457200">
              <a:buAutoNum type="arabicPeriod"/>
              <a:defRPr/>
            </a:pPr>
            <a:r>
              <a:rPr lang="en-US" sz="1100" dirty="0">
                <a:solidFill>
                  <a:prstClr val="black"/>
                </a:solidFill>
                <a:latin typeface=" Arial" panose="02020603050405020304"/>
                <a:ea typeface="Calibri" panose="020F0502020204030204" pitchFamily="34" charset="0"/>
              </a:rPr>
              <a:t>Obscuration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A54986-1191-0DD8-0D9B-3B3B0BF0516E}"/>
              </a:ext>
            </a:extLst>
          </p:cNvPr>
          <p:cNvSpPr txBox="1"/>
          <p:nvPr/>
        </p:nvSpPr>
        <p:spPr>
          <a:xfrm>
            <a:off x="3024073" y="4659798"/>
            <a:ext cx="2884603" cy="12772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sz="1100" b="1" dirty="0">
                <a:solidFill>
                  <a:prstClr val="black"/>
                </a:solidFill>
                <a:latin typeface=" Arial" panose="02020603050405020304"/>
              </a:rPr>
              <a:t>     Characterization: </a:t>
            </a:r>
            <a:r>
              <a:rPr lang="en-US" sz="1100" dirty="0">
                <a:solidFill>
                  <a:prstClr val="black"/>
                </a:solidFill>
                <a:latin typeface=" Arial" panose="02020603050405020304"/>
              </a:rPr>
              <a:t>Disruption of adversary capability to identify, locate, and target friendly critical capabilities, assets, and activities (CCAAs). </a:t>
            </a:r>
          </a:p>
          <a:p>
            <a:pPr marL="228600" indent="-228600" defTabSz="457200">
              <a:buAutoNum type="arabicPeriod"/>
              <a:defRPr/>
            </a:pPr>
            <a:r>
              <a:rPr lang="en-US" sz="1100" dirty="0">
                <a:solidFill>
                  <a:prstClr val="black"/>
                </a:solidFill>
                <a:latin typeface=" Arial" panose="02020603050405020304"/>
                <a:ea typeface="Calibri" panose="020F0502020204030204" pitchFamily="34" charset="0"/>
              </a:rPr>
              <a:t>Signature manipulation</a:t>
            </a:r>
          </a:p>
          <a:p>
            <a:pPr marL="228600" indent="-228600" defTabSz="457200">
              <a:buAutoNum type="arabicPeriod"/>
              <a:defRPr/>
            </a:pPr>
            <a:r>
              <a:rPr lang="en-US" sz="1100" dirty="0">
                <a:solidFill>
                  <a:prstClr val="black"/>
                </a:solidFill>
                <a:latin typeface=" Arial" panose="02020603050405020304"/>
                <a:ea typeface="Calibri" panose="020F0502020204030204" pitchFamily="34" charset="0"/>
              </a:rPr>
              <a:t>Decoys</a:t>
            </a:r>
          </a:p>
          <a:p>
            <a:pPr marL="228600" indent="-228600" defTabSz="457200">
              <a:buAutoNum type="arabicPeriod"/>
              <a:defRPr/>
            </a:pPr>
            <a:r>
              <a:rPr lang="en-US" sz="1100" dirty="0">
                <a:solidFill>
                  <a:prstClr val="black"/>
                </a:solidFill>
                <a:latin typeface=" Arial" panose="02020603050405020304"/>
                <a:ea typeface="Calibri" panose="020F0502020204030204" pitchFamily="34" charset="0"/>
              </a:rPr>
              <a:t>Tactical EW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1D19DA-BEC2-1850-C5C2-CC2C4BD9D27E}"/>
              </a:ext>
            </a:extLst>
          </p:cNvPr>
          <p:cNvSpPr txBox="1"/>
          <p:nvPr/>
        </p:nvSpPr>
        <p:spPr>
          <a:xfrm>
            <a:off x="5979998" y="4659798"/>
            <a:ext cx="2884603" cy="17851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sz="1100" b="1" dirty="0">
                <a:solidFill>
                  <a:prstClr val="black"/>
                </a:solidFill>
                <a:latin typeface=" Arial" panose="02020603050405020304"/>
              </a:rPr>
              <a:t>     Engagement: </a:t>
            </a:r>
            <a:r>
              <a:rPr lang="en-US" sz="1100" dirty="0">
                <a:solidFill>
                  <a:prstClr val="black"/>
                </a:solidFill>
                <a:latin typeface=" Arial" panose="02020603050405020304"/>
              </a:rPr>
              <a:t>Neutralizing the ability of adversaries to converge multi-domain effects.</a:t>
            </a:r>
          </a:p>
          <a:p>
            <a:pPr marL="228600" indent="-228600" defTabSz="457200">
              <a:buAutoNum type="arabicPeriod"/>
              <a:defRPr/>
            </a:pPr>
            <a:r>
              <a:rPr lang="en-US" sz="1100" dirty="0">
                <a:solidFill>
                  <a:prstClr val="black"/>
                </a:solidFill>
                <a:latin typeface=" Arial" panose="02020603050405020304"/>
                <a:ea typeface="Calibri" panose="020F0502020204030204" pitchFamily="34" charset="0"/>
              </a:rPr>
              <a:t>Resilient C2</a:t>
            </a:r>
          </a:p>
          <a:p>
            <a:pPr marL="228600" indent="-228600" defTabSz="457200">
              <a:buAutoNum type="arabicPeriod"/>
              <a:defRPr/>
            </a:pPr>
            <a:r>
              <a:rPr lang="en-US" sz="1100" dirty="0">
                <a:solidFill>
                  <a:prstClr val="black"/>
                </a:solidFill>
                <a:latin typeface=" Arial" panose="02020603050405020304"/>
                <a:ea typeface="Calibri" panose="020F0502020204030204" pitchFamily="34" charset="0"/>
              </a:rPr>
              <a:t>Long range sensor defeat</a:t>
            </a:r>
          </a:p>
          <a:p>
            <a:pPr marL="228600" indent="-228600" defTabSz="457200">
              <a:buAutoNum type="arabicPeriod"/>
              <a:defRPr/>
            </a:pPr>
            <a:r>
              <a:rPr lang="en-US" sz="1100" dirty="0">
                <a:solidFill>
                  <a:prstClr val="black"/>
                </a:solidFill>
                <a:latin typeface=" Arial" panose="02020603050405020304"/>
                <a:ea typeface="Calibri" panose="020F0502020204030204" pitchFamily="34" charset="0"/>
              </a:rPr>
              <a:t>Space Interdiction</a:t>
            </a:r>
          </a:p>
          <a:p>
            <a:pPr marL="228600" indent="-228600" defTabSz="457200">
              <a:buAutoNum type="arabicPeriod"/>
              <a:defRPr/>
            </a:pPr>
            <a:r>
              <a:rPr lang="en-US" sz="1100" dirty="0">
                <a:solidFill>
                  <a:prstClr val="black"/>
                </a:solidFill>
                <a:latin typeface=" Arial" panose="02020603050405020304"/>
                <a:ea typeface="Calibri" panose="020F0502020204030204" pitchFamily="34" charset="0"/>
              </a:rPr>
              <a:t>MILDEC</a:t>
            </a:r>
          </a:p>
          <a:p>
            <a:pPr marL="228600" indent="-228600" defTabSz="457200">
              <a:buAutoNum type="arabicPeriod"/>
              <a:defRPr/>
            </a:pPr>
            <a:r>
              <a:rPr lang="en-US" sz="1100" dirty="0">
                <a:solidFill>
                  <a:prstClr val="black"/>
                </a:solidFill>
                <a:latin typeface=" Arial" panose="02020603050405020304"/>
                <a:ea typeface="Calibri" panose="020F0502020204030204" pitchFamily="34" charset="0"/>
              </a:rPr>
              <a:t>Enemy data contamination</a:t>
            </a:r>
          </a:p>
          <a:p>
            <a:pPr marL="228600" indent="-228600" defTabSz="457200">
              <a:buAutoNum type="arabicPeriod"/>
              <a:defRPr/>
            </a:pPr>
            <a:r>
              <a:rPr lang="en-US" sz="1100" dirty="0">
                <a:solidFill>
                  <a:prstClr val="black"/>
                </a:solidFill>
                <a:latin typeface=" Arial" panose="02020603050405020304"/>
                <a:ea typeface="Calibri" panose="020F0502020204030204" pitchFamily="34" charset="0"/>
              </a:rPr>
              <a:t>CBRN sensing &amp; recon</a:t>
            </a:r>
          </a:p>
          <a:p>
            <a:pPr marL="228600" indent="-228600" defTabSz="457200">
              <a:buAutoNum type="arabicPeriod"/>
              <a:defRPr/>
            </a:pPr>
            <a:r>
              <a:rPr lang="en-US" sz="1100" dirty="0">
                <a:solidFill>
                  <a:prstClr val="black"/>
                </a:solidFill>
                <a:latin typeface=" Arial" panose="02020603050405020304"/>
                <a:ea typeface="Calibri" panose="020F0502020204030204" pitchFamily="34" charset="0"/>
              </a:rPr>
              <a:t>Detainee operations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821D7A-49A7-2B0C-79D5-A7E5EE59D714}"/>
              </a:ext>
            </a:extLst>
          </p:cNvPr>
          <p:cNvSpPr txBox="1"/>
          <p:nvPr/>
        </p:nvSpPr>
        <p:spPr>
          <a:xfrm>
            <a:off x="8926398" y="4659798"/>
            <a:ext cx="3101117" cy="21236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sz="1100" b="1" dirty="0">
                <a:solidFill>
                  <a:prstClr val="black"/>
                </a:solidFill>
                <a:latin typeface=" Arial" panose="02020603050405020304"/>
              </a:rPr>
              <a:t>    Survive: </a:t>
            </a:r>
            <a:r>
              <a:rPr lang="en-US" sz="1100" dirty="0">
                <a:solidFill>
                  <a:prstClr val="black"/>
                </a:solidFill>
                <a:latin typeface=" Arial" panose="02020603050405020304"/>
              </a:rPr>
              <a:t>The employment of foundational and operational means to mitigate the effects of enemy attacks to preserve combat power. </a:t>
            </a:r>
          </a:p>
          <a:p>
            <a:pPr marL="228600" indent="-228600" defTabSz="457200">
              <a:buAutoNum type="arabicPeriod"/>
              <a:defRPr/>
            </a:pPr>
            <a:r>
              <a:rPr lang="en-US" sz="1100" dirty="0">
                <a:solidFill>
                  <a:prstClr val="black"/>
                </a:solidFill>
                <a:latin typeface=" Arial" panose="02020603050405020304"/>
                <a:ea typeface="Calibri" panose="020F0502020204030204" pitchFamily="34" charset="0"/>
              </a:rPr>
              <a:t>Air and missile defense</a:t>
            </a:r>
          </a:p>
          <a:p>
            <a:pPr marL="228600" indent="-228600" defTabSz="457200">
              <a:buAutoNum type="arabicPeriod"/>
              <a:defRPr/>
            </a:pPr>
            <a:r>
              <a:rPr lang="en-US" sz="1100" dirty="0">
                <a:solidFill>
                  <a:prstClr val="black"/>
                </a:solidFill>
                <a:latin typeface=" Arial" panose="02020603050405020304"/>
                <a:ea typeface="Calibri" panose="020F0502020204030204" pitchFamily="34" charset="0"/>
              </a:rPr>
              <a:t>Unit level CBRN detection &amp; defense</a:t>
            </a:r>
          </a:p>
          <a:p>
            <a:pPr marL="228600" indent="-228600" defTabSz="457200">
              <a:buAutoNum type="arabicPeriod"/>
              <a:defRPr/>
            </a:pPr>
            <a:r>
              <a:rPr lang="en-US" sz="1100" dirty="0">
                <a:solidFill>
                  <a:prstClr val="black"/>
                </a:solidFill>
                <a:latin typeface=" Arial" panose="02020603050405020304"/>
                <a:ea typeface="Calibri" panose="020F0502020204030204" pitchFamily="34" charset="0"/>
              </a:rPr>
              <a:t>Engineer survivability, counter-mobility, and counter-explosives hazard ops </a:t>
            </a:r>
          </a:p>
          <a:p>
            <a:pPr marL="228600" indent="-228600" defTabSz="457200">
              <a:buAutoNum type="arabicPeriod"/>
              <a:defRPr/>
            </a:pPr>
            <a:r>
              <a:rPr lang="en-US" sz="1100" dirty="0">
                <a:solidFill>
                  <a:prstClr val="black"/>
                </a:solidFill>
                <a:latin typeface=" Arial" panose="02020603050405020304"/>
                <a:ea typeface="Calibri" panose="020F0502020204030204" pitchFamily="34" charset="0"/>
              </a:rPr>
              <a:t>Engineer mobility ops</a:t>
            </a:r>
          </a:p>
          <a:p>
            <a:pPr marL="228600" indent="-228600" defTabSz="457200">
              <a:buAutoNum type="arabicPeriod"/>
              <a:defRPr/>
            </a:pPr>
            <a:r>
              <a:rPr lang="en-US" sz="1100" dirty="0">
                <a:solidFill>
                  <a:prstClr val="black"/>
                </a:solidFill>
                <a:latin typeface=" Arial" panose="02020603050405020304"/>
                <a:ea typeface="Calibri" panose="020F0502020204030204" pitchFamily="34" charset="0"/>
              </a:rPr>
              <a:t>CBRN mitigation</a:t>
            </a:r>
          </a:p>
          <a:p>
            <a:pPr marL="228600" indent="-228600" defTabSz="457200">
              <a:buAutoNum type="arabicPeriod"/>
              <a:defRPr/>
            </a:pPr>
            <a:r>
              <a:rPr lang="en-US" sz="1100" dirty="0">
                <a:solidFill>
                  <a:prstClr val="black"/>
                </a:solidFill>
                <a:latin typeface=" Arial" panose="02020603050405020304"/>
                <a:ea typeface="Calibri" panose="020F0502020204030204" pitchFamily="34" charset="0"/>
              </a:rPr>
              <a:t>Unit level C-UAS</a:t>
            </a:r>
          </a:p>
          <a:p>
            <a:pPr marL="228600" indent="-228600" defTabSz="457200">
              <a:buAutoNum type="arabicPeriod"/>
              <a:defRPr/>
            </a:pPr>
            <a:r>
              <a:rPr lang="en-US" sz="1100" dirty="0">
                <a:solidFill>
                  <a:prstClr val="black"/>
                </a:solidFill>
                <a:latin typeface=" Arial" panose="02020603050405020304"/>
                <a:ea typeface="Calibri" panose="020F0502020204030204" pitchFamily="34" charset="0"/>
              </a:rPr>
              <a:t>Vehicle protection systems </a:t>
            </a:r>
          </a:p>
          <a:p>
            <a:pPr marL="228600" indent="-228600" defTabSz="457200">
              <a:buAutoNum type="arabicPeriod"/>
              <a:defRPr/>
            </a:pPr>
            <a:r>
              <a:rPr lang="en-US" sz="1100" dirty="0">
                <a:solidFill>
                  <a:prstClr val="black"/>
                </a:solidFill>
                <a:latin typeface=" Arial" panose="02020603050405020304"/>
                <a:ea typeface="Calibri" panose="020F0502020204030204" pitchFamily="34" charset="0"/>
              </a:rPr>
              <a:t>Individual soldier readiness</a:t>
            </a:r>
          </a:p>
        </p:txBody>
      </p:sp>
      <p:sp>
        <p:nvSpPr>
          <p:cNvPr id="27" name="Star: 5 Points 26">
            <a:extLst>
              <a:ext uri="{FF2B5EF4-FFF2-40B4-BE49-F238E27FC236}">
                <a16:creationId xmlns:a16="http://schemas.microsoft.com/office/drawing/2014/main" id="{EEAEC24A-50A0-B9F5-EB57-D8EA0EA86A96}"/>
              </a:ext>
            </a:extLst>
          </p:cNvPr>
          <p:cNvSpPr/>
          <p:nvPr/>
        </p:nvSpPr>
        <p:spPr>
          <a:xfrm>
            <a:off x="303098" y="4676630"/>
            <a:ext cx="215900" cy="215900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tar: 5 Points 27">
            <a:extLst>
              <a:ext uri="{FF2B5EF4-FFF2-40B4-BE49-F238E27FC236}">
                <a16:creationId xmlns:a16="http://schemas.microsoft.com/office/drawing/2014/main" id="{C1581493-D805-FA4A-6C3D-3089D141172F}"/>
              </a:ext>
            </a:extLst>
          </p:cNvPr>
          <p:cNvSpPr/>
          <p:nvPr/>
        </p:nvSpPr>
        <p:spPr>
          <a:xfrm>
            <a:off x="6350616" y="2823578"/>
            <a:ext cx="215900" cy="215900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9" name="Star: 5 Points 28">
            <a:extLst>
              <a:ext uri="{FF2B5EF4-FFF2-40B4-BE49-F238E27FC236}">
                <a16:creationId xmlns:a16="http://schemas.microsoft.com/office/drawing/2014/main" id="{2E29BCDC-41AD-BC0F-FE02-99EEC5FFA7A5}"/>
              </a:ext>
            </a:extLst>
          </p:cNvPr>
          <p:cNvSpPr/>
          <p:nvPr/>
        </p:nvSpPr>
        <p:spPr>
          <a:xfrm>
            <a:off x="5918201" y="2931528"/>
            <a:ext cx="215900" cy="215900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0" name="Star: 5 Points 29">
            <a:extLst>
              <a:ext uri="{FF2B5EF4-FFF2-40B4-BE49-F238E27FC236}">
                <a16:creationId xmlns:a16="http://schemas.microsoft.com/office/drawing/2014/main" id="{8D2BD6BC-C3FA-418A-45AA-3AE0C0E9F552}"/>
              </a:ext>
            </a:extLst>
          </p:cNvPr>
          <p:cNvSpPr/>
          <p:nvPr/>
        </p:nvSpPr>
        <p:spPr>
          <a:xfrm>
            <a:off x="5124451" y="2683507"/>
            <a:ext cx="215900" cy="215900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" name="Star: 5 Points 30">
            <a:extLst>
              <a:ext uri="{FF2B5EF4-FFF2-40B4-BE49-F238E27FC236}">
                <a16:creationId xmlns:a16="http://schemas.microsoft.com/office/drawing/2014/main" id="{EBDABBE5-A360-A737-B140-670A17026556}"/>
              </a:ext>
            </a:extLst>
          </p:cNvPr>
          <p:cNvSpPr/>
          <p:nvPr/>
        </p:nvSpPr>
        <p:spPr>
          <a:xfrm>
            <a:off x="6026151" y="2171025"/>
            <a:ext cx="215900" cy="215900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5FC848C1-2ABE-0CC8-126C-A59EC0C8AA83}"/>
              </a:ext>
            </a:extLst>
          </p:cNvPr>
          <p:cNvSpPr/>
          <p:nvPr/>
        </p:nvSpPr>
        <p:spPr>
          <a:xfrm>
            <a:off x="6921501" y="2964646"/>
            <a:ext cx="215900" cy="215900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7805EB0-DE00-33CA-7B59-48A0FB6BE0DF}"/>
              </a:ext>
            </a:extLst>
          </p:cNvPr>
          <p:cNvSpPr/>
          <p:nvPr/>
        </p:nvSpPr>
        <p:spPr>
          <a:xfrm>
            <a:off x="3232450" y="1421076"/>
            <a:ext cx="190500" cy="184954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1E8B632-7149-CA82-4CB8-679BDEF455D0}"/>
              </a:ext>
            </a:extLst>
          </p:cNvPr>
          <p:cNvSpPr/>
          <p:nvPr/>
        </p:nvSpPr>
        <p:spPr>
          <a:xfrm>
            <a:off x="3232450" y="2791153"/>
            <a:ext cx="190500" cy="184954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93FCEB6-9A8B-B5A7-2777-8BF4A4EB1663}"/>
              </a:ext>
            </a:extLst>
          </p:cNvPr>
          <p:cNvSpPr/>
          <p:nvPr/>
        </p:nvSpPr>
        <p:spPr>
          <a:xfrm>
            <a:off x="4359118" y="2761633"/>
            <a:ext cx="190500" cy="184954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F164484-43C4-CB9F-C1FE-A468E3D5CE38}"/>
              </a:ext>
            </a:extLst>
          </p:cNvPr>
          <p:cNvSpPr/>
          <p:nvPr/>
        </p:nvSpPr>
        <p:spPr>
          <a:xfrm>
            <a:off x="3473451" y="3236506"/>
            <a:ext cx="190500" cy="184954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0CD26F0-CB8E-F4E0-6EC7-61CC82245D6A}"/>
              </a:ext>
            </a:extLst>
          </p:cNvPr>
          <p:cNvSpPr/>
          <p:nvPr/>
        </p:nvSpPr>
        <p:spPr>
          <a:xfrm>
            <a:off x="1621981" y="2947001"/>
            <a:ext cx="190500" cy="184954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63A5245-EF63-6832-0AD9-8A84D16A6D5F}"/>
              </a:ext>
            </a:extLst>
          </p:cNvPr>
          <p:cNvSpPr/>
          <p:nvPr/>
        </p:nvSpPr>
        <p:spPr>
          <a:xfrm>
            <a:off x="5041901" y="3228571"/>
            <a:ext cx="190500" cy="184954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13B9064-5900-B364-5BDC-6093DC639B71}"/>
              </a:ext>
            </a:extLst>
          </p:cNvPr>
          <p:cNvSpPr/>
          <p:nvPr/>
        </p:nvSpPr>
        <p:spPr>
          <a:xfrm>
            <a:off x="3074036" y="4696297"/>
            <a:ext cx="190500" cy="184954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F0FE891B-AFDE-84D4-EE07-87ADF58BEA96}"/>
              </a:ext>
            </a:extLst>
          </p:cNvPr>
          <p:cNvSpPr/>
          <p:nvPr/>
        </p:nvSpPr>
        <p:spPr>
          <a:xfrm>
            <a:off x="2270760" y="1459060"/>
            <a:ext cx="205740" cy="221071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9144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361E3ABF-19DF-CF7C-33A0-2841C8CDD9D8}"/>
              </a:ext>
            </a:extLst>
          </p:cNvPr>
          <p:cNvSpPr/>
          <p:nvPr/>
        </p:nvSpPr>
        <p:spPr>
          <a:xfrm>
            <a:off x="8726395" y="1830192"/>
            <a:ext cx="205740" cy="221071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9144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D093E6E2-4616-9D04-F5D3-41B398DBC698}"/>
              </a:ext>
            </a:extLst>
          </p:cNvPr>
          <p:cNvSpPr/>
          <p:nvPr/>
        </p:nvSpPr>
        <p:spPr>
          <a:xfrm>
            <a:off x="10233116" y="1641430"/>
            <a:ext cx="205740" cy="221071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9144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E55A5D8A-D5CC-093B-C853-8ED9141A85B4}"/>
              </a:ext>
            </a:extLst>
          </p:cNvPr>
          <p:cNvSpPr/>
          <p:nvPr/>
        </p:nvSpPr>
        <p:spPr>
          <a:xfrm>
            <a:off x="7171507" y="2833828"/>
            <a:ext cx="205740" cy="221071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9144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824B85B7-4DB1-7A75-EA21-51A92B5EE060}"/>
              </a:ext>
            </a:extLst>
          </p:cNvPr>
          <p:cNvSpPr/>
          <p:nvPr/>
        </p:nvSpPr>
        <p:spPr>
          <a:xfrm>
            <a:off x="9026684" y="3131955"/>
            <a:ext cx="205740" cy="221071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9144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981E4AAB-430D-78D6-E721-B28239D7DA7F}"/>
              </a:ext>
            </a:extLst>
          </p:cNvPr>
          <p:cNvSpPr/>
          <p:nvPr/>
        </p:nvSpPr>
        <p:spPr>
          <a:xfrm>
            <a:off x="6035676" y="4674696"/>
            <a:ext cx="205740" cy="18270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9144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6" name="Diamond 45">
            <a:extLst>
              <a:ext uri="{FF2B5EF4-FFF2-40B4-BE49-F238E27FC236}">
                <a16:creationId xmlns:a16="http://schemas.microsoft.com/office/drawing/2014/main" id="{0C2A3D52-D21B-9EEF-27FE-1F3909715D02}"/>
              </a:ext>
            </a:extLst>
          </p:cNvPr>
          <p:cNvSpPr/>
          <p:nvPr/>
        </p:nvSpPr>
        <p:spPr>
          <a:xfrm>
            <a:off x="6080862" y="3162424"/>
            <a:ext cx="207125" cy="204195"/>
          </a:xfrm>
          <a:prstGeom prst="diamond">
            <a:avLst/>
          </a:prstGeom>
          <a:solidFill>
            <a:srgbClr val="006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C0EC5777-373A-4161-271B-6B519193444A}"/>
              </a:ext>
            </a:extLst>
          </p:cNvPr>
          <p:cNvSpPr/>
          <p:nvPr/>
        </p:nvSpPr>
        <p:spPr>
          <a:xfrm>
            <a:off x="3426274" y="2448659"/>
            <a:ext cx="227837" cy="204195"/>
          </a:xfrm>
          <a:prstGeom prst="diamond">
            <a:avLst/>
          </a:prstGeom>
          <a:solidFill>
            <a:srgbClr val="006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48" name="Diamond 47">
            <a:extLst>
              <a:ext uri="{FF2B5EF4-FFF2-40B4-BE49-F238E27FC236}">
                <a16:creationId xmlns:a16="http://schemas.microsoft.com/office/drawing/2014/main" id="{72BBBEB5-502E-1EF0-D280-A42A84D9E8A5}"/>
              </a:ext>
            </a:extLst>
          </p:cNvPr>
          <p:cNvSpPr/>
          <p:nvPr/>
        </p:nvSpPr>
        <p:spPr>
          <a:xfrm>
            <a:off x="7362083" y="3093743"/>
            <a:ext cx="207125" cy="204195"/>
          </a:xfrm>
          <a:prstGeom prst="diamond">
            <a:avLst/>
          </a:prstGeom>
          <a:solidFill>
            <a:srgbClr val="006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49" name="Diamond 48">
            <a:extLst>
              <a:ext uri="{FF2B5EF4-FFF2-40B4-BE49-F238E27FC236}">
                <a16:creationId xmlns:a16="http://schemas.microsoft.com/office/drawing/2014/main" id="{1B6F1D6C-CC82-2A8E-5D8F-1837D836D149}"/>
              </a:ext>
            </a:extLst>
          </p:cNvPr>
          <p:cNvSpPr/>
          <p:nvPr/>
        </p:nvSpPr>
        <p:spPr>
          <a:xfrm>
            <a:off x="4987177" y="3574148"/>
            <a:ext cx="207125" cy="204195"/>
          </a:xfrm>
          <a:prstGeom prst="diamond">
            <a:avLst/>
          </a:prstGeom>
          <a:solidFill>
            <a:srgbClr val="006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50" name="Diamond 49">
            <a:extLst>
              <a:ext uri="{FF2B5EF4-FFF2-40B4-BE49-F238E27FC236}">
                <a16:creationId xmlns:a16="http://schemas.microsoft.com/office/drawing/2014/main" id="{9DA4218C-13B7-CDAD-658C-A659C63555F3}"/>
              </a:ext>
            </a:extLst>
          </p:cNvPr>
          <p:cNvSpPr/>
          <p:nvPr/>
        </p:nvSpPr>
        <p:spPr>
          <a:xfrm>
            <a:off x="2887282" y="2239842"/>
            <a:ext cx="207125" cy="204195"/>
          </a:xfrm>
          <a:prstGeom prst="diamond">
            <a:avLst/>
          </a:prstGeom>
          <a:solidFill>
            <a:srgbClr val="006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51" name="Diamond 50">
            <a:extLst>
              <a:ext uri="{FF2B5EF4-FFF2-40B4-BE49-F238E27FC236}">
                <a16:creationId xmlns:a16="http://schemas.microsoft.com/office/drawing/2014/main" id="{50B47A5A-2AB3-0751-6208-0AB79AAE5D4E}"/>
              </a:ext>
            </a:extLst>
          </p:cNvPr>
          <p:cNvSpPr/>
          <p:nvPr/>
        </p:nvSpPr>
        <p:spPr>
          <a:xfrm>
            <a:off x="2311087" y="3456816"/>
            <a:ext cx="207125" cy="204195"/>
          </a:xfrm>
          <a:prstGeom prst="diamond">
            <a:avLst/>
          </a:prstGeom>
          <a:solidFill>
            <a:srgbClr val="006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dirty="0"/>
              <a:t>6</a:t>
            </a:r>
          </a:p>
        </p:txBody>
      </p:sp>
      <p:sp>
        <p:nvSpPr>
          <p:cNvPr id="52" name="Diamond 51">
            <a:extLst>
              <a:ext uri="{FF2B5EF4-FFF2-40B4-BE49-F238E27FC236}">
                <a16:creationId xmlns:a16="http://schemas.microsoft.com/office/drawing/2014/main" id="{1C437BEE-5FA4-69E4-681E-709BBAE62CAF}"/>
              </a:ext>
            </a:extLst>
          </p:cNvPr>
          <p:cNvSpPr/>
          <p:nvPr/>
        </p:nvSpPr>
        <p:spPr>
          <a:xfrm>
            <a:off x="5814638" y="2660780"/>
            <a:ext cx="207125" cy="204195"/>
          </a:xfrm>
          <a:prstGeom prst="diamond">
            <a:avLst/>
          </a:prstGeom>
          <a:solidFill>
            <a:srgbClr val="006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dirty="0"/>
              <a:t>7</a:t>
            </a:r>
          </a:p>
        </p:txBody>
      </p:sp>
      <p:sp>
        <p:nvSpPr>
          <p:cNvPr id="53" name="Diamond 52">
            <a:extLst>
              <a:ext uri="{FF2B5EF4-FFF2-40B4-BE49-F238E27FC236}">
                <a16:creationId xmlns:a16="http://schemas.microsoft.com/office/drawing/2014/main" id="{3A623E28-3B19-B04F-F2BB-B9DC02EEB399}"/>
              </a:ext>
            </a:extLst>
          </p:cNvPr>
          <p:cNvSpPr/>
          <p:nvPr/>
        </p:nvSpPr>
        <p:spPr>
          <a:xfrm>
            <a:off x="6241416" y="2475740"/>
            <a:ext cx="207125" cy="204195"/>
          </a:xfrm>
          <a:prstGeom prst="diamond">
            <a:avLst/>
          </a:prstGeom>
          <a:solidFill>
            <a:srgbClr val="006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dirty="0"/>
              <a:t>8</a:t>
            </a:r>
          </a:p>
        </p:txBody>
      </p:sp>
      <p:sp>
        <p:nvSpPr>
          <p:cNvPr id="54" name="Diamond 53">
            <a:extLst>
              <a:ext uri="{FF2B5EF4-FFF2-40B4-BE49-F238E27FC236}">
                <a16:creationId xmlns:a16="http://schemas.microsoft.com/office/drawing/2014/main" id="{14502C92-12C0-D68E-2140-435F91F9812F}"/>
              </a:ext>
            </a:extLst>
          </p:cNvPr>
          <p:cNvSpPr/>
          <p:nvPr/>
        </p:nvSpPr>
        <p:spPr>
          <a:xfrm>
            <a:off x="8947092" y="4686772"/>
            <a:ext cx="207125" cy="204195"/>
          </a:xfrm>
          <a:prstGeom prst="diamond">
            <a:avLst/>
          </a:prstGeom>
          <a:solidFill>
            <a:srgbClr val="006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1400" dirty="0"/>
          </a:p>
        </p:txBody>
      </p:sp>
      <p:sp>
        <p:nvSpPr>
          <p:cNvPr id="55" name="&quot;Not Allowed&quot; Symbol 54">
            <a:extLst>
              <a:ext uri="{FF2B5EF4-FFF2-40B4-BE49-F238E27FC236}">
                <a16:creationId xmlns:a16="http://schemas.microsoft.com/office/drawing/2014/main" id="{E1BD1516-B2F3-D07A-25E0-684258C5A35B}"/>
              </a:ext>
            </a:extLst>
          </p:cNvPr>
          <p:cNvSpPr/>
          <p:nvPr/>
        </p:nvSpPr>
        <p:spPr>
          <a:xfrm>
            <a:off x="9921240" y="1497478"/>
            <a:ext cx="285750" cy="266025"/>
          </a:xfrm>
          <a:prstGeom prst="noSmoking">
            <a:avLst>
              <a:gd name="adj" fmla="val 9375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&quot;Not Allowed&quot; Symbol 55">
            <a:extLst>
              <a:ext uri="{FF2B5EF4-FFF2-40B4-BE49-F238E27FC236}">
                <a16:creationId xmlns:a16="http://schemas.microsoft.com/office/drawing/2014/main" id="{6FE8DD70-1BDE-D075-7746-9BD315A035DD}"/>
              </a:ext>
            </a:extLst>
          </p:cNvPr>
          <p:cNvSpPr/>
          <p:nvPr/>
        </p:nvSpPr>
        <p:spPr>
          <a:xfrm>
            <a:off x="8499030" y="1457140"/>
            <a:ext cx="365571" cy="346702"/>
          </a:xfrm>
          <a:prstGeom prst="noSmoking">
            <a:avLst>
              <a:gd name="adj" fmla="val 9375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&quot;Not Allowed&quot; Symbol 56">
            <a:extLst>
              <a:ext uri="{FF2B5EF4-FFF2-40B4-BE49-F238E27FC236}">
                <a16:creationId xmlns:a16="http://schemas.microsoft.com/office/drawing/2014/main" id="{6966B109-C88E-8013-974B-4B4DB834A197}"/>
              </a:ext>
            </a:extLst>
          </p:cNvPr>
          <p:cNvSpPr/>
          <p:nvPr/>
        </p:nvSpPr>
        <p:spPr>
          <a:xfrm>
            <a:off x="8303358" y="2065796"/>
            <a:ext cx="365571" cy="346702"/>
          </a:xfrm>
          <a:prstGeom prst="noSmoking">
            <a:avLst>
              <a:gd name="adj" fmla="val 9375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9" name="Diamond 58">
            <a:extLst>
              <a:ext uri="{FF2B5EF4-FFF2-40B4-BE49-F238E27FC236}">
                <a16:creationId xmlns:a16="http://schemas.microsoft.com/office/drawing/2014/main" id="{E9AB19DA-DF87-D08D-9F3A-999DC9A5D3C3}"/>
              </a:ext>
            </a:extLst>
          </p:cNvPr>
          <p:cNvSpPr/>
          <p:nvPr/>
        </p:nvSpPr>
        <p:spPr>
          <a:xfrm>
            <a:off x="5077562" y="2991645"/>
            <a:ext cx="207125" cy="204195"/>
          </a:xfrm>
          <a:prstGeom prst="diamond">
            <a:avLst/>
          </a:prstGeom>
          <a:solidFill>
            <a:srgbClr val="006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dirty="0"/>
              <a:t>6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03C0FF82-A434-D5D3-C028-4F4100F38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424" y="3745595"/>
            <a:ext cx="347502" cy="420660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BF9A803E-A420-5F17-93FC-FBAAF1F19DD7}"/>
              </a:ext>
            </a:extLst>
          </p:cNvPr>
          <p:cNvSpPr txBox="1"/>
          <p:nvPr/>
        </p:nvSpPr>
        <p:spPr>
          <a:xfrm>
            <a:off x="42097" y="1266996"/>
            <a:ext cx="1672289" cy="1354217"/>
          </a:xfrm>
          <a:prstGeom prst="rect">
            <a:avLst/>
          </a:prstGeom>
          <a:solidFill>
            <a:schemeClr val="bg1">
              <a:lumMod val="95000"/>
              <a:alpha val="46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sz="900" b="1" dirty="0">
                <a:solidFill>
                  <a:prstClr val="black"/>
                </a:solidFill>
                <a:latin typeface=" Arial" panose="02020603050405020304"/>
              </a:rPr>
              <a:t>Scenario:</a:t>
            </a:r>
            <a:r>
              <a:rPr lang="en-US" sz="1000" b="1" dirty="0">
                <a:solidFill>
                  <a:prstClr val="black"/>
                </a:solidFill>
                <a:latin typeface=" Arial" panose="02020603050405020304"/>
              </a:rPr>
              <a:t> </a:t>
            </a:r>
            <a:r>
              <a:rPr lang="en-US" sz="900" dirty="0">
                <a:latin typeface=" Arial" panose="02020603050405020304"/>
                <a:ea typeface="Calibri" panose="020F0502020204030204" pitchFamily="34" charset="0"/>
              </a:rPr>
              <a:t>SBCT in the defense against an enemy armored BDE. This depiction demonstrates how a unit could integrate foundational elements, operational assets and warfighting systems integration to successfully defeat an enemy attack. </a:t>
            </a:r>
            <a:endParaRPr lang="en-US" sz="900" dirty="0">
              <a:solidFill>
                <a:prstClr val="black"/>
              </a:solidFill>
              <a:latin typeface=" Arial" panose="02020603050405020304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403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Rectangle 1118">
            <a:extLst>
              <a:ext uri="{FF2B5EF4-FFF2-40B4-BE49-F238E27FC236}">
                <a16:creationId xmlns:a16="http://schemas.microsoft.com/office/drawing/2014/main" id="{5AFF09D2-3A2F-87BF-53C8-B48FC0474032}"/>
              </a:ext>
            </a:extLst>
          </p:cNvPr>
          <p:cNvSpPr/>
          <p:nvPr/>
        </p:nvSpPr>
        <p:spPr>
          <a:xfrm>
            <a:off x="-2882900" y="-1201788"/>
            <a:ext cx="16548100" cy="2535628"/>
          </a:xfrm>
          <a:prstGeom prst="rect">
            <a:avLst/>
          </a:prstGeom>
          <a:gradFill flip="none" rotWithShape="1">
            <a:gsLst>
              <a:gs pos="71000">
                <a:schemeClr val="accent1">
                  <a:lumMod val="5000"/>
                  <a:lumOff val="95000"/>
                </a:schemeClr>
              </a:gs>
              <a:gs pos="6000">
                <a:schemeClr val="tx2">
                  <a:lumMod val="25000"/>
                  <a:lumOff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EDDF273-56E6-28DD-5D7F-5C3BB6FD47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42" t="33706" r="19079" b="19583"/>
          <a:stretch>
            <a:fillRect/>
          </a:stretch>
        </p:blipFill>
        <p:spPr bwMode="auto">
          <a:xfrm>
            <a:off x="-6290712" y="940319"/>
            <a:ext cx="23298665" cy="5517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0EB2C55-3F97-928E-51E0-8EF1D58528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10" t="17100" r="36744" b="38840"/>
          <a:stretch>
            <a:fillRect/>
          </a:stretch>
        </p:blipFill>
        <p:spPr bwMode="auto">
          <a:xfrm rot="12498407">
            <a:off x="12567060" y="-808046"/>
            <a:ext cx="868112" cy="600281"/>
          </a:xfrm>
          <a:prstGeom prst="rect">
            <a:avLst/>
          </a:prstGeom>
          <a:noFill/>
          <a:effectLst>
            <a:glow rad="63500">
              <a:srgbClr val="FF000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1439D41-7F03-E02C-17DA-8AFC18EDAE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69" t="9936" r="41500" b="29368"/>
          <a:stretch>
            <a:fillRect/>
          </a:stretch>
        </p:blipFill>
        <p:spPr bwMode="auto">
          <a:xfrm>
            <a:off x="14173916" y="2383108"/>
            <a:ext cx="471638" cy="531446"/>
          </a:xfrm>
          <a:prstGeom prst="rect">
            <a:avLst/>
          </a:prstGeom>
          <a:noFill/>
          <a:effectLst>
            <a:glow rad="63500">
              <a:srgbClr val="FF000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FF80B12D-CA18-85FC-447C-823BBCD2A0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84" t="6381" r="30605" b="22540"/>
          <a:stretch>
            <a:fillRect/>
          </a:stretch>
        </p:blipFill>
        <p:spPr bwMode="auto">
          <a:xfrm rot="302256">
            <a:off x="13490011" y="1626536"/>
            <a:ext cx="695410" cy="512871"/>
          </a:xfrm>
          <a:prstGeom prst="rect">
            <a:avLst/>
          </a:prstGeom>
          <a:noFill/>
          <a:effectLst>
            <a:glow rad="63500">
              <a:srgbClr val="FF000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F172FED0-A33E-4FCF-172A-60BFF903D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84" t="6381" r="30605" b="22540"/>
          <a:stretch>
            <a:fillRect/>
          </a:stretch>
        </p:blipFill>
        <p:spPr bwMode="auto">
          <a:xfrm rot="373363">
            <a:off x="14506673" y="3439133"/>
            <a:ext cx="871629" cy="642834"/>
          </a:xfrm>
          <a:prstGeom prst="rect">
            <a:avLst/>
          </a:prstGeom>
          <a:noFill/>
          <a:effectLst>
            <a:glow rad="63500">
              <a:srgbClr val="FF000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C75205CF-9360-1825-5BAC-1C4CC8FE9B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00" t="35599" r="37552" b="35091"/>
          <a:stretch>
            <a:fillRect/>
          </a:stretch>
        </p:blipFill>
        <p:spPr bwMode="auto">
          <a:xfrm>
            <a:off x="4503659" y="386459"/>
            <a:ext cx="685631" cy="391525"/>
          </a:xfrm>
          <a:prstGeom prst="rect">
            <a:avLst/>
          </a:prstGeom>
          <a:noFill/>
          <a:effectLst>
            <a:glow rad="63500">
              <a:srgbClr val="0070C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81544065-1615-0637-5790-70E31097DD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47" t="28722" r="38658" b="25491"/>
          <a:stretch>
            <a:fillRect/>
          </a:stretch>
        </p:blipFill>
        <p:spPr bwMode="auto">
          <a:xfrm rot="20851922">
            <a:off x="-1158441" y="2471823"/>
            <a:ext cx="614877" cy="525826"/>
          </a:xfrm>
          <a:prstGeom prst="rect">
            <a:avLst/>
          </a:prstGeom>
          <a:noFill/>
          <a:effectLst>
            <a:glow rad="63500">
              <a:srgbClr val="0070C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2D54BF0A-5601-A9DF-0B6E-786B9A903524}"/>
              </a:ext>
            </a:extLst>
          </p:cNvPr>
          <p:cNvGrpSpPr/>
          <p:nvPr/>
        </p:nvGrpSpPr>
        <p:grpSpPr>
          <a:xfrm>
            <a:off x="8279109" y="2706834"/>
            <a:ext cx="1060334" cy="724509"/>
            <a:chOff x="6750993" y="1782706"/>
            <a:chExt cx="1060334" cy="724509"/>
          </a:xfrm>
          <a:effectLst>
            <a:glow rad="63500">
              <a:srgbClr val="FF0000">
                <a:alpha val="40000"/>
              </a:srgbClr>
            </a:glow>
          </a:effectLst>
        </p:grpSpPr>
        <p:pic>
          <p:nvPicPr>
            <p:cNvPr id="1044" name="Picture 20">
              <a:extLst>
                <a:ext uri="{FF2B5EF4-FFF2-40B4-BE49-F238E27FC236}">
                  <a16:creationId xmlns:a16="http://schemas.microsoft.com/office/drawing/2014/main" id="{F2540F46-8632-7725-715F-19ADDB96FE6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711" t="39246" r="37000" b="35091"/>
            <a:stretch>
              <a:fillRect/>
            </a:stretch>
          </p:blipFill>
          <p:spPr bwMode="auto">
            <a:xfrm rot="373973">
              <a:off x="6982784" y="1782706"/>
              <a:ext cx="633175" cy="2642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0">
              <a:extLst>
                <a:ext uri="{FF2B5EF4-FFF2-40B4-BE49-F238E27FC236}">
                  <a16:creationId xmlns:a16="http://schemas.microsoft.com/office/drawing/2014/main" id="{AB596778-74FD-C43A-76CD-3289E3E7CDF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711" t="39246" r="37000" b="35091"/>
            <a:stretch>
              <a:fillRect/>
            </a:stretch>
          </p:blipFill>
          <p:spPr bwMode="auto">
            <a:xfrm rot="373973">
              <a:off x="6750993" y="2036678"/>
              <a:ext cx="633175" cy="2642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0">
              <a:extLst>
                <a:ext uri="{FF2B5EF4-FFF2-40B4-BE49-F238E27FC236}">
                  <a16:creationId xmlns:a16="http://schemas.microsoft.com/office/drawing/2014/main" id="{2C0B8C64-AD54-D20F-3189-218B76771E4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711" t="39246" r="37000" b="35091"/>
            <a:stretch>
              <a:fillRect/>
            </a:stretch>
          </p:blipFill>
          <p:spPr bwMode="auto">
            <a:xfrm rot="373973">
              <a:off x="7178152" y="2242917"/>
              <a:ext cx="633175" cy="2642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7839602-8819-ACBB-3D27-DC8E9B21C41E}"/>
              </a:ext>
            </a:extLst>
          </p:cNvPr>
          <p:cNvGrpSpPr/>
          <p:nvPr/>
        </p:nvGrpSpPr>
        <p:grpSpPr>
          <a:xfrm>
            <a:off x="9025770" y="4133781"/>
            <a:ext cx="1083189" cy="734049"/>
            <a:chOff x="6837661" y="2664535"/>
            <a:chExt cx="1083189" cy="734049"/>
          </a:xfrm>
          <a:effectLst>
            <a:glow rad="63500">
              <a:srgbClr val="FF0000">
                <a:alpha val="40000"/>
              </a:srgbClr>
            </a:glow>
          </a:effectLst>
        </p:grpSpPr>
        <p:pic>
          <p:nvPicPr>
            <p:cNvPr id="7" name="Picture 20">
              <a:extLst>
                <a:ext uri="{FF2B5EF4-FFF2-40B4-BE49-F238E27FC236}">
                  <a16:creationId xmlns:a16="http://schemas.microsoft.com/office/drawing/2014/main" id="{C0BB06CD-634C-FF51-B0AB-89D79EBD22F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711" t="39246" r="37000" b="35091"/>
            <a:stretch>
              <a:fillRect/>
            </a:stretch>
          </p:blipFill>
          <p:spPr bwMode="auto">
            <a:xfrm rot="373973">
              <a:off x="7069452" y="2664535"/>
              <a:ext cx="656030" cy="2738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0">
              <a:extLst>
                <a:ext uri="{FF2B5EF4-FFF2-40B4-BE49-F238E27FC236}">
                  <a16:creationId xmlns:a16="http://schemas.microsoft.com/office/drawing/2014/main" id="{5C3894B4-7540-5E50-0953-E0343C55675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711" t="39246" r="37000" b="35091"/>
            <a:stretch>
              <a:fillRect/>
            </a:stretch>
          </p:blipFill>
          <p:spPr bwMode="auto">
            <a:xfrm rot="373973">
              <a:off x="6837661" y="2918507"/>
              <a:ext cx="656030" cy="2738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0">
              <a:extLst>
                <a:ext uri="{FF2B5EF4-FFF2-40B4-BE49-F238E27FC236}">
                  <a16:creationId xmlns:a16="http://schemas.microsoft.com/office/drawing/2014/main" id="{17AE3905-1CE2-427A-10E2-79CEA67393E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711" t="39246" r="37000" b="35091"/>
            <a:stretch>
              <a:fillRect/>
            </a:stretch>
          </p:blipFill>
          <p:spPr bwMode="auto">
            <a:xfrm rot="373973">
              <a:off x="7264820" y="3124746"/>
              <a:ext cx="656030" cy="2738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46" name="Picture 22">
            <a:extLst>
              <a:ext uri="{FF2B5EF4-FFF2-40B4-BE49-F238E27FC236}">
                <a16:creationId xmlns:a16="http://schemas.microsoft.com/office/drawing/2014/main" id="{538B5F09-919C-D59F-4305-E24067E7D3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95" t="31477" r="39493" b="37122"/>
          <a:stretch>
            <a:fillRect/>
          </a:stretch>
        </p:blipFill>
        <p:spPr bwMode="auto">
          <a:xfrm>
            <a:off x="2370777" y="1892687"/>
            <a:ext cx="471638" cy="29995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C09360EA-FCFF-3460-8D05-189B59371B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62" t="26605" r="37431" b="34537"/>
          <a:stretch>
            <a:fillRect/>
          </a:stretch>
        </p:blipFill>
        <p:spPr bwMode="auto">
          <a:xfrm>
            <a:off x="1180533" y="3687645"/>
            <a:ext cx="598666" cy="391525"/>
          </a:xfrm>
          <a:prstGeom prst="rect">
            <a:avLst/>
          </a:prstGeom>
          <a:noFill/>
          <a:effectLst>
            <a:glow rad="63500">
              <a:srgbClr val="0070C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2">
            <a:extLst>
              <a:ext uri="{FF2B5EF4-FFF2-40B4-BE49-F238E27FC236}">
                <a16:creationId xmlns:a16="http://schemas.microsoft.com/office/drawing/2014/main" id="{5EF1B4D1-4CB6-EFE5-1CE6-DC37DFCE25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95" t="31477" r="39493" b="37122"/>
          <a:stretch>
            <a:fillRect/>
          </a:stretch>
        </p:blipFill>
        <p:spPr bwMode="auto">
          <a:xfrm>
            <a:off x="2205094" y="3793676"/>
            <a:ext cx="471638" cy="299958"/>
          </a:xfrm>
          <a:prstGeom prst="rect">
            <a:avLst/>
          </a:prstGeom>
          <a:noFill/>
          <a:effectLst>
            <a:glow rad="63500">
              <a:srgbClr val="0070C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4">
            <a:extLst>
              <a:ext uri="{FF2B5EF4-FFF2-40B4-BE49-F238E27FC236}">
                <a16:creationId xmlns:a16="http://schemas.microsoft.com/office/drawing/2014/main" id="{1721920B-337C-A525-592D-8CB6ADF778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47" t="28722" r="38658" b="25491"/>
          <a:stretch>
            <a:fillRect/>
          </a:stretch>
        </p:blipFill>
        <p:spPr bwMode="auto">
          <a:xfrm rot="20851922">
            <a:off x="-628996" y="1667455"/>
            <a:ext cx="614877" cy="525826"/>
          </a:xfrm>
          <a:prstGeom prst="rect">
            <a:avLst/>
          </a:prstGeom>
          <a:noFill/>
          <a:effectLst>
            <a:glow rad="63500">
              <a:srgbClr val="0070C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3158C95C-09F5-C24E-DBA1-838A4F900D36}"/>
              </a:ext>
            </a:extLst>
          </p:cNvPr>
          <p:cNvGrpSpPr/>
          <p:nvPr/>
        </p:nvGrpSpPr>
        <p:grpSpPr>
          <a:xfrm>
            <a:off x="8269665" y="1741362"/>
            <a:ext cx="1060334" cy="724509"/>
            <a:chOff x="6750993" y="1782706"/>
            <a:chExt cx="1060334" cy="724509"/>
          </a:xfrm>
          <a:effectLst>
            <a:glow rad="63500">
              <a:srgbClr val="FF0000">
                <a:alpha val="40000"/>
              </a:srgbClr>
            </a:glow>
          </a:effectLst>
        </p:grpSpPr>
        <p:pic>
          <p:nvPicPr>
            <p:cNvPr id="19" name="Picture 20">
              <a:extLst>
                <a:ext uri="{FF2B5EF4-FFF2-40B4-BE49-F238E27FC236}">
                  <a16:creationId xmlns:a16="http://schemas.microsoft.com/office/drawing/2014/main" id="{3E850FF8-8FAC-4DDF-F533-489761B7CEC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711" t="39246" r="37000" b="35091"/>
            <a:stretch>
              <a:fillRect/>
            </a:stretch>
          </p:blipFill>
          <p:spPr bwMode="auto">
            <a:xfrm rot="373973">
              <a:off x="6982784" y="1782706"/>
              <a:ext cx="633175" cy="2642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20">
              <a:extLst>
                <a:ext uri="{FF2B5EF4-FFF2-40B4-BE49-F238E27FC236}">
                  <a16:creationId xmlns:a16="http://schemas.microsoft.com/office/drawing/2014/main" id="{2218DEF5-0297-BAB7-D18B-91A43E5AEE8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711" t="39246" r="37000" b="35091"/>
            <a:stretch>
              <a:fillRect/>
            </a:stretch>
          </p:blipFill>
          <p:spPr bwMode="auto">
            <a:xfrm rot="373973">
              <a:off x="6750993" y="2036678"/>
              <a:ext cx="633175" cy="2642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A9E740A-0195-B932-2E01-43FAD93FA95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711" t="39246" r="37000" b="35091"/>
            <a:stretch>
              <a:fillRect/>
            </a:stretch>
          </p:blipFill>
          <p:spPr bwMode="auto">
            <a:xfrm rot="373973">
              <a:off x="7178152" y="2242917"/>
              <a:ext cx="633175" cy="2642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3" name="Picture 24">
            <a:extLst>
              <a:ext uri="{FF2B5EF4-FFF2-40B4-BE49-F238E27FC236}">
                <a16:creationId xmlns:a16="http://schemas.microsoft.com/office/drawing/2014/main" id="{479D1A57-1A40-4210-ECCF-EB947C21F9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alphaModFix amt="3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62" t="26605" r="37431" b="34537"/>
          <a:stretch>
            <a:fillRect/>
          </a:stretch>
        </p:blipFill>
        <p:spPr bwMode="auto">
          <a:xfrm>
            <a:off x="650041" y="3367943"/>
            <a:ext cx="598666" cy="39152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4">
            <a:extLst>
              <a:ext uri="{FF2B5EF4-FFF2-40B4-BE49-F238E27FC236}">
                <a16:creationId xmlns:a16="http://schemas.microsoft.com/office/drawing/2014/main" id="{70469323-07D9-49BD-F24C-419C44D2D7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62" t="26605" r="37431" b="34537"/>
          <a:stretch>
            <a:fillRect/>
          </a:stretch>
        </p:blipFill>
        <p:spPr bwMode="auto">
          <a:xfrm>
            <a:off x="1037063" y="2677491"/>
            <a:ext cx="598666" cy="391525"/>
          </a:xfrm>
          <a:prstGeom prst="rect">
            <a:avLst/>
          </a:prstGeom>
          <a:noFill/>
          <a:effectLst>
            <a:glow rad="63500">
              <a:srgbClr val="0070C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F18B07D-2D0F-2B8E-B699-100F2C907E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alphaModFix amt="3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62" t="26605" r="37431" b="34537"/>
          <a:stretch>
            <a:fillRect/>
          </a:stretch>
        </p:blipFill>
        <p:spPr bwMode="auto">
          <a:xfrm>
            <a:off x="1404020" y="1693865"/>
            <a:ext cx="598666" cy="39152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10">
            <a:extLst>
              <a:ext uri="{FF2B5EF4-FFF2-40B4-BE49-F238E27FC236}">
                <a16:creationId xmlns:a16="http://schemas.microsoft.com/office/drawing/2014/main" id="{49EB0D4A-2B94-A0C6-F4E0-076349E929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37" t="39430" r="42921" b="34907"/>
          <a:stretch>
            <a:fillRect/>
          </a:stretch>
        </p:blipFill>
        <p:spPr bwMode="auto">
          <a:xfrm>
            <a:off x="9431121" y="634114"/>
            <a:ext cx="711189" cy="525826"/>
          </a:xfrm>
          <a:prstGeom prst="rect">
            <a:avLst/>
          </a:prstGeom>
          <a:noFill/>
          <a:effectLst>
            <a:glow rad="63500">
              <a:srgbClr val="FF000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>
            <a:extLst>
              <a:ext uri="{FF2B5EF4-FFF2-40B4-BE49-F238E27FC236}">
                <a16:creationId xmlns:a16="http://schemas.microsoft.com/office/drawing/2014/main" id="{BE980078-7EE0-CCA5-8FCB-158C239B96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10" t="17100" r="36744" b="38840"/>
          <a:stretch>
            <a:fillRect/>
          </a:stretch>
        </p:blipFill>
        <p:spPr bwMode="auto">
          <a:xfrm rot="7896013">
            <a:off x="-2474398" y="-823998"/>
            <a:ext cx="868112" cy="600281"/>
          </a:xfrm>
          <a:prstGeom prst="rect">
            <a:avLst/>
          </a:prstGeom>
          <a:noFill/>
          <a:effectLst>
            <a:glow rad="63500">
              <a:srgbClr val="0070C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>
            <a:extLst>
              <a:ext uri="{FF2B5EF4-FFF2-40B4-BE49-F238E27FC236}">
                <a16:creationId xmlns:a16="http://schemas.microsoft.com/office/drawing/2014/main" id="{D3711C4F-1576-5C1C-416F-03F2A8BE00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21" t="34206" r="20350" b="37408"/>
          <a:stretch>
            <a:fillRect/>
          </a:stretch>
        </p:blipFill>
        <p:spPr bwMode="auto">
          <a:xfrm rot="1520152" flipV="1">
            <a:off x="12286818" y="850179"/>
            <a:ext cx="932170" cy="230303"/>
          </a:xfrm>
          <a:prstGeom prst="rect">
            <a:avLst/>
          </a:prstGeom>
          <a:noFill/>
          <a:effectLst>
            <a:glow rad="63500">
              <a:srgbClr val="FF000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30">
            <a:extLst>
              <a:ext uri="{FF2B5EF4-FFF2-40B4-BE49-F238E27FC236}">
                <a16:creationId xmlns:a16="http://schemas.microsoft.com/office/drawing/2014/main" id="{89D7E7A4-6A22-738E-92E1-D6AD8253B3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53" t="20284" r="32168" b="26335"/>
          <a:stretch>
            <a:fillRect/>
          </a:stretch>
        </p:blipFill>
        <p:spPr bwMode="auto">
          <a:xfrm>
            <a:off x="4012837" y="2604557"/>
            <a:ext cx="430494" cy="277739"/>
          </a:xfrm>
          <a:prstGeom prst="rect">
            <a:avLst/>
          </a:prstGeom>
          <a:noFill/>
          <a:effectLst>
            <a:glow rad="63500">
              <a:srgbClr val="FF000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CC87983-6A65-52DD-7A7B-6DB3BD4FBA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53" t="20284" r="32168" b="26335"/>
          <a:stretch>
            <a:fillRect/>
          </a:stretch>
        </p:blipFill>
        <p:spPr bwMode="auto">
          <a:xfrm>
            <a:off x="7046136" y="737367"/>
            <a:ext cx="430494" cy="277739"/>
          </a:xfrm>
          <a:prstGeom prst="rect">
            <a:avLst/>
          </a:prstGeom>
          <a:noFill/>
          <a:effectLst>
            <a:glow rad="63500">
              <a:srgbClr val="FF000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0">
            <a:extLst>
              <a:ext uri="{FF2B5EF4-FFF2-40B4-BE49-F238E27FC236}">
                <a16:creationId xmlns:a16="http://schemas.microsoft.com/office/drawing/2014/main" id="{2E727C46-1B69-5F5F-8109-D1CF48ADF9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53" t="20284" r="32168" b="26335"/>
          <a:stretch>
            <a:fillRect/>
          </a:stretch>
        </p:blipFill>
        <p:spPr bwMode="auto">
          <a:xfrm>
            <a:off x="5251585" y="1289978"/>
            <a:ext cx="430494" cy="277739"/>
          </a:xfrm>
          <a:prstGeom prst="rect">
            <a:avLst/>
          </a:prstGeom>
          <a:noFill/>
          <a:effectLst>
            <a:glow rad="63500">
              <a:srgbClr val="FF000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>
            <a:extLst>
              <a:ext uri="{FF2B5EF4-FFF2-40B4-BE49-F238E27FC236}">
                <a16:creationId xmlns:a16="http://schemas.microsoft.com/office/drawing/2014/main" id="{DA6EC714-7788-3575-13D5-4A4D1A4360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00" t="35599" r="37552" b="35091"/>
          <a:stretch>
            <a:fillRect/>
          </a:stretch>
        </p:blipFill>
        <p:spPr bwMode="auto">
          <a:xfrm>
            <a:off x="5634595" y="1165229"/>
            <a:ext cx="740002" cy="422573"/>
          </a:xfrm>
          <a:prstGeom prst="rect">
            <a:avLst/>
          </a:prstGeom>
          <a:noFill/>
          <a:effectLst>
            <a:glow rad="63500">
              <a:srgbClr val="0070C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>
            <a:extLst>
              <a:ext uri="{FF2B5EF4-FFF2-40B4-BE49-F238E27FC236}">
                <a16:creationId xmlns:a16="http://schemas.microsoft.com/office/drawing/2014/main" id="{922F3C28-BAD7-F8D6-07D0-F94A89E46C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00" t="35599" r="37552" b="35091"/>
          <a:stretch>
            <a:fillRect/>
          </a:stretch>
        </p:blipFill>
        <p:spPr bwMode="auto">
          <a:xfrm>
            <a:off x="5205213" y="634490"/>
            <a:ext cx="740002" cy="422573"/>
          </a:xfrm>
          <a:prstGeom prst="rect">
            <a:avLst/>
          </a:prstGeom>
          <a:noFill/>
          <a:effectLst>
            <a:glow rad="63500">
              <a:srgbClr val="0070C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4">
            <a:extLst>
              <a:ext uri="{FF2B5EF4-FFF2-40B4-BE49-F238E27FC236}">
                <a16:creationId xmlns:a16="http://schemas.microsoft.com/office/drawing/2014/main" id="{517978C9-91B2-19CE-22DC-F6BE14D54E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47" t="28722" r="38658" b="25491"/>
          <a:stretch>
            <a:fillRect/>
          </a:stretch>
        </p:blipFill>
        <p:spPr bwMode="auto">
          <a:xfrm rot="20851922">
            <a:off x="-1657763" y="3356222"/>
            <a:ext cx="614877" cy="525826"/>
          </a:xfrm>
          <a:prstGeom prst="rect">
            <a:avLst/>
          </a:prstGeom>
          <a:noFill/>
          <a:effectLst>
            <a:glow rad="63500">
              <a:srgbClr val="0070C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>
            <a:extLst>
              <a:ext uri="{FF2B5EF4-FFF2-40B4-BE49-F238E27FC236}">
                <a16:creationId xmlns:a16="http://schemas.microsoft.com/office/drawing/2014/main" id="{C5A92D52-6310-51FD-05F2-ABFE90C780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07" t="21131" r="31175" b="21899"/>
          <a:stretch>
            <a:fillRect/>
          </a:stretch>
        </p:blipFill>
        <p:spPr bwMode="auto">
          <a:xfrm>
            <a:off x="-4430401" y="3154256"/>
            <a:ext cx="1029512" cy="677496"/>
          </a:xfrm>
          <a:prstGeom prst="rect">
            <a:avLst/>
          </a:prstGeom>
          <a:noFill/>
          <a:effectLst>
            <a:glow rad="63500">
              <a:srgbClr val="0070C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34">
            <a:extLst>
              <a:ext uri="{FF2B5EF4-FFF2-40B4-BE49-F238E27FC236}">
                <a16:creationId xmlns:a16="http://schemas.microsoft.com/office/drawing/2014/main" id="{2AF79AA3-D507-DF66-CA9D-236EEA451D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07" t="21131" r="31175" b="21899"/>
          <a:stretch>
            <a:fillRect/>
          </a:stretch>
        </p:blipFill>
        <p:spPr bwMode="auto">
          <a:xfrm>
            <a:off x="-3582484" y="1781304"/>
            <a:ext cx="1029512" cy="677496"/>
          </a:xfrm>
          <a:prstGeom prst="rect">
            <a:avLst/>
          </a:prstGeom>
          <a:noFill/>
          <a:effectLst>
            <a:glow rad="63500">
              <a:srgbClr val="0070C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6EB9A4D4-FC77-440F-1D4B-A8594F7434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37" t="39430" r="42921" b="34907"/>
          <a:stretch>
            <a:fillRect/>
          </a:stretch>
        </p:blipFill>
        <p:spPr bwMode="auto">
          <a:xfrm>
            <a:off x="8689488" y="190185"/>
            <a:ext cx="711189" cy="525826"/>
          </a:xfrm>
          <a:prstGeom prst="rect">
            <a:avLst/>
          </a:prstGeom>
          <a:noFill/>
          <a:effectLst>
            <a:glow rad="63500">
              <a:srgbClr val="FF000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>
            <a:extLst>
              <a:ext uri="{FF2B5EF4-FFF2-40B4-BE49-F238E27FC236}">
                <a16:creationId xmlns:a16="http://schemas.microsoft.com/office/drawing/2014/main" id="{688113BE-98C2-EB28-4568-23C4BC4BAC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30" t="37766" r="37207" b="28319"/>
          <a:stretch>
            <a:fillRect/>
          </a:stretch>
        </p:blipFill>
        <p:spPr bwMode="auto">
          <a:xfrm>
            <a:off x="9447492" y="2026593"/>
            <a:ext cx="525282" cy="299177"/>
          </a:xfrm>
          <a:prstGeom prst="rect">
            <a:avLst/>
          </a:prstGeom>
          <a:noFill/>
          <a:effectLst>
            <a:glow rad="63500">
              <a:srgbClr val="FF000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38">
            <a:extLst>
              <a:ext uri="{FF2B5EF4-FFF2-40B4-BE49-F238E27FC236}">
                <a16:creationId xmlns:a16="http://schemas.microsoft.com/office/drawing/2014/main" id="{F166681C-C8F8-7A15-6B62-1F270CF14A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30" t="37766" r="37207" b="28319"/>
          <a:stretch>
            <a:fillRect/>
          </a:stretch>
        </p:blipFill>
        <p:spPr bwMode="auto">
          <a:xfrm>
            <a:off x="9501584" y="2650410"/>
            <a:ext cx="525282" cy="299177"/>
          </a:xfrm>
          <a:prstGeom prst="rect">
            <a:avLst/>
          </a:prstGeom>
          <a:noFill/>
          <a:effectLst>
            <a:glow rad="63500">
              <a:srgbClr val="FF000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38">
            <a:extLst>
              <a:ext uri="{FF2B5EF4-FFF2-40B4-BE49-F238E27FC236}">
                <a16:creationId xmlns:a16="http://schemas.microsoft.com/office/drawing/2014/main" id="{8D995625-203C-EFEF-F2D8-5257D44065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30" t="37766" r="37207" b="28319"/>
          <a:stretch>
            <a:fillRect/>
          </a:stretch>
        </p:blipFill>
        <p:spPr bwMode="auto">
          <a:xfrm>
            <a:off x="9651233" y="2318922"/>
            <a:ext cx="525282" cy="299177"/>
          </a:xfrm>
          <a:prstGeom prst="rect">
            <a:avLst/>
          </a:prstGeom>
          <a:noFill/>
          <a:effectLst>
            <a:glow rad="63500">
              <a:srgbClr val="FF000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38">
            <a:extLst>
              <a:ext uri="{FF2B5EF4-FFF2-40B4-BE49-F238E27FC236}">
                <a16:creationId xmlns:a16="http://schemas.microsoft.com/office/drawing/2014/main" id="{28AF6448-3EA2-128A-C170-023B1B7B5A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30" t="37766" r="37207" b="28319"/>
          <a:stretch>
            <a:fillRect/>
          </a:stretch>
        </p:blipFill>
        <p:spPr bwMode="auto">
          <a:xfrm>
            <a:off x="10104735" y="3368900"/>
            <a:ext cx="525282" cy="299177"/>
          </a:xfrm>
          <a:prstGeom prst="rect">
            <a:avLst/>
          </a:prstGeom>
          <a:noFill/>
          <a:effectLst>
            <a:glow rad="63500">
              <a:srgbClr val="FF000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38">
            <a:extLst>
              <a:ext uri="{FF2B5EF4-FFF2-40B4-BE49-F238E27FC236}">
                <a16:creationId xmlns:a16="http://schemas.microsoft.com/office/drawing/2014/main" id="{142D79F3-0889-6121-B5EA-02430C3888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30" t="37766" r="37207" b="28319"/>
          <a:stretch>
            <a:fillRect/>
          </a:stretch>
        </p:blipFill>
        <p:spPr bwMode="auto">
          <a:xfrm>
            <a:off x="10453069" y="3819467"/>
            <a:ext cx="525282" cy="299177"/>
          </a:xfrm>
          <a:prstGeom prst="rect">
            <a:avLst/>
          </a:prstGeom>
          <a:noFill/>
          <a:effectLst>
            <a:glow rad="63500">
              <a:srgbClr val="FF000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38">
            <a:extLst>
              <a:ext uri="{FF2B5EF4-FFF2-40B4-BE49-F238E27FC236}">
                <a16:creationId xmlns:a16="http://schemas.microsoft.com/office/drawing/2014/main" id="{755E9E38-6E3A-9483-0A0A-4B5DC18756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30" t="37766" r="37207" b="28319"/>
          <a:stretch>
            <a:fillRect/>
          </a:stretch>
        </p:blipFill>
        <p:spPr bwMode="auto">
          <a:xfrm>
            <a:off x="9599326" y="3017344"/>
            <a:ext cx="525282" cy="299177"/>
          </a:xfrm>
          <a:prstGeom prst="rect">
            <a:avLst/>
          </a:prstGeom>
          <a:noFill/>
          <a:effectLst>
            <a:glow rad="63500">
              <a:srgbClr val="FF000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3262C1F4-2464-9F86-22E7-9B70AD230A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91" t="5741" r="35366" b="36171"/>
          <a:stretch>
            <a:fillRect/>
          </a:stretch>
        </p:blipFill>
        <p:spPr bwMode="auto">
          <a:xfrm rot="212107">
            <a:off x="11179932" y="1736323"/>
            <a:ext cx="863356" cy="437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40">
            <a:extLst>
              <a:ext uri="{FF2B5EF4-FFF2-40B4-BE49-F238E27FC236}">
                <a16:creationId xmlns:a16="http://schemas.microsoft.com/office/drawing/2014/main" id="{CF3D4B41-BE51-C594-0E8E-EE77A11673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91" t="5741" r="35366" b="36171"/>
          <a:stretch>
            <a:fillRect/>
          </a:stretch>
        </p:blipFill>
        <p:spPr bwMode="auto">
          <a:xfrm rot="212107">
            <a:off x="12026545" y="3860537"/>
            <a:ext cx="863356" cy="437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40">
            <a:extLst>
              <a:ext uri="{FF2B5EF4-FFF2-40B4-BE49-F238E27FC236}">
                <a16:creationId xmlns:a16="http://schemas.microsoft.com/office/drawing/2014/main" id="{186740B4-F73E-E43A-77EC-62E3FE095B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91" t="5741" r="35366" b="36171"/>
          <a:stretch>
            <a:fillRect/>
          </a:stretch>
        </p:blipFill>
        <p:spPr bwMode="auto">
          <a:xfrm rot="212107">
            <a:off x="11582913" y="2437972"/>
            <a:ext cx="863356" cy="437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40">
            <a:extLst>
              <a:ext uri="{FF2B5EF4-FFF2-40B4-BE49-F238E27FC236}">
                <a16:creationId xmlns:a16="http://schemas.microsoft.com/office/drawing/2014/main" id="{A344C100-1ADE-A681-FE38-0B536AD8B4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91" t="5741" r="35366" b="36171"/>
          <a:stretch>
            <a:fillRect/>
          </a:stretch>
        </p:blipFill>
        <p:spPr bwMode="auto">
          <a:xfrm rot="212107">
            <a:off x="11958761" y="2927641"/>
            <a:ext cx="863356" cy="437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0CB1C9B-CFCF-C962-57C8-A773336F609B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33072" t="33767" r="34306" b="27830"/>
          <a:stretch>
            <a:fillRect/>
          </a:stretch>
        </p:blipFill>
        <p:spPr>
          <a:xfrm rot="20732933">
            <a:off x="-2025003" y="959938"/>
            <a:ext cx="658251" cy="331332"/>
          </a:xfrm>
          <a:prstGeom prst="rect">
            <a:avLst/>
          </a:prstGeom>
          <a:effectLst>
            <a:glow rad="63500">
              <a:srgbClr val="0070C0">
                <a:alpha val="40000"/>
              </a:srgbClr>
            </a:glow>
          </a:effectLst>
        </p:spPr>
      </p:pic>
      <p:pic>
        <p:nvPicPr>
          <p:cNvPr id="1070" name="Picture 46">
            <a:extLst>
              <a:ext uri="{FF2B5EF4-FFF2-40B4-BE49-F238E27FC236}">
                <a16:creationId xmlns:a16="http://schemas.microsoft.com/office/drawing/2014/main" id="{A2E280F9-F614-4D02-1778-55A9B7B1E9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8" t="21224" r="35214" b="26370"/>
          <a:stretch>
            <a:fillRect/>
          </a:stretch>
        </p:blipFill>
        <p:spPr bwMode="auto">
          <a:xfrm>
            <a:off x="-710706" y="3568415"/>
            <a:ext cx="598666" cy="353989"/>
          </a:xfrm>
          <a:prstGeom prst="rect">
            <a:avLst/>
          </a:prstGeom>
          <a:noFill/>
          <a:effectLst>
            <a:glow rad="63500">
              <a:srgbClr val="0070C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46">
            <a:extLst>
              <a:ext uri="{FF2B5EF4-FFF2-40B4-BE49-F238E27FC236}">
                <a16:creationId xmlns:a16="http://schemas.microsoft.com/office/drawing/2014/main" id="{80D28DBF-34F7-5A08-95A7-D43ADDC9EA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8" t="21224" r="35214" b="26370"/>
          <a:stretch>
            <a:fillRect/>
          </a:stretch>
        </p:blipFill>
        <p:spPr bwMode="auto">
          <a:xfrm>
            <a:off x="399064" y="2026593"/>
            <a:ext cx="598666" cy="353989"/>
          </a:xfrm>
          <a:prstGeom prst="rect">
            <a:avLst/>
          </a:prstGeom>
          <a:noFill/>
          <a:effectLst>
            <a:glow rad="63500">
              <a:srgbClr val="0070C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2" name="Picture 48">
            <a:extLst>
              <a:ext uri="{FF2B5EF4-FFF2-40B4-BE49-F238E27FC236}">
                <a16:creationId xmlns:a16="http://schemas.microsoft.com/office/drawing/2014/main" id="{681C3E67-D637-89FF-CCBB-F2ED39D7FB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62" t="12371" r="37644" b="44318"/>
          <a:stretch>
            <a:fillRect/>
          </a:stretch>
        </p:blipFill>
        <p:spPr bwMode="auto">
          <a:xfrm>
            <a:off x="10792564" y="2523109"/>
            <a:ext cx="726206" cy="567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4" name="Picture 50">
            <a:extLst>
              <a:ext uri="{FF2B5EF4-FFF2-40B4-BE49-F238E27FC236}">
                <a16:creationId xmlns:a16="http://schemas.microsoft.com/office/drawing/2014/main" id="{C1410757-789A-B5BA-9F95-C7351081A1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98" t="28349" r="42001" b="28809"/>
          <a:stretch>
            <a:fillRect/>
          </a:stretch>
        </p:blipFill>
        <p:spPr bwMode="auto">
          <a:xfrm>
            <a:off x="10271933" y="-904051"/>
            <a:ext cx="517368" cy="611433"/>
          </a:xfrm>
          <a:prstGeom prst="rect">
            <a:avLst/>
          </a:prstGeom>
          <a:noFill/>
          <a:effectLst>
            <a:glow rad="63500">
              <a:srgbClr val="FF000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50">
            <a:extLst>
              <a:ext uri="{FF2B5EF4-FFF2-40B4-BE49-F238E27FC236}">
                <a16:creationId xmlns:a16="http://schemas.microsoft.com/office/drawing/2014/main" id="{8F2AE1A3-4EA6-9BDA-9564-4DA8E72B61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98" t="28349" r="42001" b="28809"/>
          <a:stretch>
            <a:fillRect/>
          </a:stretch>
        </p:blipFill>
        <p:spPr bwMode="auto">
          <a:xfrm>
            <a:off x="159621" y="-892798"/>
            <a:ext cx="517368" cy="611433"/>
          </a:xfrm>
          <a:prstGeom prst="rect">
            <a:avLst/>
          </a:prstGeom>
          <a:noFill/>
          <a:effectLst>
            <a:glow rad="63500">
              <a:srgbClr val="0070C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6" name="Picture 52">
            <a:extLst>
              <a:ext uri="{FF2B5EF4-FFF2-40B4-BE49-F238E27FC236}">
                <a16:creationId xmlns:a16="http://schemas.microsoft.com/office/drawing/2014/main" id="{2FD19F5A-0DED-30FA-64F8-F36DA6B161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58" t="29786" r="42705" b="22220"/>
          <a:stretch>
            <a:fillRect/>
          </a:stretch>
        </p:blipFill>
        <p:spPr bwMode="auto">
          <a:xfrm>
            <a:off x="-433775" y="2285985"/>
            <a:ext cx="688775" cy="1269195"/>
          </a:xfrm>
          <a:prstGeom prst="rect">
            <a:avLst/>
          </a:prstGeom>
          <a:noFill/>
          <a:effectLst>
            <a:glow rad="63500">
              <a:srgbClr val="0070C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FE721C9D-34C2-6BA8-E505-EEC38BC17DAB}"/>
              </a:ext>
            </a:extLst>
          </p:cNvPr>
          <p:cNvGrpSpPr/>
          <p:nvPr/>
        </p:nvGrpSpPr>
        <p:grpSpPr>
          <a:xfrm rot="21362695">
            <a:off x="-3032070" y="1291203"/>
            <a:ext cx="2023192" cy="3982304"/>
            <a:chOff x="-3115710" y="1255406"/>
            <a:chExt cx="2023192" cy="3982304"/>
          </a:xfrm>
        </p:grpSpPr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E372E40F-8D63-0E54-76A3-873CA1394F41}"/>
                </a:ext>
              </a:extLst>
            </p:cNvPr>
            <p:cNvCxnSpPr>
              <a:cxnSpLocks/>
              <a:stCxn id="1035" idx="1"/>
            </p:cNvCxnSpPr>
            <p:nvPr/>
          </p:nvCxnSpPr>
          <p:spPr>
            <a:xfrm rot="237305" flipH="1">
              <a:off x="-3115710" y="3384619"/>
              <a:ext cx="813278" cy="1853091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5" name="TextBox 1034">
              <a:extLst>
                <a:ext uri="{FF2B5EF4-FFF2-40B4-BE49-F238E27FC236}">
                  <a16:creationId xmlns:a16="http://schemas.microsoft.com/office/drawing/2014/main" id="{9BBD0072-7621-16C2-A714-3652A464D3C5}"/>
                </a:ext>
              </a:extLst>
            </p:cNvPr>
            <p:cNvSpPr txBox="1"/>
            <p:nvPr/>
          </p:nvSpPr>
          <p:spPr>
            <a:xfrm rot="17801517">
              <a:off x="-2396304" y="2975852"/>
              <a:ext cx="569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XXX</a:t>
              </a:r>
            </a:p>
          </p:txBody>
        </p: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591ECF91-B6AF-403C-5C0E-6C2111D164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980793" y="1255406"/>
              <a:ext cx="888275" cy="1647026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3" name="Group 1042">
            <a:extLst>
              <a:ext uri="{FF2B5EF4-FFF2-40B4-BE49-F238E27FC236}">
                <a16:creationId xmlns:a16="http://schemas.microsoft.com/office/drawing/2014/main" id="{9B675DD7-83AF-F7F7-7F4F-D1208251DF22}"/>
              </a:ext>
            </a:extLst>
          </p:cNvPr>
          <p:cNvGrpSpPr/>
          <p:nvPr/>
        </p:nvGrpSpPr>
        <p:grpSpPr>
          <a:xfrm rot="21065487">
            <a:off x="-227928" y="1317259"/>
            <a:ext cx="1800206" cy="4074280"/>
            <a:chOff x="-3029578" y="1196966"/>
            <a:chExt cx="1800206" cy="4074280"/>
          </a:xfrm>
        </p:grpSpPr>
        <p:cxnSp>
          <p:nvCxnSpPr>
            <p:cNvPr id="1045" name="Straight Connector 1044">
              <a:extLst>
                <a:ext uri="{FF2B5EF4-FFF2-40B4-BE49-F238E27FC236}">
                  <a16:creationId xmlns:a16="http://schemas.microsoft.com/office/drawing/2014/main" id="{669670E2-34A5-E781-5D5A-23612D96B21C}"/>
                </a:ext>
              </a:extLst>
            </p:cNvPr>
            <p:cNvCxnSpPr>
              <a:cxnSpLocks/>
              <a:stCxn id="1047" idx="1"/>
            </p:cNvCxnSpPr>
            <p:nvPr/>
          </p:nvCxnSpPr>
          <p:spPr>
            <a:xfrm rot="534513" flipH="1">
              <a:off x="-3029578" y="3293796"/>
              <a:ext cx="669815" cy="197745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7" name="TextBox 1046">
              <a:extLst>
                <a:ext uri="{FF2B5EF4-FFF2-40B4-BE49-F238E27FC236}">
                  <a16:creationId xmlns:a16="http://schemas.microsoft.com/office/drawing/2014/main" id="{4F992D47-02F4-3CAF-B9F2-70D262941FCF}"/>
                </a:ext>
              </a:extLst>
            </p:cNvPr>
            <p:cNvSpPr txBox="1"/>
            <p:nvPr/>
          </p:nvSpPr>
          <p:spPr>
            <a:xfrm rot="17801517">
              <a:off x="-2332184" y="2975852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XX</a:t>
              </a:r>
            </a:p>
          </p:txBody>
        </p:sp>
        <p:cxnSp>
          <p:nvCxnSpPr>
            <p:cNvPr id="1049" name="Straight Connector 1048">
              <a:extLst>
                <a:ext uri="{FF2B5EF4-FFF2-40B4-BE49-F238E27FC236}">
                  <a16:creationId xmlns:a16="http://schemas.microsoft.com/office/drawing/2014/main" id="{7711C056-2F57-9ACD-D903-63094525B892}"/>
                </a:ext>
              </a:extLst>
            </p:cNvPr>
            <p:cNvCxnSpPr>
              <a:cxnSpLocks/>
            </p:cNvCxnSpPr>
            <p:nvPr/>
          </p:nvCxnSpPr>
          <p:spPr>
            <a:xfrm rot="534513" flipH="1">
              <a:off x="-1842728" y="1196966"/>
              <a:ext cx="613356" cy="1815259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55" name="Picture 52">
            <a:extLst>
              <a:ext uri="{FF2B5EF4-FFF2-40B4-BE49-F238E27FC236}">
                <a16:creationId xmlns:a16="http://schemas.microsoft.com/office/drawing/2014/main" id="{6620DAF2-4E3E-C6F9-5B99-8D9850FAE2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58" t="29786" r="42705" b="22220"/>
          <a:stretch>
            <a:fillRect/>
          </a:stretch>
        </p:blipFill>
        <p:spPr bwMode="auto">
          <a:xfrm>
            <a:off x="2287563" y="3069622"/>
            <a:ext cx="305315" cy="562599"/>
          </a:xfrm>
          <a:prstGeom prst="rect">
            <a:avLst/>
          </a:prstGeom>
          <a:noFill/>
          <a:effectLst>
            <a:glow rad="63500">
              <a:srgbClr val="0070C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7" name="Picture 52">
            <a:extLst>
              <a:ext uri="{FF2B5EF4-FFF2-40B4-BE49-F238E27FC236}">
                <a16:creationId xmlns:a16="http://schemas.microsoft.com/office/drawing/2014/main" id="{12A9556E-EB77-158F-0847-EF2338E1C7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58" t="29786" r="42705" b="22220"/>
          <a:stretch>
            <a:fillRect/>
          </a:stretch>
        </p:blipFill>
        <p:spPr bwMode="auto">
          <a:xfrm>
            <a:off x="2527005" y="2432720"/>
            <a:ext cx="305315" cy="562599"/>
          </a:xfrm>
          <a:prstGeom prst="rect">
            <a:avLst/>
          </a:prstGeom>
          <a:noFill/>
          <a:effectLst>
            <a:glow rad="63500">
              <a:srgbClr val="0070C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9" name="TextBox 1058">
            <a:extLst>
              <a:ext uri="{FF2B5EF4-FFF2-40B4-BE49-F238E27FC236}">
                <a16:creationId xmlns:a16="http://schemas.microsoft.com/office/drawing/2014/main" id="{B7E4214D-D2AC-68DA-C6FE-B0DC7E317936}"/>
              </a:ext>
            </a:extLst>
          </p:cNvPr>
          <p:cNvSpPr txBox="1"/>
          <p:nvPr/>
        </p:nvSpPr>
        <p:spPr>
          <a:xfrm rot="16492177">
            <a:off x="7208603" y="2934331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II</a:t>
            </a:r>
          </a:p>
        </p:txBody>
      </p:sp>
      <p:grpSp>
        <p:nvGrpSpPr>
          <p:cNvPr id="1061" name="Group 1060">
            <a:extLst>
              <a:ext uri="{FF2B5EF4-FFF2-40B4-BE49-F238E27FC236}">
                <a16:creationId xmlns:a16="http://schemas.microsoft.com/office/drawing/2014/main" id="{961FDFF6-4359-7335-A80E-BA76032939FB}"/>
              </a:ext>
            </a:extLst>
          </p:cNvPr>
          <p:cNvGrpSpPr/>
          <p:nvPr/>
        </p:nvGrpSpPr>
        <p:grpSpPr>
          <a:xfrm rot="21065487">
            <a:off x="2339207" y="1334346"/>
            <a:ext cx="1596359" cy="3916782"/>
            <a:chOff x="-3025534" y="1196966"/>
            <a:chExt cx="1796162" cy="4074529"/>
          </a:xfrm>
        </p:grpSpPr>
        <p:cxnSp>
          <p:nvCxnSpPr>
            <p:cNvPr id="1063" name="Straight Connector 1062">
              <a:extLst>
                <a:ext uri="{FF2B5EF4-FFF2-40B4-BE49-F238E27FC236}">
                  <a16:creationId xmlns:a16="http://schemas.microsoft.com/office/drawing/2014/main" id="{027C265D-53E7-5585-76F7-0891160E7941}"/>
                </a:ext>
              </a:extLst>
            </p:cNvPr>
            <p:cNvCxnSpPr>
              <a:cxnSpLocks/>
              <a:stCxn id="1065" idx="1"/>
            </p:cNvCxnSpPr>
            <p:nvPr/>
          </p:nvCxnSpPr>
          <p:spPr>
            <a:xfrm rot="534513" flipH="1">
              <a:off x="-3025534" y="3245800"/>
              <a:ext cx="669239" cy="2025695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5" name="TextBox 1064">
              <a:extLst>
                <a:ext uri="{FF2B5EF4-FFF2-40B4-BE49-F238E27FC236}">
                  <a16:creationId xmlns:a16="http://schemas.microsoft.com/office/drawing/2014/main" id="{5C708809-69E8-87A4-1829-146B0B520FBF}"/>
                </a:ext>
              </a:extLst>
            </p:cNvPr>
            <p:cNvSpPr txBox="1"/>
            <p:nvPr/>
          </p:nvSpPr>
          <p:spPr>
            <a:xfrm rot="17801517">
              <a:off x="-2274365" y="2952739"/>
              <a:ext cx="325508" cy="4155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X</a:t>
              </a:r>
            </a:p>
          </p:txBody>
        </p:sp>
        <p:cxnSp>
          <p:nvCxnSpPr>
            <p:cNvPr id="1067" name="Straight Connector 1066">
              <a:extLst>
                <a:ext uri="{FF2B5EF4-FFF2-40B4-BE49-F238E27FC236}">
                  <a16:creationId xmlns:a16="http://schemas.microsoft.com/office/drawing/2014/main" id="{1DC2DFA3-1FDA-F0CC-C2A2-13E3F3C70DCD}"/>
                </a:ext>
              </a:extLst>
            </p:cNvPr>
            <p:cNvCxnSpPr>
              <a:cxnSpLocks/>
            </p:cNvCxnSpPr>
            <p:nvPr/>
          </p:nvCxnSpPr>
          <p:spPr>
            <a:xfrm rot="534513" flipH="1">
              <a:off x="-1842728" y="1196966"/>
              <a:ext cx="613356" cy="1815259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78" name="Picture 54">
            <a:extLst>
              <a:ext uri="{FF2B5EF4-FFF2-40B4-BE49-F238E27FC236}">
                <a16:creationId xmlns:a16="http://schemas.microsoft.com/office/drawing/2014/main" id="{EF49AFBE-E7E5-927E-03EB-41DB409739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31" t="29222" r="36764" b="30228"/>
          <a:stretch>
            <a:fillRect/>
          </a:stretch>
        </p:blipFill>
        <p:spPr bwMode="auto">
          <a:xfrm>
            <a:off x="-4488844" y="4786901"/>
            <a:ext cx="906360" cy="63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0" name="Picture 56">
            <a:extLst>
              <a:ext uri="{FF2B5EF4-FFF2-40B4-BE49-F238E27FC236}">
                <a16:creationId xmlns:a16="http://schemas.microsoft.com/office/drawing/2014/main" id="{A9D8E08C-0C42-3330-6E4A-A16DE9829E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84" t="29167" r="36376" b="28321"/>
          <a:stretch>
            <a:fillRect/>
          </a:stretch>
        </p:blipFill>
        <p:spPr bwMode="auto">
          <a:xfrm>
            <a:off x="-1824936" y="4725554"/>
            <a:ext cx="873803" cy="591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297E5190-D892-01C5-FB73-37EAD8F192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04" t="34418" r="39524" b="30029"/>
          <a:stretch>
            <a:fillRect/>
          </a:stretch>
        </p:blipFill>
        <p:spPr bwMode="auto">
          <a:xfrm>
            <a:off x="874155" y="4837278"/>
            <a:ext cx="966739" cy="707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4" name="Picture 60">
            <a:extLst>
              <a:ext uri="{FF2B5EF4-FFF2-40B4-BE49-F238E27FC236}">
                <a16:creationId xmlns:a16="http://schemas.microsoft.com/office/drawing/2014/main" id="{57E30864-2C68-93EE-49C0-61175AB954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75" t="35066" r="41447" b="33638"/>
          <a:stretch>
            <a:fillRect/>
          </a:stretch>
        </p:blipFill>
        <p:spPr bwMode="auto">
          <a:xfrm>
            <a:off x="-914598" y="1938104"/>
            <a:ext cx="1418345" cy="979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9" name="Picture 60">
            <a:extLst>
              <a:ext uri="{FF2B5EF4-FFF2-40B4-BE49-F238E27FC236}">
                <a16:creationId xmlns:a16="http://schemas.microsoft.com/office/drawing/2014/main" id="{39FA58F2-EB1D-864B-2CD5-691D98599E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75" t="35066" r="41447" b="33638"/>
          <a:stretch>
            <a:fillRect/>
          </a:stretch>
        </p:blipFill>
        <p:spPr bwMode="auto">
          <a:xfrm>
            <a:off x="1890184" y="2762389"/>
            <a:ext cx="936495" cy="646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1" name="Picture 60">
            <a:extLst>
              <a:ext uri="{FF2B5EF4-FFF2-40B4-BE49-F238E27FC236}">
                <a16:creationId xmlns:a16="http://schemas.microsoft.com/office/drawing/2014/main" id="{CD35175E-AE84-34F5-2F1C-98488B2F42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75" t="35066" r="41447" b="33638"/>
          <a:stretch>
            <a:fillRect/>
          </a:stretch>
        </p:blipFill>
        <p:spPr bwMode="auto">
          <a:xfrm>
            <a:off x="2103857" y="2162053"/>
            <a:ext cx="936495" cy="646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3" name="Picture 60">
            <a:extLst>
              <a:ext uri="{FF2B5EF4-FFF2-40B4-BE49-F238E27FC236}">
                <a16:creationId xmlns:a16="http://schemas.microsoft.com/office/drawing/2014/main" id="{F8D31924-E3BA-295D-4558-B1AE1E2C86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75" t="35066" r="41447" b="33638"/>
          <a:stretch>
            <a:fillRect/>
          </a:stretch>
        </p:blipFill>
        <p:spPr bwMode="auto">
          <a:xfrm>
            <a:off x="10670613" y="2266433"/>
            <a:ext cx="936495" cy="646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5" name="Picture 62">
            <a:extLst>
              <a:ext uri="{FF2B5EF4-FFF2-40B4-BE49-F238E27FC236}">
                <a16:creationId xmlns:a16="http://schemas.microsoft.com/office/drawing/2014/main" id="{AE3BBDFD-9BCE-6F91-9876-9C5462735D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92" r="24348"/>
          <a:stretch>
            <a:fillRect/>
          </a:stretch>
        </p:blipFill>
        <p:spPr bwMode="auto">
          <a:xfrm>
            <a:off x="11372664" y="2655439"/>
            <a:ext cx="1085560" cy="844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7" name="Picture 62">
            <a:extLst>
              <a:ext uri="{FF2B5EF4-FFF2-40B4-BE49-F238E27FC236}">
                <a16:creationId xmlns:a16="http://schemas.microsoft.com/office/drawing/2014/main" id="{F8017906-7F9C-1C31-06D4-15CB73ABFB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92" r="24348"/>
          <a:stretch>
            <a:fillRect/>
          </a:stretch>
        </p:blipFill>
        <p:spPr bwMode="auto">
          <a:xfrm>
            <a:off x="10288019" y="3880955"/>
            <a:ext cx="1085560" cy="844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62">
            <a:extLst>
              <a:ext uri="{FF2B5EF4-FFF2-40B4-BE49-F238E27FC236}">
                <a16:creationId xmlns:a16="http://schemas.microsoft.com/office/drawing/2014/main" id="{CBC5750C-36B3-CCC4-410C-6B147A0CBD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92" r="24348"/>
          <a:stretch>
            <a:fillRect/>
          </a:stretch>
        </p:blipFill>
        <p:spPr bwMode="auto">
          <a:xfrm>
            <a:off x="7753885" y="2288646"/>
            <a:ext cx="1085560" cy="844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1" name="Picture 62">
            <a:extLst>
              <a:ext uri="{FF2B5EF4-FFF2-40B4-BE49-F238E27FC236}">
                <a16:creationId xmlns:a16="http://schemas.microsoft.com/office/drawing/2014/main" id="{6021A943-9290-EAC2-3DBC-C994DEEDD9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92" r="24348"/>
          <a:stretch>
            <a:fillRect/>
          </a:stretch>
        </p:blipFill>
        <p:spPr bwMode="auto">
          <a:xfrm>
            <a:off x="9445057" y="1477561"/>
            <a:ext cx="1085560" cy="844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62">
            <a:extLst>
              <a:ext uri="{FF2B5EF4-FFF2-40B4-BE49-F238E27FC236}">
                <a16:creationId xmlns:a16="http://schemas.microsoft.com/office/drawing/2014/main" id="{8FEC4372-EFA4-5C52-4BEA-947ADE21FF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92" r="24348"/>
          <a:stretch>
            <a:fillRect/>
          </a:stretch>
        </p:blipFill>
        <p:spPr bwMode="auto">
          <a:xfrm>
            <a:off x="9082140" y="3384278"/>
            <a:ext cx="1085560" cy="844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8" name="Picture 64">
            <a:extLst>
              <a:ext uri="{FF2B5EF4-FFF2-40B4-BE49-F238E27FC236}">
                <a16:creationId xmlns:a16="http://schemas.microsoft.com/office/drawing/2014/main" id="{41309AED-7DF5-146D-64F4-5606D69718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17" t="28127" r="42629" b="25130"/>
          <a:stretch>
            <a:fillRect/>
          </a:stretch>
        </p:blipFill>
        <p:spPr bwMode="auto">
          <a:xfrm>
            <a:off x="7076302" y="271725"/>
            <a:ext cx="596538" cy="797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7" name="Picture 64">
            <a:extLst>
              <a:ext uri="{FF2B5EF4-FFF2-40B4-BE49-F238E27FC236}">
                <a16:creationId xmlns:a16="http://schemas.microsoft.com/office/drawing/2014/main" id="{99C68626-9FF0-85BE-4223-4ABA031541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17" t="28127" r="42629" b="25130"/>
          <a:stretch>
            <a:fillRect/>
          </a:stretch>
        </p:blipFill>
        <p:spPr bwMode="auto">
          <a:xfrm>
            <a:off x="3797068" y="2608873"/>
            <a:ext cx="533205" cy="712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9" name="Picture 64">
            <a:extLst>
              <a:ext uri="{FF2B5EF4-FFF2-40B4-BE49-F238E27FC236}">
                <a16:creationId xmlns:a16="http://schemas.microsoft.com/office/drawing/2014/main" id="{5E17DB48-8BCF-E5E8-D15E-5AF5D07D5F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17" t="28127" r="42629" b="25130"/>
          <a:stretch>
            <a:fillRect/>
          </a:stretch>
        </p:blipFill>
        <p:spPr bwMode="auto">
          <a:xfrm>
            <a:off x="9008339" y="347673"/>
            <a:ext cx="533205" cy="712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0" name="Picture 66">
            <a:extLst>
              <a:ext uri="{FF2B5EF4-FFF2-40B4-BE49-F238E27FC236}">
                <a16:creationId xmlns:a16="http://schemas.microsoft.com/office/drawing/2014/main" id="{A4E11DEA-DD5A-4905-3761-F8CE44445A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82" t="29938" r="41236" b="27832"/>
          <a:stretch>
            <a:fillRect/>
          </a:stretch>
        </p:blipFill>
        <p:spPr bwMode="auto">
          <a:xfrm>
            <a:off x="14215506" y="2522780"/>
            <a:ext cx="812558" cy="884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1" name="Picture 66">
            <a:extLst>
              <a:ext uri="{FF2B5EF4-FFF2-40B4-BE49-F238E27FC236}">
                <a16:creationId xmlns:a16="http://schemas.microsoft.com/office/drawing/2014/main" id="{9AC1B76F-C370-8C55-8FE8-98A8B71CCC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82" t="29938" r="41236" b="27832"/>
          <a:stretch>
            <a:fillRect/>
          </a:stretch>
        </p:blipFill>
        <p:spPr bwMode="auto">
          <a:xfrm>
            <a:off x="13233757" y="1576528"/>
            <a:ext cx="895642" cy="975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2" name="Picture 68">
            <a:extLst>
              <a:ext uri="{FF2B5EF4-FFF2-40B4-BE49-F238E27FC236}">
                <a16:creationId xmlns:a16="http://schemas.microsoft.com/office/drawing/2014/main" id="{4094F79E-00EB-6018-51C8-101402768C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99" t="36758" r="43956" b="32965"/>
          <a:stretch>
            <a:fillRect/>
          </a:stretch>
        </p:blipFill>
        <p:spPr bwMode="auto">
          <a:xfrm rot="623709">
            <a:off x="488378" y="836542"/>
            <a:ext cx="1738295" cy="183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3" name="Picture 34">
            <a:extLst>
              <a:ext uri="{FF2B5EF4-FFF2-40B4-BE49-F238E27FC236}">
                <a16:creationId xmlns:a16="http://schemas.microsoft.com/office/drawing/2014/main" id="{CE2FAE1D-513F-EB7C-7F40-524D2C4014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alphaModFix amt="3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07" t="21131" r="31175" b="21899"/>
          <a:stretch>
            <a:fillRect/>
          </a:stretch>
        </p:blipFill>
        <p:spPr bwMode="auto">
          <a:xfrm>
            <a:off x="-3453842" y="2542266"/>
            <a:ext cx="1029512" cy="677496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4" name="Picture 70">
            <a:extLst>
              <a:ext uri="{FF2B5EF4-FFF2-40B4-BE49-F238E27FC236}">
                <a16:creationId xmlns:a16="http://schemas.microsoft.com/office/drawing/2014/main" id="{EAE281BF-4E11-4646-5E74-E165AC8A69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66" t="34825" r="45795" b="31539"/>
          <a:stretch>
            <a:fillRect/>
          </a:stretch>
        </p:blipFill>
        <p:spPr bwMode="auto">
          <a:xfrm>
            <a:off x="6153480" y="2943880"/>
            <a:ext cx="1138631" cy="1753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5" name="Picture 70">
            <a:extLst>
              <a:ext uri="{FF2B5EF4-FFF2-40B4-BE49-F238E27FC236}">
                <a16:creationId xmlns:a16="http://schemas.microsoft.com/office/drawing/2014/main" id="{40D80B23-E467-F477-7F11-FE61164C83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66" t="34825" r="45795" b="31539"/>
          <a:stretch>
            <a:fillRect/>
          </a:stretch>
        </p:blipFill>
        <p:spPr bwMode="auto">
          <a:xfrm>
            <a:off x="6281276" y="2224760"/>
            <a:ext cx="1138631" cy="1753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7" name="Picture 70">
            <a:extLst>
              <a:ext uri="{FF2B5EF4-FFF2-40B4-BE49-F238E27FC236}">
                <a16:creationId xmlns:a16="http://schemas.microsoft.com/office/drawing/2014/main" id="{6BA909AD-7A71-9E83-D980-68B85666ED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66" t="34825" r="45795" b="31539"/>
          <a:stretch>
            <a:fillRect/>
          </a:stretch>
        </p:blipFill>
        <p:spPr bwMode="auto">
          <a:xfrm>
            <a:off x="6459506" y="1503393"/>
            <a:ext cx="1138631" cy="1753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8" name="Picture 70">
            <a:extLst>
              <a:ext uri="{FF2B5EF4-FFF2-40B4-BE49-F238E27FC236}">
                <a16:creationId xmlns:a16="http://schemas.microsoft.com/office/drawing/2014/main" id="{36CDD8F6-780F-7678-D639-AB0543C0F9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66" t="34825" r="45795" b="31539"/>
          <a:stretch>
            <a:fillRect/>
          </a:stretch>
        </p:blipFill>
        <p:spPr bwMode="auto">
          <a:xfrm>
            <a:off x="6705970" y="486541"/>
            <a:ext cx="1138631" cy="1753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9" name="Picture 14">
            <a:extLst>
              <a:ext uri="{FF2B5EF4-FFF2-40B4-BE49-F238E27FC236}">
                <a16:creationId xmlns:a16="http://schemas.microsoft.com/office/drawing/2014/main" id="{BBADBF62-50A9-34D3-56EA-EF6A32E4D6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47" t="28722" r="38658" b="25491"/>
          <a:stretch>
            <a:fillRect/>
          </a:stretch>
        </p:blipFill>
        <p:spPr bwMode="auto">
          <a:xfrm rot="20851922">
            <a:off x="412731" y="1224403"/>
            <a:ext cx="614877" cy="525826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0" name="Picture 14">
            <a:extLst>
              <a:ext uri="{FF2B5EF4-FFF2-40B4-BE49-F238E27FC236}">
                <a16:creationId xmlns:a16="http://schemas.microsoft.com/office/drawing/2014/main" id="{0D1349D7-0395-92BA-C163-27BF173415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47" t="28722" r="38658" b="25491"/>
          <a:stretch>
            <a:fillRect/>
          </a:stretch>
        </p:blipFill>
        <p:spPr bwMode="auto">
          <a:xfrm rot="20851922">
            <a:off x="-819870" y="3941129"/>
            <a:ext cx="614877" cy="525826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1" name="Picture 1100">
            <a:extLst>
              <a:ext uri="{FF2B5EF4-FFF2-40B4-BE49-F238E27FC236}">
                <a16:creationId xmlns:a16="http://schemas.microsoft.com/office/drawing/2014/main" id="{CFCD5BCA-DFB3-37AB-0BE2-BF8306A44F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62" t="26605" r="37431" b="34537"/>
          <a:stretch>
            <a:fillRect/>
          </a:stretch>
        </p:blipFill>
        <p:spPr bwMode="auto">
          <a:xfrm>
            <a:off x="2267684" y="1181881"/>
            <a:ext cx="598666" cy="391525"/>
          </a:xfrm>
          <a:prstGeom prst="rect">
            <a:avLst/>
          </a:prstGeom>
          <a:noFill/>
          <a:effectLst>
            <a:glow rad="63500">
              <a:srgbClr val="0070C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2" name="Picture 62">
            <a:extLst>
              <a:ext uri="{FF2B5EF4-FFF2-40B4-BE49-F238E27FC236}">
                <a16:creationId xmlns:a16="http://schemas.microsoft.com/office/drawing/2014/main" id="{E972C763-2B77-00FE-BF34-B64AB45EF7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92" r="24348"/>
          <a:stretch>
            <a:fillRect/>
          </a:stretch>
        </p:blipFill>
        <p:spPr bwMode="auto">
          <a:xfrm>
            <a:off x="-839398" y="4218400"/>
            <a:ext cx="1085560" cy="844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3" name="Picture 62">
            <a:extLst>
              <a:ext uri="{FF2B5EF4-FFF2-40B4-BE49-F238E27FC236}">
                <a16:creationId xmlns:a16="http://schemas.microsoft.com/office/drawing/2014/main" id="{74CC193A-3AD1-F868-DA5B-C9D5F6BB3E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92" r="24348"/>
          <a:stretch>
            <a:fillRect/>
          </a:stretch>
        </p:blipFill>
        <p:spPr bwMode="auto">
          <a:xfrm>
            <a:off x="-104932" y="3431665"/>
            <a:ext cx="1085560" cy="844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4" name="Picture 62">
            <a:extLst>
              <a:ext uri="{FF2B5EF4-FFF2-40B4-BE49-F238E27FC236}">
                <a16:creationId xmlns:a16="http://schemas.microsoft.com/office/drawing/2014/main" id="{4BFC2490-90F8-F2E8-39CA-D720F38ECB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92" r="24348"/>
          <a:stretch>
            <a:fillRect/>
          </a:stretch>
        </p:blipFill>
        <p:spPr bwMode="auto">
          <a:xfrm>
            <a:off x="1510391" y="1666956"/>
            <a:ext cx="1085560" cy="844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5" name="Picture 66">
            <a:extLst>
              <a:ext uri="{FF2B5EF4-FFF2-40B4-BE49-F238E27FC236}">
                <a16:creationId xmlns:a16="http://schemas.microsoft.com/office/drawing/2014/main" id="{2F0DE0C9-D55D-E190-D09F-6717265F07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82" t="29938" r="41236" b="27832"/>
          <a:stretch>
            <a:fillRect/>
          </a:stretch>
        </p:blipFill>
        <p:spPr bwMode="auto">
          <a:xfrm>
            <a:off x="-2867717" y="2665351"/>
            <a:ext cx="812558" cy="884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8">
            <a:extLst>
              <a:ext uri="{FF2B5EF4-FFF2-40B4-BE49-F238E27FC236}">
                <a16:creationId xmlns:a16="http://schemas.microsoft.com/office/drawing/2014/main" id="{B3D0634D-988D-014A-B527-975BC1E1C5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18" t="28311" r="36248" b="23934"/>
          <a:stretch>
            <a:fillRect/>
          </a:stretch>
        </p:blipFill>
        <p:spPr bwMode="auto">
          <a:xfrm>
            <a:off x="6296474" y="630823"/>
            <a:ext cx="446638" cy="338617"/>
          </a:xfrm>
          <a:prstGeom prst="rect">
            <a:avLst/>
          </a:prstGeom>
          <a:noFill/>
          <a:effectLst>
            <a:glow rad="63500">
              <a:srgbClr val="FF000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1" name="Picture 68">
            <a:extLst>
              <a:ext uri="{FF2B5EF4-FFF2-40B4-BE49-F238E27FC236}">
                <a16:creationId xmlns:a16="http://schemas.microsoft.com/office/drawing/2014/main" id="{6AF57CDD-D5CA-E000-7085-D04EAE2487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99" t="36758" r="43956" b="32965"/>
          <a:stretch>
            <a:fillRect/>
          </a:stretch>
        </p:blipFill>
        <p:spPr bwMode="auto">
          <a:xfrm rot="623709">
            <a:off x="-567315" y="2362215"/>
            <a:ext cx="1738295" cy="183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2" name="Picture 62">
            <a:extLst>
              <a:ext uri="{FF2B5EF4-FFF2-40B4-BE49-F238E27FC236}">
                <a16:creationId xmlns:a16="http://schemas.microsoft.com/office/drawing/2014/main" id="{20C57DE2-B270-6480-781B-4828229219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92" r="24348"/>
          <a:stretch>
            <a:fillRect/>
          </a:stretch>
        </p:blipFill>
        <p:spPr bwMode="auto">
          <a:xfrm>
            <a:off x="723482" y="763625"/>
            <a:ext cx="1085560" cy="844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3" name="Picture 22">
            <a:extLst>
              <a:ext uri="{FF2B5EF4-FFF2-40B4-BE49-F238E27FC236}">
                <a16:creationId xmlns:a16="http://schemas.microsoft.com/office/drawing/2014/main" id="{3EE94377-75F9-7B9B-AB6F-7217F32D33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95" t="31477" r="39493" b="37122"/>
          <a:stretch>
            <a:fillRect/>
          </a:stretch>
        </p:blipFill>
        <p:spPr bwMode="auto">
          <a:xfrm>
            <a:off x="2955796" y="1414080"/>
            <a:ext cx="471638" cy="299958"/>
          </a:xfrm>
          <a:prstGeom prst="rect">
            <a:avLst/>
          </a:prstGeom>
          <a:noFill/>
          <a:effectLst>
            <a:glow rad="63500">
              <a:srgbClr val="0070C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4" name="Picture 68">
            <a:extLst>
              <a:ext uri="{FF2B5EF4-FFF2-40B4-BE49-F238E27FC236}">
                <a16:creationId xmlns:a16="http://schemas.microsoft.com/office/drawing/2014/main" id="{97594B54-2D8E-7EC4-20BC-D8F5BE6432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99" t="36758" r="43956" b="32965"/>
          <a:stretch>
            <a:fillRect/>
          </a:stretch>
        </p:blipFill>
        <p:spPr bwMode="auto">
          <a:xfrm rot="623709">
            <a:off x="2381021" y="2589824"/>
            <a:ext cx="1738295" cy="183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20" name="Group 1119">
            <a:extLst>
              <a:ext uri="{FF2B5EF4-FFF2-40B4-BE49-F238E27FC236}">
                <a16:creationId xmlns:a16="http://schemas.microsoft.com/office/drawing/2014/main" id="{6CA287E3-1D12-4C15-7DEC-207903CBDA23}"/>
              </a:ext>
            </a:extLst>
          </p:cNvPr>
          <p:cNvGrpSpPr/>
          <p:nvPr/>
        </p:nvGrpSpPr>
        <p:grpSpPr>
          <a:xfrm>
            <a:off x="3214761" y="3433422"/>
            <a:ext cx="936495" cy="869832"/>
            <a:chOff x="3772941" y="3344694"/>
            <a:chExt cx="936495" cy="869832"/>
          </a:xfrm>
        </p:grpSpPr>
        <p:pic>
          <p:nvPicPr>
            <p:cNvPr id="1115" name="Picture 52">
              <a:extLst>
                <a:ext uri="{FF2B5EF4-FFF2-40B4-BE49-F238E27FC236}">
                  <a16:creationId xmlns:a16="http://schemas.microsoft.com/office/drawing/2014/main" id="{2DCBE27A-8FF8-9667-EEAD-A8AA62D8F0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158" t="29786" r="42705" b="22220"/>
            <a:stretch>
              <a:fillRect/>
            </a:stretch>
          </p:blipFill>
          <p:spPr bwMode="auto">
            <a:xfrm>
              <a:off x="4170320" y="3651927"/>
              <a:ext cx="305315" cy="562599"/>
            </a:xfrm>
            <a:prstGeom prst="rect">
              <a:avLst/>
            </a:prstGeom>
            <a:noFill/>
            <a:effectLst>
              <a:glow rad="63500">
                <a:srgbClr val="0070C0">
                  <a:alpha val="40000"/>
                </a:srgb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16" name="Picture 60">
              <a:extLst>
                <a:ext uri="{FF2B5EF4-FFF2-40B4-BE49-F238E27FC236}">
                  <a16:creationId xmlns:a16="http://schemas.microsoft.com/office/drawing/2014/main" id="{1E5A1BCA-C52F-B8A1-DC37-73CFFD504F2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175" t="35066" r="41447" b="33638"/>
            <a:stretch>
              <a:fillRect/>
            </a:stretch>
          </p:blipFill>
          <p:spPr bwMode="auto">
            <a:xfrm>
              <a:off x="3772941" y="3344694"/>
              <a:ext cx="936495" cy="6467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21" name="Group 1120">
            <a:extLst>
              <a:ext uri="{FF2B5EF4-FFF2-40B4-BE49-F238E27FC236}">
                <a16:creationId xmlns:a16="http://schemas.microsoft.com/office/drawing/2014/main" id="{F6F12B11-855E-0976-8B8D-4289F9F38CA8}"/>
              </a:ext>
            </a:extLst>
          </p:cNvPr>
          <p:cNvGrpSpPr/>
          <p:nvPr/>
        </p:nvGrpSpPr>
        <p:grpSpPr>
          <a:xfrm>
            <a:off x="3504308" y="1374404"/>
            <a:ext cx="936495" cy="869832"/>
            <a:chOff x="3846917" y="1416153"/>
            <a:chExt cx="936495" cy="869832"/>
          </a:xfrm>
        </p:grpSpPr>
        <p:pic>
          <p:nvPicPr>
            <p:cNvPr id="1117" name="Picture 52">
              <a:extLst>
                <a:ext uri="{FF2B5EF4-FFF2-40B4-BE49-F238E27FC236}">
                  <a16:creationId xmlns:a16="http://schemas.microsoft.com/office/drawing/2014/main" id="{AC29AEB9-4E8A-FD94-D667-8685D20CE4D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158" t="29786" r="42705" b="22220"/>
            <a:stretch>
              <a:fillRect/>
            </a:stretch>
          </p:blipFill>
          <p:spPr bwMode="auto">
            <a:xfrm>
              <a:off x="4244296" y="1723386"/>
              <a:ext cx="305315" cy="562599"/>
            </a:xfrm>
            <a:prstGeom prst="rect">
              <a:avLst/>
            </a:prstGeom>
            <a:noFill/>
            <a:effectLst>
              <a:glow rad="63500">
                <a:srgbClr val="0070C0">
                  <a:alpha val="40000"/>
                </a:srgb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18" name="Picture 60">
              <a:extLst>
                <a:ext uri="{FF2B5EF4-FFF2-40B4-BE49-F238E27FC236}">
                  <a16:creationId xmlns:a16="http://schemas.microsoft.com/office/drawing/2014/main" id="{B8BFF621-10C6-3667-9D4F-8D0DB0922F5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175" t="35066" r="41447" b="33638"/>
            <a:stretch>
              <a:fillRect/>
            </a:stretch>
          </p:blipFill>
          <p:spPr bwMode="auto">
            <a:xfrm>
              <a:off x="3846917" y="1416153"/>
              <a:ext cx="936495" cy="6467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22" name="Picture 72">
            <a:extLst>
              <a:ext uri="{FF2B5EF4-FFF2-40B4-BE49-F238E27FC236}">
                <a16:creationId xmlns:a16="http://schemas.microsoft.com/office/drawing/2014/main" id="{282B1958-4AB2-FEA6-DE47-F2EE7ACB88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59" t="38509" r="37127" b="28804"/>
          <a:stretch>
            <a:fillRect/>
          </a:stretch>
        </p:blipFill>
        <p:spPr bwMode="auto">
          <a:xfrm>
            <a:off x="3738735" y="4552639"/>
            <a:ext cx="655303" cy="289719"/>
          </a:xfrm>
          <a:prstGeom prst="rect">
            <a:avLst/>
          </a:prstGeom>
          <a:noFill/>
          <a:effectLst>
            <a:glow rad="63500">
              <a:srgbClr val="0070C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3" name="Picture 72">
            <a:extLst>
              <a:ext uri="{FF2B5EF4-FFF2-40B4-BE49-F238E27FC236}">
                <a16:creationId xmlns:a16="http://schemas.microsoft.com/office/drawing/2014/main" id="{EE6B6955-5E6F-2406-DB71-9AC3558DB7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3">
            <a:alphaModFix am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59" t="38509" r="37127" b="28804"/>
          <a:stretch>
            <a:fillRect/>
          </a:stretch>
        </p:blipFill>
        <p:spPr bwMode="auto">
          <a:xfrm>
            <a:off x="4231559" y="4204042"/>
            <a:ext cx="655303" cy="28971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4" name="Picture 72">
            <a:extLst>
              <a:ext uri="{FF2B5EF4-FFF2-40B4-BE49-F238E27FC236}">
                <a16:creationId xmlns:a16="http://schemas.microsoft.com/office/drawing/2014/main" id="{23381BDD-9B5C-67ED-E70C-1FFBD45E15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59" t="38509" r="37127" b="28804"/>
          <a:stretch>
            <a:fillRect/>
          </a:stretch>
        </p:blipFill>
        <p:spPr bwMode="auto">
          <a:xfrm>
            <a:off x="4060161" y="3740171"/>
            <a:ext cx="655303" cy="289719"/>
          </a:xfrm>
          <a:prstGeom prst="rect">
            <a:avLst/>
          </a:prstGeom>
          <a:noFill/>
          <a:effectLst>
            <a:glow rad="63500">
              <a:srgbClr val="0070C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5" name="Picture 72">
            <a:extLst>
              <a:ext uri="{FF2B5EF4-FFF2-40B4-BE49-F238E27FC236}">
                <a16:creationId xmlns:a16="http://schemas.microsoft.com/office/drawing/2014/main" id="{3F2AF9C9-3506-760E-5284-0E2E804313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59" t="38509" r="37127" b="28804"/>
          <a:stretch>
            <a:fillRect/>
          </a:stretch>
        </p:blipFill>
        <p:spPr bwMode="auto">
          <a:xfrm>
            <a:off x="4204417" y="3340279"/>
            <a:ext cx="655303" cy="289719"/>
          </a:xfrm>
          <a:prstGeom prst="rect">
            <a:avLst/>
          </a:prstGeom>
          <a:noFill/>
          <a:effectLst>
            <a:glow rad="63500">
              <a:srgbClr val="0070C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" name="Picture 72">
            <a:extLst>
              <a:ext uri="{FF2B5EF4-FFF2-40B4-BE49-F238E27FC236}">
                <a16:creationId xmlns:a16="http://schemas.microsoft.com/office/drawing/2014/main" id="{C2003740-21C6-AC02-D407-2031920072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59" t="38509" r="37127" b="28804"/>
          <a:stretch>
            <a:fillRect/>
          </a:stretch>
        </p:blipFill>
        <p:spPr bwMode="auto">
          <a:xfrm>
            <a:off x="4491840" y="2583534"/>
            <a:ext cx="655303" cy="289719"/>
          </a:xfrm>
          <a:prstGeom prst="rect">
            <a:avLst/>
          </a:prstGeom>
          <a:noFill/>
          <a:effectLst>
            <a:glow rad="63500">
              <a:srgbClr val="0070C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" name="Picture 72">
            <a:extLst>
              <a:ext uri="{FF2B5EF4-FFF2-40B4-BE49-F238E27FC236}">
                <a16:creationId xmlns:a16="http://schemas.microsoft.com/office/drawing/2014/main" id="{0DB82D4A-A226-151C-0DE1-126384F232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3">
            <a:alphaModFix am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59" t="38509" r="37127" b="28804"/>
          <a:stretch>
            <a:fillRect/>
          </a:stretch>
        </p:blipFill>
        <p:spPr bwMode="auto">
          <a:xfrm>
            <a:off x="4454897" y="3001414"/>
            <a:ext cx="655303" cy="28971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8" name="Picture 72">
            <a:extLst>
              <a:ext uri="{FF2B5EF4-FFF2-40B4-BE49-F238E27FC236}">
                <a16:creationId xmlns:a16="http://schemas.microsoft.com/office/drawing/2014/main" id="{2A1E12F2-381B-625F-14E4-6D6FF1FDFA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3">
            <a:alphaModFix am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59" t="38509" r="37127" b="28804"/>
          <a:stretch>
            <a:fillRect/>
          </a:stretch>
        </p:blipFill>
        <p:spPr bwMode="auto">
          <a:xfrm>
            <a:off x="4137739" y="2090483"/>
            <a:ext cx="655303" cy="28971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9" name="Picture 72">
            <a:extLst>
              <a:ext uri="{FF2B5EF4-FFF2-40B4-BE49-F238E27FC236}">
                <a16:creationId xmlns:a16="http://schemas.microsoft.com/office/drawing/2014/main" id="{6B6A30AE-283A-6AB7-FE71-56421A0277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59" t="38509" r="37127" b="28804"/>
          <a:stretch>
            <a:fillRect/>
          </a:stretch>
        </p:blipFill>
        <p:spPr bwMode="auto">
          <a:xfrm>
            <a:off x="4490559" y="1560061"/>
            <a:ext cx="655303" cy="289719"/>
          </a:xfrm>
          <a:prstGeom prst="rect">
            <a:avLst/>
          </a:prstGeom>
          <a:noFill/>
          <a:effectLst>
            <a:glow rad="63500">
              <a:srgbClr val="0070C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0" name="Picture 10">
            <a:extLst>
              <a:ext uri="{FF2B5EF4-FFF2-40B4-BE49-F238E27FC236}">
                <a16:creationId xmlns:a16="http://schemas.microsoft.com/office/drawing/2014/main" id="{E3A7F52A-55CE-A09F-8498-538C6D3C83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2" t="20037" r="9687" b="3227"/>
          <a:stretch>
            <a:fillRect/>
          </a:stretch>
        </p:blipFill>
        <p:spPr bwMode="auto">
          <a:xfrm>
            <a:off x="4813666" y="3518287"/>
            <a:ext cx="1783044" cy="844600"/>
          </a:xfrm>
          <a:prstGeom prst="rect">
            <a:avLst/>
          </a:prstGeom>
          <a:noFill/>
          <a:effectLst>
            <a:glow rad="63500">
              <a:srgbClr val="0070C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1" name="Picture 10">
            <a:extLst>
              <a:ext uri="{FF2B5EF4-FFF2-40B4-BE49-F238E27FC236}">
                <a16:creationId xmlns:a16="http://schemas.microsoft.com/office/drawing/2014/main" id="{17A50FDC-8D2C-23C3-84FF-D6C083F6A1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2" t="20037" r="9687" b="3227"/>
          <a:stretch>
            <a:fillRect/>
          </a:stretch>
        </p:blipFill>
        <p:spPr bwMode="auto">
          <a:xfrm>
            <a:off x="5119020" y="1678180"/>
            <a:ext cx="1783044" cy="844600"/>
          </a:xfrm>
          <a:prstGeom prst="rect">
            <a:avLst/>
          </a:prstGeom>
          <a:noFill/>
          <a:effectLst>
            <a:glow rad="63500">
              <a:srgbClr val="0070C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>
            <a:extLst>
              <a:ext uri="{FF2B5EF4-FFF2-40B4-BE49-F238E27FC236}">
                <a16:creationId xmlns:a16="http://schemas.microsoft.com/office/drawing/2014/main" id="{11DC8817-70A4-E201-151A-3B4224DEFB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18" t="28311" r="36248" b="23934"/>
          <a:stretch>
            <a:fillRect/>
          </a:stretch>
        </p:blipFill>
        <p:spPr bwMode="auto">
          <a:xfrm>
            <a:off x="6140553" y="1554558"/>
            <a:ext cx="483512" cy="366573"/>
          </a:xfrm>
          <a:prstGeom prst="rect">
            <a:avLst/>
          </a:prstGeom>
          <a:noFill/>
          <a:effectLst>
            <a:glow rad="63500">
              <a:srgbClr val="FF000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2" name="Picture 10">
            <a:extLst>
              <a:ext uri="{FF2B5EF4-FFF2-40B4-BE49-F238E27FC236}">
                <a16:creationId xmlns:a16="http://schemas.microsoft.com/office/drawing/2014/main" id="{1E44A148-5E90-E17F-E9D9-98B1DCA39B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4">
            <a:alphaModFix amt="4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2" t="20037" r="9687" b="3227"/>
          <a:stretch>
            <a:fillRect/>
          </a:stretch>
        </p:blipFill>
        <p:spPr bwMode="auto">
          <a:xfrm>
            <a:off x="5220258" y="2530619"/>
            <a:ext cx="1783044" cy="84460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30">
            <a:extLst>
              <a:ext uri="{FF2B5EF4-FFF2-40B4-BE49-F238E27FC236}">
                <a16:creationId xmlns:a16="http://schemas.microsoft.com/office/drawing/2014/main" id="{1E19A5E3-76AE-AEF1-5E37-55CC587A82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53" t="20284" r="32168" b="26335"/>
          <a:stretch>
            <a:fillRect/>
          </a:stretch>
        </p:blipFill>
        <p:spPr bwMode="auto">
          <a:xfrm>
            <a:off x="6143121" y="3173045"/>
            <a:ext cx="430494" cy="277739"/>
          </a:xfrm>
          <a:prstGeom prst="rect">
            <a:avLst/>
          </a:prstGeom>
          <a:noFill/>
          <a:effectLst>
            <a:glow rad="63500">
              <a:srgbClr val="FF000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3" name="Picture 74">
            <a:extLst>
              <a:ext uri="{FF2B5EF4-FFF2-40B4-BE49-F238E27FC236}">
                <a16:creationId xmlns:a16="http://schemas.microsoft.com/office/drawing/2014/main" id="{5A6D5B81-FE11-2697-FB3C-1FA1067FB7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89" t="45785" r="42900" b="38400"/>
          <a:stretch>
            <a:fillRect/>
          </a:stretch>
        </p:blipFill>
        <p:spPr bwMode="auto">
          <a:xfrm>
            <a:off x="6923707" y="1938104"/>
            <a:ext cx="1549717" cy="792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6" name="Picture 70">
            <a:extLst>
              <a:ext uri="{FF2B5EF4-FFF2-40B4-BE49-F238E27FC236}">
                <a16:creationId xmlns:a16="http://schemas.microsoft.com/office/drawing/2014/main" id="{4CEF34F1-F32B-2654-6FAA-54B24FF790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66" t="34825" r="45795" b="31539"/>
          <a:stretch>
            <a:fillRect/>
          </a:stretch>
        </p:blipFill>
        <p:spPr bwMode="auto">
          <a:xfrm>
            <a:off x="5937671" y="3736892"/>
            <a:ext cx="1138631" cy="1753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06" name="Group 1105">
            <a:extLst>
              <a:ext uri="{FF2B5EF4-FFF2-40B4-BE49-F238E27FC236}">
                <a16:creationId xmlns:a16="http://schemas.microsoft.com/office/drawing/2014/main" id="{BCE9DD84-6462-3F2C-3E29-2F75DBA622DC}"/>
              </a:ext>
            </a:extLst>
          </p:cNvPr>
          <p:cNvGrpSpPr/>
          <p:nvPr/>
        </p:nvGrpSpPr>
        <p:grpSpPr>
          <a:xfrm rot="21065487">
            <a:off x="6784171" y="1195000"/>
            <a:ext cx="1097281" cy="4124401"/>
            <a:chOff x="-3025534" y="1201006"/>
            <a:chExt cx="1791201" cy="4070489"/>
          </a:xfrm>
        </p:grpSpPr>
        <p:cxnSp>
          <p:nvCxnSpPr>
            <p:cNvPr id="1107" name="Straight Connector 1106">
              <a:extLst>
                <a:ext uri="{FF2B5EF4-FFF2-40B4-BE49-F238E27FC236}">
                  <a16:creationId xmlns:a16="http://schemas.microsoft.com/office/drawing/2014/main" id="{AAD8A2CB-46B1-218D-E22F-7EC7187A4817}"/>
                </a:ext>
              </a:extLst>
            </p:cNvPr>
            <p:cNvCxnSpPr>
              <a:cxnSpLocks/>
            </p:cNvCxnSpPr>
            <p:nvPr/>
          </p:nvCxnSpPr>
          <p:spPr>
            <a:xfrm rot="534513" flipH="1">
              <a:off x="-3025534" y="3245800"/>
              <a:ext cx="669239" cy="2025695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9" name="Straight Connector 1108">
              <a:extLst>
                <a:ext uri="{FF2B5EF4-FFF2-40B4-BE49-F238E27FC236}">
                  <a16:creationId xmlns:a16="http://schemas.microsoft.com/office/drawing/2014/main" id="{999E7FA5-B29C-0CE6-D005-B90D9587F5EC}"/>
                </a:ext>
              </a:extLst>
            </p:cNvPr>
            <p:cNvCxnSpPr>
              <a:cxnSpLocks/>
            </p:cNvCxnSpPr>
            <p:nvPr/>
          </p:nvCxnSpPr>
          <p:spPr>
            <a:xfrm rot="534513" flipH="1">
              <a:off x="-1756947" y="1201006"/>
              <a:ext cx="522614" cy="184972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35" name="Picture 74">
            <a:extLst>
              <a:ext uri="{FF2B5EF4-FFF2-40B4-BE49-F238E27FC236}">
                <a16:creationId xmlns:a16="http://schemas.microsoft.com/office/drawing/2014/main" id="{D1F818B8-C4D0-A294-7C18-7B5F768C92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89" t="45785" r="42900" b="38400"/>
          <a:stretch>
            <a:fillRect/>
          </a:stretch>
        </p:blipFill>
        <p:spPr bwMode="auto">
          <a:xfrm flipV="1">
            <a:off x="7540226" y="3618816"/>
            <a:ext cx="1549717" cy="736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6" name="Picture 68">
            <a:extLst>
              <a:ext uri="{FF2B5EF4-FFF2-40B4-BE49-F238E27FC236}">
                <a16:creationId xmlns:a16="http://schemas.microsoft.com/office/drawing/2014/main" id="{E670A5F0-D205-EF63-69F5-FC603C90FF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99" t="36758" r="43956" b="32965"/>
          <a:stretch>
            <a:fillRect/>
          </a:stretch>
        </p:blipFill>
        <p:spPr bwMode="auto">
          <a:xfrm rot="3695377">
            <a:off x="6216226" y="1066405"/>
            <a:ext cx="1738295" cy="183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7" name="Picture 76">
            <a:extLst>
              <a:ext uri="{FF2B5EF4-FFF2-40B4-BE49-F238E27FC236}">
                <a16:creationId xmlns:a16="http://schemas.microsoft.com/office/drawing/2014/main" id="{4D1F0CF3-1A8E-6DBC-280B-79B32CCC01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81" t="26901" r="37873" b="35263"/>
          <a:stretch>
            <a:fillRect/>
          </a:stretch>
        </p:blipFill>
        <p:spPr bwMode="auto">
          <a:xfrm>
            <a:off x="1987815" y="268345"/>
            <a:ext cx="803075" cy="478631"/>
          </a:xfrm>
          <a:prstGeom prst="rect">
            <a:avLst/>
          </a:prstGeom>
          <a:noFill/>
          <a:effectLst>
            <a:glow rad="63500">
              <a:srgbClr val="0070C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8" name="Picture 76">
            <a:extLst>
              <a:ext uri="{FF2B5EF4-FFF2-40B4-BE49-F238E27FC236}">
                <a16:creationId xmlns:a16="http://schemas.microsoft.com/office/drawing/2014/main" id="{A91A4249-9FE2-A2E2-7081-7CCF395128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81" t="26901" r="37873" b="35263"/>
          <a:stretch>
            <a:fillRect/>
          </a:stretch>
        </p:blipFill>
        <p:spPr bwMode="auto">
          <a:xfrm>
            <a:off x="2780673" y="77290"/>
            <a:ext cx="803075" cy="478631"/>
          </a:xfrm>
          <a:prstGeom prst="rect">
            <a:avLst/>
          </a:prstGeom>
          <a:noFill/>
          <a:effectLst>
            <a:glow rad="63500">
              <a:srgbClr val="0070C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9" name="Picture 78">
            <a:extLst>
              <a:ext uri="{FF2B5EF4-FFF2-40B4-BE49-F238E27FC236}">
                <a16:creationId xmlns:a16="http://schemas.microsoft.com/office/drawing/2014/main" id="{8B7F48F2-99A5-5CD6-30EF-DA6410E3EE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27" t="35061" r="43696" b="31302"/>
          <a:stretch>
            <a:fillRect/>
          </a:stretch>
        </p:blipFill>
        <p:spPr bwMode="auto">
          <a:xfrm>
            <a:off x="3766378" y="-848585"/>
            <a:ext cx="773712" cy="813661"/>
          </a:xfrm>
          <a:prstGeom prst="rect">
            <a:avLst/>
          </a:prstGeom>
          <a:noFill/>
          <a:effectLst>
            <a:glow rad="63500">
              <a:srgbClr val="0070C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1" name="Picture 82">
            <a:extLst>
              <a:ext uri="{FF2B5EF4-FFF2-40B4-BE49-F238E27FC236}">
                <a16:creationId xmlns:a16="http://schemas.microsoft.com/office/drawing/2014/main" id="{2D5484A4-8031-E900-3C80-7AFD37E2FF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11" t="32008" r="38073" b="32453"/>
          <a:stretch>
            <a:fillRect/>
          </a:stretch>
        </p:blipFill>
        <p:spPr bwMode="auto">
          <a:xfrm>
            <a:off x="4339521" y="4640699"/>
            <a:ext cx="1085560" cy="681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2" name="Picture 68">
            <a:extLst>
              <a:ext uri="{FF2B5EF4-FFF2-40B4-BE49-F238E27FC236}">
                <a16:creationId xmlns:a16="http://schemas.microsoft.com/office/drawing/2014/main" id="{A0FE3D74-17A9-5991-3A5A-8DAE4CE46E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99" t="36758" r="43956" b="32965"/>
          <a:stretch>
            <a:fillRect/>
          </a:stretch>
        </p:blipFill>
        <p:spPr bwMode="auto">
          <a:xfrm rot="3695377">
            <a:off x="5527838" y="444753"/>
            <a:ext cx="1738295" cy="183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9" name="Picture 1148">
            <a:extLst>
              <a:ext uri="{FF2B5EF4-FFF2-40B4-BE49-F238E27FC236}">
                <a16:creationId xmlns:a16="http://schemas.microsoft.com/office/drawing/2014/main" id="{70CA80D5-1843-1F05-DF02-C4A636259A96}"/>
              </a:ext>
            </a:extLst>
          </p:cNvPr>
          <p:cNvPicPr>
            <a:picLocks noChangeAspect="1"/>
          </p:cNvPicPr>
          <p:nvPr/>
        </p:nvPicPr>
        <p:blipFill>
          <a:blip r:embed="rId39">
            <a:alphaModFix amt="54000"/>
          </a:blip>
          <a:stretch>
            <a:fillRect/>
          </a:stretch>
        </p:blipFill>
        <p:spPr>
          <a:xfrm rot="498294">
            <a:off x="7156266" y="3710896"/>
            <a:ext cx="416799" cy="1254086"/>
          </a:xfrm>
          <a:prstGeom prst="rect">
            <a:avLst/>
          </a:prstGeom>
        </p:spPr>
      </p:pic>
      <p:pic>
        <p:nvPicPr>
          <p:cNvPr id="1150" name="Picture 1149">
            <a:extLst>
              <a:ext uri="{FF2B5EF4-FFF2-40B4-BE49-F238E27FC236}">
                <a16:creationId xmlns:a16="http://schemas.microsoft.com/office/drawing/2014/main" id="{3216621D-40F2-A221-9486-9A5A126C5358}"/>
              </a:ext>
            </a:extLst>
          </p:cNvPr>
          <p:cNvPicPr>
            <a:picLocks noChangeAspect="1"/>
          </p:cNvPicPr>
          <p:nvPr/>
        </p:nvPicPr>
        <p:blipFill>
          <a:blip r:embed="rId39">
            <a:alphaModFix amt="54000"/>
          </a:blip>
          <a:stretch>
            <a:fillRect/>
          </a:stretch>
        </p:blipFill>
        <p:spPr>
          <a:xfrm rot="713759">
            <a:off x="7546927" y="1286848"/>
            <a:ext cx="416799" cy="1254086"/>
          </a:xfrm>
          <a:prstGeom prst="rect">
            <a:avLst/>
          </a:prstGeom>
        </p:spPr>
      </p:pic>
      <p:pic>
        <p:nvPicPr>
          <p:cNvPr id="1151" name="Picture 84">
            <a:extLst>
              <a:ext uri="{FF2B5EF4-FFF2-40B4-BE49-F238E27FC236}">
                <a16:creationId xmlns:a16="http://schemas.microsoft.com/office/drawing/2014/main" id="{8BB96C92-53B7-5B0C-F500-F1A78EEFE6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71" t="22029" r="37067" b="39462"/>
          <a:stretch>
            <a:fillRect/>
          </a:stretch>
        </p:blipFill>
        <p:spPr bwMode="auto">
          <a:xfrm>
            <a:off x="-2024567" y="1856052"/>
            <a:ext cx="420660" cy="26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2" name="Picture 84">
            <a:extLst>
              <a:ext uri="{FF2B5EF4-FFF2-40B4-BE49-F238E27FC236}">
                <a16:creationId xmlns:a16="http://schemas.microsoft.com/office/drawing/2014/main" id="{3968025A-49D1-F53C-ED95-88B3162213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71" t="22029" r="37067" b="39462"/>
          <a:stretch>
            <a:fillRect/>
          </a:stretch>
        </p:blipFill>
        <p:spPr bwMode="auto">
          <a:xfrm>
            <a:off x="-1160760" y="3012132"/>
            <a:ext cx="420660" cy="26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3" name="Picture 84">
            <a:extLst>
              <a:ext uri="{FF2B5EF4-FFF2-40B4-BE49-F238E27FC236}">
                <a16:creationId xmlns:a16="http://schemas.microsoft.com/office/drawing/2014/main" id="{80A2CAF9-A706-F302-14CE-F900923E4F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71" t="22029" r="37067" b="39462"/>
          <a:stretch>
            <a:fillRect/>
          </a:stretch>
        </p:blipFill>
        <p:spPr bwMode="auto">
          <a:xfrm>
            <a:off x="-2171661" y="4296343"/>
            <a:ext cx="420660" cy="26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4" name="Picture 84">
            <a:extLst>
              <a:ext uri="{FF2B5EF4-FFF2-40B4-BE49-F238E27FC236}">
                <a16:creationId xmlns:a16="http://schemas.microsoft.com/office/drawing/2014/main" id="{AA306E5A-ECC7-1DA5-DA84-CFA3B5C7DA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71" t="22029" r="37067" b="39462"/>
          <a:stretch>
            <a:fillRect/>
          </a:stretch>
        </p:blipFill>
        <p:spPr bwMode="auto">
          <a:xfrm>
            <a:off x="-3303560" y="4468019"/>
            <a:ext cx="420660" cy="26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6" name="Picture 88">
            <a:extLst>
              <a:ext uri="{FF2B5EF4-FFF2-40B4-BE49-F238E27FC236}">
                <a16:creationId xmlns:a16="http://schemas.microsoft.com/office/drawing/2014/main" id="{5DB04F0F-5B5B-FD9E-27BF-F47D0D4596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88" t="18190" r="36497" b="31716"/>
          <a:stretch>
            <a:fillRect/>
          </a:stretch>
        </p:blipFill>
        <p:spPr bwMode="auto">
          <a:xfrm>
            <a:off x="-1387893" y="1387800"/>
            <a:ext cx="442497" cy="339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7" name="Picture 88">
            <a:extLst>
              <a:ext uri="{FF2B5EF4-FFF2-40B4-BE49-F238E27FC236}">
                <a16:creationId xmlns:a16="http://schemas.microsoft.com/office/drawing/2014/main" id="{1F0899FB-0269-61A7-584B-88DD71FC22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88" t="18190" r="36497" b="31716"/>
          <a:stretch>
            <a:fillRect/>
          </a:stretch>
        </p:blipFill>
        <p:spPr bwMode="auto">
          <a:xfrm>
            <a:off x="-905887" y="1209855"/>
            <a:ext cx="442497" cy="339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8" name="Picture 1157">
            <a:extLst>
              <a:ext uri="{FF2B5EF4-FFF2-40B4-BE49-F238E27FC236}">
                <a16:creationId xmlns:a16="http://schemas.microsoft.com/office/drawing/2014/main" id="{FF9B4969-BBBE-495A-1B26-1EB3B88185AB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-1573864" y="3913274"/>
            <a:ext cx="461810" cy="382565"/>
          </a:xfrm>
          <a:prstGeom prst="rect">
            <a:avLst/>
          </a:prstGeom>
        </p:spPr>
      </p:pic>
      <p:pic>
        <p:nvPicPr>
          <p:cNvPr id="1159" name="Picture 1158">
            <a:extLst>
              <a:ext uri="{FF2B5EF4-FFF2-40B4-BE49-F238E27FC236}">
                <a16:creationId xmlns:a16="http://schemas.microsoft.com/office/drawing/2014/main" id="{0307B70B-A29B-C058-C9C5-77C4A92F9D2B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-1292568" y="4166530"/>
            <a:ext cx="461810" cy="382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637646"/>
      </p:ext>
    </p:extLst>
  </p:cSld>
  <p:clrMapOvr>
    <a:masterClrMapping/>
  </p:clrMapOvr>
</p:sld>
</file>

<file path=ppt/theme/theme1.xml><?xml version="1.0" encoding="utf-8"?>
<a:theme xmlns:a="http://schemas.openxmlformats.org/drawingml/2006/main" name="5_AFC and FCC Logo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S CDID Transition Plan" id="{78966581-6932-4AAA-AB88-B1CC85F7D20F}" vid="{B00AC4A7-D4A4-4610-AB74-9A1FC5DE18D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</TotalTime>
  <Words>520</Words>
  <Application>Microsoft Office PowerPoint</Application>
  <PresentationFormat>Widescreen</PresentationFormat>
  <Paragraphs>79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 Arial</vt:lpstr>
      <vt:lpstr>Aptos</vt:lpstr>
      <vt:lpstr>Arial</vt:lpstr>
      <vt:lpstr>Calibri</vt:lpstr>
      <vt:lpstr>5_AFC and FCC Logos</vt:lpstr>
      <vt:lpstr>NTC Industry Day: Layered Protection Capability of Needs (CoN) Statement Overview</vt:lpstr>
      <vt:lpstr>Layered Protection Battlefield Application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Soule, Terrence Lloyd COL USARMY FCD FBLP (USA)</dc:creator>
  <cp:lastModifiedBy>Soule, Terrence Lloyd COL USARMY FCD FBLP (USA)</cp:lastModifiedBy>
  <cp:revision>1</cp:revision>
  <dcterms:created xsi:type="dcterms:W3CDTF">2026-02-27T16:24:12Z</dcterms:created>
  <dcterms:modified xsi:type="dcterms:W3CDTF">2026-02-27T21:30:54Z</dcterms:modified>
</cp:coreProperties>
</file>