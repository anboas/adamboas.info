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4.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4"/>
    <p:sldMasterId id="2147483658" r:id="rId5"/>
    <p:sldMasterId id="2147483735" r:id="rId6"/>
    <p:sldMasterId id="2147483795" r:id="rId7"/>
    <p:sldMasterId id="2147483806" r:id="rId8"/>
  </p:sldMasterIdLst>
  <p:notesMasterIdLst>
    <p:notesMasterId r:id="rId36"/>
  </p:notesMasterIdLst>
  <p:handoutMasterIdLst>
    <p:handoutMasterId r:id="rId37"/>
  </p:handoutMasterIdLst>
  <p:sldIdLst>
    <p:sldId id="440" r:id="rId9"/>
    <p:sldId id="629" r:id="rId10"/>
    <p:sldId id="261" r:id="rId11"/>
    <p:sldId id="287" r:id="rId12"/>
    <p:sldId id="441" r:id="rId13"/>
    <p:sldId id="265" r:id="rId14"/>
    <p:sldId id="655" r:id="rId15"/>
    <p:sldId id="656" r:id="rId16"/>
    <p:sldId id="757" r:id="rId17"/>
    <p:sldId id="756" r:id="rId18"/>
    <p:sldId id="755" r:id="rId19"/>
    <p:sldId id="754" r:id="rId20"/>
    <p:sldId id="268" r:id="rId21"/>
    <p:sldId id="442" r:id="rId22"/>
    <p:sldId id="267" r:id="rId23"/>
    <p:sldId id="273" r:id="rId24"/>
    <p:sldId id="775" r:id="rId25"/>
    <p:sldId id="777" r:id="rId26"/>
    <p:sldId id="776" r:id="rId27"/>
    <p:sldId id="778" r:id="rId28"/>
    <p:sldId id="783" r:id="rId29"/>
    <p:sldId id="293" r:id="rId30"/>
    <p:sldId id="312" r:id="rId31"/>
    <p:sldId id="762" r:id="rId32"/>
    <p:sldId id="295" r:id="rId33"/>
    <p:sldId id="771" r:id="rId34"/>
    <p:sldId id="444" r:id="rId35"/>
  </p:sldIdLst>
  <p:sldSz cx="12192000" cy="6858000"/>
  <p:notesSz cx="7023100" cy="93091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20" userDrawn="1">
          <p15:clr>
            <a:srgbClr val="A4A3A4"/>
          </p15:clr>
        </p15:guide>
        <p15:guide id="2" pos="1103" userDrawn="1">
          <p15:clr>
            <a:srgbClr val="A4A3A4"/>
          </p15:clr>
        </p15:guide>
        <p15:guide id="3" pos="5088" userDrawn="1">
          <p15:clr>
            <a:srgbClr val="A4A3A4"/>
          </p15:clr>
        </p15:guide>
        <p15:guide id="4" pos="7344" userDrawn="1">
          <p15:clr>
            <a:srgbClr val="A4A3A4"/>
          </p15:clr>
        </p15:guide>
        <p15:guide id="5" pos="3840" userDrawn="1">
          <p15:clr>
            <a:srgbClr val="A4A3A4"/>
          </p15:clr>
        </p15:guide>
        <p15:guide id="6" pos="6120" userDrawn="1">
          <p15:clr>
            <a:srgbClr val="A4A3A4"/>
          </p15:clr>
        </p15:guide>
      </p15:sldGuideLst>
    </p:ext>
    <p:ext uri="{2D200454-40CA-4A62-9FC3-DE9A4176ACB9}">
      <p15:notesGuideLst xmlns:p15="http://schemas.microsoft.com/office/powerpoint/2012/main">
        <p15:guide id="1" orient="horz" pos="2932">
          <p15:clr>
            <a:srgbClr val="A4A3A4"/>
          </p15:clr>
        </p15:guide>
        <p15:guide id="2" pos="2212">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EF1A103-7284-5D35-E0B2-EB30EA154FEB}" name="Dunn, Taylor C  CIV" initials="DTCC" userId="S-1-5-21-3525393198-629875844-1764894793-1031547" providerId="AD"/>
  <p188:author id="{56F0414A-C7A9-4080-BADA-B53384091BCE}" name="Clark, Christina CIV DTRA AL (USA)" initials="CC" userId="S::christina.clark3.civ@mail.mil::68d753d4-9714-4cb0-8628-13734b86fd80" providerId="AD"/>
  <p188:author id="{96B4864A-918D-6170-E085-75E52205049D}" name="Gibson, Mark D.  CIV" initials="GMDC" userId="S-1-5-21-3525393198-629875844-1764894793-9417" providerId="AD"/>
  <p188:author id="{3320E062-6CB0-856D-CAF1-A6846E28AD26}" name="Dunn, Taylor C CIV DTRA AL (USA)" initials="TD" userId="S::taylor.c.dunn2.civ@mail.mil::00dae7b6-104a-4d6e-9770-d14ec81450d9" providerId="AD"/>
  <p188:author id="{C90F4F6F-2CE1-167F-F9A3-E9A55BE73245}" name="Gibson, Mark D CIV DTRA CT (USA)" initials="MG" userId="S::mark.d.gibson38.civ@mail.mil::2c0850b8-b3f4-4926-a668-e88a80fe6c0e" providerId="AD"/>
  <p188:author id="{89017777-327C-841E-1E94-F6456C6ADB7A}" name="Brown, Shaneice N CIV DTRA J4 (USA)" initials="SB" userId="S::shaneice.n.brown.civ@mail.mil::efddfdbe-feff-4331-b0e9-88d734e5c96d" providerId="AD"/>
  <p188:author id="{F3ABAB78-C2CB-F691-C17B-640DEEEB7216}" name="Bhatia, Laura E CIV DTRA AL (USA)" initials="LB" userId="S::laura.e.bhatia.civ@mail.mil::2bb2bfb4-a18e-4823-93b8-cff54dc388ca" providerId="AD"/>
  <p188:author id="{53B36888-E3A9-B884-2B32-E49981729A48}" name="Urciuolo, Mark A CIV DTRA OI (USA)" initials="MU" userId="S::mark.a.urciuolo.civ@mail.mil::ada69788-7f1d-47e8-8318-786902ab192c" providerId="AD"/>
  <p188:author id="{BD1D26E1-789F-6768-C719-E53DE2CC1C27}" name="Magee, Ann V CTR (USA)" initials="MAVC(" userId="S::ann.v.magee.ctr@mail.mil::53c081ff-4cbb-4e49-a7ba-2cb146449009" providerId="AD"/>
  <p188:author id="{AC0815F8-B8AE-F8A4-0C34-34B7EF123CD7}" name="Hunt, Michael A CIV DTRA SI (USA)" initials="MH" userId="S::michael.a.hunt74.civ@mail.mil::eb58f51c-b94d-442f-a10e-f775e16f946e"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uench, Amy  CIV" initials="MAC" lastIdx="19" clrIdx="0">
    <p:extLst>
      <p:ext uri="{19B8F6BF-5375-455C-9EA6-DF929625EA0E}">
        <p15:presenceInfo xmlns:p15="http://schemas.microsoft.com/office/powerpoint/2012/main" userId="S-1-5-21-3525393198-629875844-1764894793-1350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754"/>
    <a:srgbClr val="C22345"/>
    <a:srgbClr val="003C69"/>
    <a:srgbClr val="1F497D"/>
    <a:srgbClr val="94B6D2"/>
    <a:srgbClr val="008000"/>
    <a:srgbClr val="CF564D"/>
    <a:srgbClr val="B482DA"/>
    <a:srgbClr val="D46860"/>
    <a:srgbClr val="02B3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441C09-B70F-4869-9438-E6E0851B5838}" v="15" dt="2026-04-01T19:37:44.9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917" y="67"/>
      </p:cViewPr>
      <p:guideLst>
        <p:guide orient="horz" pos="120"/>
        <p:guide pos="1103"/>
        <p:guide pos="5088"/>
        <p:guide pos="7344"/>
        <p:guide pos="3840"/>
        <p:guide pos="6120"/>
      </p:guideLst>
    </p:cSldViewPr>
  </p:slideViewPr>
  <p:notesTextViewPr>
    <p:cViewPr>
      <p:scale>
        <a:sx n="1" d="1"/>
        <a:sy n="1" d="1"/>
      </p:scale>
      <p:origin x="0" y="0"/>
    </p:cViewPr>
  </p:notesTextViewPr>
  <p:notesViewPr>
    <p:cSldViewPr snapToGrid="0">
      <p:cViewPr>
        <p:scale>
          <a:sx n="1" d="2"/>
          <a:sy n="1" d="2"/>
        </p:scale>
        <p:origin x="0" y="0"/>
      </p:cViewPr>
      <p:guideLst>
        <p:guide orient="horz" pos="2932"/>
        <p:guide pos="221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presProps" Target="presProps.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handoutMaster" Target="handoutMasters/handoutMaster1.xml"/><Relationship Id="rId40" Type="http://schemas.openxmlformats.org/officeDocument/2006/relationships/viewProps" Target="viewProps.xml"/><Relationship Id="rId45"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microsoft.com/office/2016/11/relationships/changesInfo" Target="changesInfos/changesInfo1.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commentAuthors" Target="commentAuthors.xml"/><Relationship Id="rId20" Type="http://schemas.openxmlformats.org/officeDocument/2006/relationships/slide" Target="slides/slide12.xml"/><Relationship Id="rId4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nt, Michael A CIV DTRA SI (USA)" userId="eb58f51c-b94d-442f-a10e-f775e16f946e" providerId="ADAL" clId="{F183B83F-F1F7-408F-8FC2-8610F7F6F9A8}"/>
    <pc:docChg chg="undo custSel addSld delSld modSld sldOrd">
      <pc:chgData name="Hunt, Michael A CIV DTRA SI (USA)" userId="eb58f51c-b94d-442f-a10e-f775e16f946e" providerId="ADAL" clId="{F183B83F-F1F7-408F-8FC2-8610F7F6F9A8}" dt="2026-04-01T19:38:04.486" v="2094" actId="47"/>
      <pc:docMkLst>
        <pc:docMk/>
      </pc:docMkLst>
      <pc:sldChg chg="modSp mod">
        <pc:chgData name="Hunt, Michael A CIV DTRA SI (USA)" userId="eb58f51c-b94d-442f-a10e-f775e16f946e" providerId="ADAL" clId="{F183B83F-F1F7-408F-8FC2-8610F7F6F9A8}" dt="2026-03-30T17:44:24.749" v="1438"/>
        <pc:sldMkLst>
          <pc:docMk/>
          <pc:sldMk cId="683304621" sldId="261"/>
        </pc:sldMkLst>
        <pc:spChg chg="mod">
          <ac:chgData name="Hunt, Michael A CIV DTRA SI (USA)" userId="eb58f51c-b94d-442f-a10e-f775e16f946e" providerId="ADAL" clId="{F183B83F-F1F7-408F-8FC2-8610F7F6F9A8}" dt="2026-03-30T17:44:21.934" v="1437"/>
          <ac:spMkLst>
            <pc:docMk/>
            <pc:sldMk cId="683304621" sldId="261"/>
            <ac:spMk id="4" creationId="{A3818FBD-D229-9061-958D-8D2770294347}"/>
          </ac:spMkLst>
        </pc:spChg>
        <pc:spChg chg="mod">
          <ac:chgData name="Hunt, Michael A CIV DTRA SI (USA)" userId="eb58f51c-b94d-442f-a10e-f775e16f946e" providerId="ADAL" clId="{F183B83F-F1F7-408F-8FC2-8610F7F6F9A8}" dt="2026-03-30T17:44:24.749" v="1438"/>
          <ac:spMkLst>
            <pc:docMk/>
            <pc:sldMk cId="683304621" sldId="261"/>
            <ac:spMk id="6" creationId="{7AEB8270-F13C-764A-B509-D506F0DB4D2D}"/>
          </ac:spMkLst>
        </pc:spChg>
      </pc:sldChg>
      <pc:sldChg chg="modSp">
        <pc:chgData name="Hunt, Michael A CIV DTRA SI (USA)" userId="eb58f51c-b94d-442f-a10e-f775e16f946e" providerId="ADAL" clId="{F183B83F-F1F7-408F-8FC2-8610F7F6F9A8}" dt="2026-04-01T19:37:44.971" v="2093"/>
        <pc:sldMkLst>
          <pc:docMk/>
          <pc:sldMk cId="2767213684" sldId="265"/>
        </pc:sldMkLst>
        <pc:spChg chg="mod">
          <ac:chgData name="Hunt, Michael A CIV DTRA SI (USA)" userId="eb58f51c-b94d-442f-a10e-f775e16f946e" providerId="ADAL" clId="{F183B83F-F1F7-408F-8FC2-8610F7F6F9A8}" dt="2026-04-01T19:37:41.344" v="2092"/>
          <ac:spMkLst>
            <pc:docMk/>
            <pc:sldMk cId="2767213684" sldId="265"/>
            <ac:spMk id="5" creationId="{CF80C0E4-CEAF-CFA1-E26C-AAD3EF6FB5A0}"/>
          </ac:spMkLst>
        </pc:spChg>
        <pc:spChg chg="mod">
          <ac:chgData name="Hunt, Michael A CIV DTRA SI (USA)" userId="eb58f51c-b94d-442f-a10e-f775e16f946e" providerId="ADAL" clId="{F183B83F-F1F7-408F-8FC2-8610F7F6F9A8}" dt="2026-04-01T19:37:44.971" v="2093"/>
          <ac:spMkLst>
            <pc:docMk/>
            <pc:sldMk cId="2767213684" sldId="265"/>
            <ac:spMk id="6" creationId="{82389311-587E-B017-A704-EE2E9A86EF54}"/>
          </ac:spMkLst>
        </pc:spChg>
      </pc:sldChg>
      <pc:sldChg chg="modSp mod">
        <pc:chgData name="Hunt, Michael A CIV DTRA SI (USA)" userId="eb58f51c-b94d-442f-a10e-f775e16f946e" providerId="ADAL" clId="{F183B83F-F1F7-408F-8FC2-8610F7F6F9A8}" dt="2026-04-01T19:35:39.903" v="2044" actId="20577"/>
        <pc:sldMkLst>
          <pc:docMk/>
          <pc:sldMk cId="3990412064" sldId="267"/>
        </pc:sldMkLst>
        <pc:spChg chg="mod">
          <ac:chgData name="Hunt, Michael A CIV DTRA SI (USA)" userId="eb58f51c-b94d-442f-a10e-f775e16f946e" providerId="ADAL" clId="{F183B83F-F1F7-408F-8FC2-8610F7F6F9A8}" dt="2026-03-30T19:02:33.429" v="1519" actId="20577"/>
          <ac:spMkLst>
            <pc:docMk/>
            <pc:sldMk cId="3990412064" sldId="267"/>
            <ac:spMk id="4" creationId="{6504C7E6-21EC-FC45-9EFA-F7E93DCFAF4E}"/>
          </ac:spMkLst>
        </pc:spChg>
        <pc:spChg chg="mod">
          <ac:chgData name="Hunt, Michael A CIV DTRA SI (USA)" userId="eb58f51c-b94d-442f-a10e-f775e16f946e" providerId="ADAL" clId="{F183B83F-F1F7-408F-8FC2-8610F7F6F9A8}" dt="2026-04-01T19:35:29.420" v="2030" actId="20577"/>
          <ac:spMkLst>
            <pc:docMk/>
            <pc:sldMk cId="3990412064" sldId="267"/>
            <ac:spMk id="6" creationId="{BA3E2C0A-CC91-D82D-EDC7-3F7FF4213F13}"/>
          </ac:spMkLst>
        </pc:spChg>
        <pc:spChg chg="mod">
          <ac:chgData name="Hunt, Michael A CIV DTRA SI (USA)" userId="eb58f51c-b94d-442f-a10e-f775e16f946e" providerId="ADAL" clId="{F183B83F-F1F7-408F-8FC2-8610F7F6F9A8}" dt="2026-04-01T19:35:39.903" v="2044" actId="20577"/>
          <ac:spMkLst>
            <pc:docMk/>
            <pc:sldMk cId="3990412064" sldId="267"/>
            <ac:spMk id="7" creationId="{1502C672-09DB-DAE0-D999-20212BEC7E86}"/>
          </ac:spMkLst>
        </pc:spChg>
      </pc:sldChg>
      <pc:sldChg chg="modSp mod">
        <pc:chgData name="Hunt, Michael A CIV DTRA SI (USA)" userId="eb58f51c-b94d-442f-a10e-f775e16f946e" providerId="ADAL" clId="{F183B83F-F1F7-408F-8FC2-8610F7F6F9A8}" dt="2026-03-30T18:59:19.240" v="1508" actId="14100"/>
        <pc:sldMkLst>
          <pc:docMk/>
          <pc:sldMk cId="3481848903" sldId="268"/>
        </pc:sldMkLst>
        <pc:spChg chg="mod">
          <ac:chgData name="Hunt, Michael A CIV DTRA SI (USA)" userId="eb58f51c-b94d-442f-a10e-f775e16f946e" providerId="ADAL" clId="{F183B83F-F1F7-408F-8FC2-8610F7F6F9A8}" dt="2026-03-30T18:58:51.068" v="1503" actId="403"/>
          <ac:spMkLst>
            <pc:docMk/>
            <pc:sldMk cId="3481848903" sldId="268"/>
            <ac:spMk id="10" creationId="{C3F2FF0D-2A33-C1E7-3842-BAE6BCF4B958}"/>
          </ac:spMkLst>
        </pc:spChg>
        <pc:spChg chg="mod">
          <ac:chgData name="Hunt, Michael A CIV DTRA SI (USA)" userId="eb58f51c-b94d-442f-a10e-f775e16f946e" providerId="ADAL" clId="{F183B83F-F1F7-408F-8FC2-8610F7F6F9A8}" dt="2026-03-30T18:58:58.047" v="1504" actId="403"/>
          <ac:spMkLst>
            <pc:docMk/>
            <pc:sldMk cId="3481848903" sldId="268"/>
            <ac:spMk id="14" creationId="{AACD9631-721E-6C80-EC2F-65DE9ECBB686}"/>
          </ac:spMkLst>
        </pc:spChg>
        <pc:spChg chg="mod">
          <ac:chgData name="Hunt, Michael A CIV DTRA SI (USA)" userId="eb58f51c-b94d-442f-a10e-f775e16f946e" providerId="ADAL" clId="{F183B83F-F1F7-408F-8FC2-8610F7F6F9A8}" dt="2026-03-30T18:59:11.510" v="1507" actId="403"/>
          <ac:spMkLst>
            <pc:docMk/>
            <pc:sldMk cId="3481848903" sldId="268"/>
            <ac:spMk id="18" creationId="{776BEFEB-C9F9-65DD-99A2-FF98E2527436}"/>
          </ac:spMkLst>
        </pc:spChg>
        <pc:spChg chg="mod">
          <ac:chgData name="Hunt, Michael A CIV DTRA SI (USA)" userId="eb58f51c-b94d-442f-a10e-f775e16f946e" providerId="ADAL" clId="{F183B83F-F1F7-408F-8FC2-8610F7F6F9A8}" dt="2026-03-30T17:42:18.286" v="1385"/>
          <ac:spMkLst>
            <pc:docMk/>
            <pc:sldMk cId="3481848903" sldId="268"/>
            <ac:spMk id="19" creationId="{5FAC4A01-212E-A14F-61CB-D076EDE5A7AC}"/>
          </ac:spMkLst>
        </pc:spChg>
        <pc:spChg chg="mod">
          <ac:chgData name="Hunt, Michael A CIV DTRA SI (USA)" userId="eb58f51c-b94d-442f-a10e-f775e16f946e" providerId="ADAL" clId="{F183B83F-F1F7-408F-8FC2-8610F7F6F9A8}" dt="2026-03-30T17:42:22.373" v="1386"/>
          <ac:spMkLst>
            <pc:docMk/>
            <pc:sldMk cId="3481848903" sldId="268"/>
            <ac:spMk id="20" creationId="{2D3492CB-3161-0B7A-F7A8-450335B44F40}"/>
          </ac:spMkLst>
        </pc:spChg>
        <pc:grpChg chg="mod">
          <ac:chgData name="Hunt, Michael A CIV DTRA SI (USA)" userId="eb58f51c-b94d-442f-a10e-f775e16f946e" providerId="ADAL" clId="{F183B83F-F1F7-408F-8FC2-8610F7F6F9A8}" dt="2026-03-30T18:59:19.240" v="1508" actId="14100"/>
          <ac:grpSpMkLst>
            <pc:docMk/>
            <pc:sldMk cId="3481848903" sldId="268"/>
            <ac:grpSpMk id="6" creationId="{EA65B819-1C77-CAC9-8E65-4BE9F5927F6B}"/>
          </ac:grpSpMkLst>
        </pc:grpChg>
      </pc:sldChg>
      <pc:sldChg chg="modSp del mod ord">
        <pc:chgData name="Hunt, Michael A CIV DTRA SI (USA)" userId="eb58f51c-b94d-442f-a10e-f775e16f946e" providerId="ADAL" clId="{F183B83F-F1F7-408F-8FC2-8610F7F6F9A8}" dt="2026-04-01T19:20:24.150" v="1682" actId="47"/>
        <pc:sldMkLst>
          <pc:docMk/>
          <pc:sldMk cId="2720328628" sldId="269"/>
        </pc:sldMkLst>
      </pc:sldChg>
      <pc:sldChg chg="modSp mod">
        <pc:chgData name="Hunt, Michael A CIV DTRA SI (USA)" userId="eb58f51c-b94d-442f-a10e-f775e16f946e" providerId="ADAL" clId="{F183B83F-F1F7-408F-8FC2-8610F7F6F9A8}" dt="2026-03-30T17:42:07.188" v="1384"/>
        <pc:sldMkLst>
          <pc:docMk/>
          <pc:sldMk cId="2334452893" sldId="273"/>
        </pc:sldMkLst>
        <pc:spChg chg="mod">
          <ac:chgData name="Hunt, Michael A CIV DTRA SI (USA)" userId="eb58f51c-b94d-442f-a10e-f775e16f946e" providerId="ADAL" clId="{F183B83F-F1F7-408F-8FC2-8610F7F6F9A8}" dt="2026-03-30T17:42:04.135" v="1383"/>
          <ac:spMkLst>
            <pc:docMk/>
            <pc:sldMk cId="2334452893" sldId="273"/>
            <ac:spMk id="6" creationId="{805DD375-3302-94FC-59E1-941812BD397F}"/>
          </ac:spMkLst>
        </pc:spChg>
        <pc:spChg chg="mod">
          <ac:chgData name="Hunt, Michael A CIV DTRA SI (USA)" userId="eb58f51c-b94d-442f-a10e-f775e16f946e" providerId="ADAL" clId="{F183B83F-F1F7-408F-8FC2-8610F7F6F9A8}" dt="2026-03-30T17:42:07.188" v="1384"/>
          <ac:spMkLst>
            <pc:docMk/>
            <pc:sldMk cId="2334452893" sldId="273"/>
            <ac:spMk id="7" creationId="{756DEBF2-B5E5-FB02-03C9-3048E5BE096F}"/>
          </ac:spMkLst>
        </pc:spChg>
      </pc:sldChg>
      <pc:sldChg chg="modSp mod">
        <pc:chgData name="Hunt, Michael A CIV DTRA SI (USA)" userId="eb58f51c-b94d-442f-a10e-f775e16f946e" providerId="ADAL" clId="{F183B83F-F1F7-408F-8FC2-8610F7F6F9A8}" dt="2026-04-01T19:28:19.376" v="1942" actId="20577"/>
        <pc:sldMkLst>
          <pc:docMk/>
          <pc:sldMk cId="0" sldId="293"/>
        </pc:sldMkLst>
        <pc:spChg chg="mod">
          <ac:chgData name="Hunt, Michael A CIV DTRA SI (USA)" userId="eb58f51c-b94d-442f-a10e-f775e16f946e" providerId="ADAL" clId="{F183B83F-F1F7-408F-8FC2-8610F7F6F9A8}" dt="2026-04-01T19:28:12.124" v="1930" actId="20577"/>
          <ac:spMkLst>
            <pc:docMk/>
            <pc:sldMk cId="0" sldId="293"/>
            <ac:spMk id="2" creationId="{755B48C4-7131-9DDD-F925-F5180C9F659F}"/>
          </ac:spMkLst>
        </pc:spChg>
        <pc:spChg chg="mod">
          <ac:chgData name="Hunt, Michael A CIV DTRA SI (USA)" userId="eb58f51c-b94d-442f-a10e-f775e16f946e" providerId="ADAL" clId="{F183B83F-F1F7-408F-8FC2-8610F7F6F9A8}" dt="2026-04-01T19:28:19.376" v="1942" actId="20577"/>
          <ac:spMkLst>
            <pc:docMk/>
            <pc:sldMk cId="0" sldId="293"/>
            <ac:spMk id="4" creationId="{D661F547-A9CA-2DAB-41C9-7841EDC00B8B}"/>
          </ac:spMkLst>
        </pc:spChg>
        <pc:spChg chg="mod">
          <ac:chgData name="Hunt, Michael A CIV DTRA SI (USA)" userId="eb58f51c-b94d-442f-a10e-f775e16f946e" providerId="ADAL" clId="{F183B83F-F1F7-408F-8FC2-8610F7F6F9A8}" dt="2026-03-30T19:03:31.073" v="1523" actId="6549"/>
          <ac:spMkLst>
            <pc:docMk/>
            <pc:sldMk cId="0" sldId="293"/>
            <ac:spMk id="20483" creationId="{00000000-0000-0000-0000-000000000000}"/>
          </ac:spMkLst>
        </pc:spChg>
      </pc:sldChg>
      <pc:sldChg chg="modSp mod">
        <pc:chgData name="Hunt, Michael A CIV DTRA SI (USA)" userId="eb58f51c-b94d-442f-a10e-f775e16f946e" providerId="ADAL" clId="{F183B83F-F1F7-408F-8FC2-8610F7F6F9A8}" dt="2026-04-01T19:32:53.824" v="1992" actId="20577"/>
        <pc:sldMkLst>
          <pc:docMk/>
          <pc:sldMk cId="0" sldId="312"/>
        </pc:sldMkLst>
        <pc:spChg chg="mod">
          <ac:chgData name="Hunt, Michael A CIV DTRA SI (USA)" userId="eb58f51c-b94d-442f-a10e-f775e16f946e" providerId="ADAL" clId="{F183B83F-F1F7-408F-8FC2-8610F7F6F9A8}" dt="2026-04-01T19:32:38.922" v="1978" actId="20577"/>
          <ac:spMkLst>
            <pc:docMk/>
            <pc:sldMk cId="0" sldId="312"/>
            <ac:spMk id="2" creationId="{4E690156-00C7-BBCE-71C8-CB1AFB2986E5}"/>
          </ac:spMkLst>
        </pc:spChg>
        <pc:spChg chg="mod">
          <ac:chgData name="Hunt, Michael A CIV DTRA SI (USA)" userId="eb58f51c-b94d-442f-a10e-f775e16f946e" providerId="ADAL" clId="{F183B83F-F1F7-408F-8FC2-8610F7F6F9A8}" dt="2026-04-01T19:32:53.824" v="1992" actId="20577"/>
          <ac:spMkLst>
            <pc:docMk/>
            <pc:sldMk cId="0" sldId="312"/>
            <ac:spMk id="4" creationId="{C06F9AA6-E14B-835C-F51D-04A87AA280D5}"/>
          </ac:spMkLst>
        </pc:spChg>
      </pc:sldChg>
      <pc:sldChg chg="modSp mod">
        <pc:chgData name="Hunt, Michael A CIV DTRA SI (USA)" userId="eb58f51c-b94d-442f-a10e-f775e16f946e" providerId="ADAL" clId="{F183B83F-F1F7-408F-8FC2-8610F7F6F9A8}" dt="2026-03-30T17:44:13.651" v="1436"/>
        <pc:sldMkLst>
          <pc:docMk/>
          <pc:sldMk cId="288230198" sldId="441"/>
        </pc:sldMkLst>
        <pc:spChg chg="mod">
          <ac:chgData name="Hunt, Michael A CIV DTRA SI (USA)" userId="eb58f51c-b94d-442f-a10e-f775e16f946e" providerId="ADAL" clId="{F183B83F-F1F7-408F-8FC2-8610F7F6F9A8}" dt="2026-03-30T17:44:10.746" v="1435"/>
          <ac:spMkLst>
            <pc:docMk/>
            <pc:sldMk cId="288230198" sldId="441"/>
            <ac:spMk id="5" creationId="{055D58E6-CD25-C160-4FB3-B9DF37E91ECA}"/>
          </ac:spMkLst>
        </pc:spChg>
        <pc:spChg chg="mod">
          <ac:chgData name="Hunt, Michael A CIV DTRA SI (USA)" userId="eb58f51c-b94d-442f-a10e-f775e16f946e" providerId="ADAL" clId="{F183B83F-F1F7-408F-8FC2-8610F7F6F9A8}" dt="2026-03-30T17:44:13.651" v="1436"/>
          <ac:spMkLst>
            <pc:docMk/>
            <pc:sldMk cId="288230198" sldId="441"/>
            <ac:spMk id="6" creationId="{75F6158C-F694-6531-76B8-FF2B47EE2DB4}"/>
          </ac:spMkLst>
        </pc:spChg>
      </pc:sldChg>
      <pc:sldChg chg="modSp mod">
        <pc:chgData name="Hunt, Michael A CIV DTRA SI (USA)" userId="eb58f51c-b94d-442f-a10e-f775e16f946e" providerId="ADAL" clId="{F183B83F-F1F7-408F-8FC2-8610F7F6F9A8}" dt="2026-04-01T19:36:05.574" v="2068" actId="20577"/>
        <pc:sldMkLst>
          <pc:docMk/>
          <pc:sldMk cId="2108884868" sldId="442"/>
        </pc:sldMkLst>
        <pc:spChg chg="mod">
          <ac:chgData name="Hunt, Michael A CIV DTRA SI (USA)" userId="eb58f51c-b94d-442f-a10e-f775e16f946e" providerId="ADAL" clId="{F183B83F-F1F7-408F-8FC2-8610F7F6F9A8}" dt="2026-04-01T19:35:59.792" v="2056" actId="20577"/>
          <ac:spMkLst>
            <pc:docMk/>
            <pc:sldMk cId="2108884868" sldId="442"/>
            <ac:spMk id="5" creationId="{AAFD7B7D-EE76-2D56-8EBF-74AFC3FF54C4}"/>
          </ac:spMkLst>
        </pc:spChg>
        <pc:spChg chg="mod">
          <ac:chgData name="Hunt, Michael A CIV DTRA SI (USA)" userId="eb58f51c-b94d-442f-a10e-f775e16f946e" providerId="ADAL" clId="{F183B83F-F1F7-408F-8FC2-8610F7F6F9A8}" dt="2026-04-01T19:36:05.574" v="2068" actId="20577"/>
          <ac:spMkLst>
            <pc:docMk/>
            <pc:sldMk cId="2108884868" sldId="442"/>
            <ac:spMk id="6" creationId="{488128D5-C070-4B4A-EBC8-0FA1FAC991DF}"/>
          </ac:spMkLst>
        </pc:spChg>
        <pc:graphicFrameChg chg="modGraphic">
          <ac:chgData name="Hunt, Michael A CIV DTRA SI (USA)" userId="eb58f51c-b94d-442f-a10e-f775e16f946e" providerId="ADAL" clId="{F183B83F-F1F7-408F-8FC2-8610F7F6F9A8}" dt="2026-03-30T16:53:38.753" v="0" actId="14734"/>
          <ac:graphicFrameMkLst>
            <pc:docMk/>
            <pc:sldMk cId="2108884868" sldId="442"/>
            <ac:graphicFrameMk id="8" creationId="{9870A03D-41D4-BA55-892B-4A8AA5C2842B}"/>
          </ac:graphicFrameMkLst>
        </pc:graphicFrameChg>
      </pc:sldChg>
      <pc:sldChg chg="modSp mod modCm">
        <pc:chgData name="Hunt, Michael A CIV DTRA SI (USA)" userId="eb58f51c-b94d-442f-a10e-f775e16f946e" providerId="ADAL" clId="{F183B83F-F1F7-408F-8FC2-8610F7F6F9A8}" dt="2026-03-30T19:09:12.403" v="1660" actId="20577"/>
        <pc:sldMkLst>
          <pc:docMk/>
          <pc:sldMk cId="359707718" sldId="444"/>
        </pc:sldMkLst>
        <pc:spChg chg="mod">
          <ac:chgData name="Hunt, Michael A CIV DTRA SI (USA)" userId="eb58f51c-b94d-442f-a10e-f775e16f946e" providerId="ADAL" clId="{F183B83F-F1F7-408F-8FC2-8610F7F6F9A8}" dt="2026-03-30T17:40:18.499" v="1331" actId="20577"/>
          <ac:spMkLst>
            <pc:docMk/>
            <pc:sldMk cId="359707718" sldId="444"/>
            <ac:spMk id="5" creationId="{CCB91353-6921-AB14-FB3D-B15AD2200446}"/>
          </ac:spMkLst>
        </pc:spChg>
        <pc:spChg chg="mod">
          <ac:chgData name="Hunt, Michael A CIV DTRA SI (USA)" userId="eb58f51c-b94d-442f-a10e-f775e16f946e" providerId="ADAL" clId="{F183B83F-F1F7-408F-8FC2-8610F7F6F9A8}" dt="2026-03-30T17:40:24.322" v="1332"/>
          <ac:spMkLst>
            <pc:docMk/>
            <pc:sldMk cId="359707718" sldId="444"/>
            <ac:spMk id="6" creationId="{1180D561-F341-3329-399F-EAE906968B1C}"/>
          </ac:spMkLst>
        </pc:spChg>
        <pc:spChg chg="mod">
          <ac:chgData name="Hunt, Michael A CIV DTRA SI (USA)" userId="eb58f51c-b94d-442f-a10e-f775e16f946e" providerId="ADAL" clId="{F183B83F-F1F7-408F-8FC2-8610F7F6F9A8}" dt="2026-03-30T19:09:12.403" v="1660" actId="20577"/>
          <ac:spMkLst>
            <pc:docMk/>
            <pc:sldMk cId="359707718" sldId="444"/>
            <ac:spMk id="7" creationId="{0205D533-019F-F57D-78C5-00A05A223E9C}"/>
          </ac:spMkLst>
        </pc:spChg>
        <pc:extLst>
          <p:ext xmlns:p="http://schemas.openxmlformats.org/presentationml/2006/main" uri="{D6D511B9-2390-475A-947B-AFAB55BFBCF1}">
            <pc226:cmChg xmlns:pc226="http://schemas.microsoft.com/office/powerpoint/2022/06/main/command" chg="mod">
              <pc226:chgData name="Hunt, Michael A CIV DTRA SI (USA)" userId="eb58f51c-b94d-442f-a10e-f775e16f946e" providerId="ADAL" clId="{F183B83F-F1F7-408F-8FC2-8610F7F6F9A8}" dt="2026-03-30T19:05:16.516" v="1541" actId="6549"/>
              <pc2:cmMkLst xmlns:pc2="http://schemas.microsoft.com/office/powerpoint/2019/9/main/command">
                <pc:docMk/>
                <pc:sldMk cId="359707718" sldId="444"/>
                <pc2:cmMk id="{5C4D0153-B8ED-4E88-B432-B37D0DDC65EE}"/>
              </pc2:cmMkLst>
            </pc226:cmChg>
            <pc226:cmChg xmlns:pc226="http://schemas.microsoft.com/office/powerpoint/2022/06/main/command" chg="mod">
              <pc226:chgData name="Hunt, Michael A CIV DTRA SI (USA)" userId="eb58f51c-b94d-442f-a10e-f775e16f946e" providerId="ADAL" clId="{F183B83F-F1F7-408F-8FC2-8610F7F6F9A8}" dt="2026-03-30T19:09:12.403" v="1660" actId="20577"/>
              <pc2:cmMkLst xmlns:pc2="http://schemas.microsoft.com/office/powerpoint/2019/9/main/command">
                <pc:docMk/>
                <pc:sldMk cId="359707718" sldId="444"/>
                <pc2:cmMk id="{EBA6657E-92D2-4EFB-BDE8-2AE5FF288C20}"/>
              </pc2:cmMkLst>
            </pc226:cmChg>
          </p:ext>
        </pc:extLst>
      </pc:sldChg>
      <pc:sldChg chg="addSp delSp modSp mod">
        <pc:chgData name="Hunt, Michael A CIV DTRA SI (USA)" userId="eb58f51c-b94d-442f-a10e-f775e16f946e" providerId="ADAL" clId="{F183B83F-F1F7-408F-8FC2-8610F7F6F9A8}" dt="2026-04-01T19:37:37.192" v="2091"/>
        <pc:sldMkLst>
          <pc:docMk/>
          <pc:sldMk cId="1406988740" sldId="655"/>
        </pc:sldMkLst>
        <pc:spChg chg="mod">
          <ac:chgData name="Hunt, Michael A CIV DTRA SI (USA)" userId="eb58f51c-b94d-442f-a10e-f775e16f946e" providerId="ADAL" clId="{F183B83F-F1F7-408F-8FC2-8610F7F6F9A8}" dt="2026-03-30T19:11:29.089" v="1663" actId="114"/>
          <ac:spMkLst>
            <pc:docMk/>
            <pc:sldMk cId="1406988740" sldId="655"/>
            <ac:spMk id="4" creationId="{00000000-0000-0000-0000-000000000000}"/>
          </ac:spMkLst>
        </pc:spChg>
        <pc:spChg chg="add del mod">
          <ac:chgData name="Hunt, Michael A CIV DTRA SI (USA)" userId="eb58f51c-b94d-442f-a10e-f775e16f946e" providerId="ADAL" clId="{F183B83F-F1F7-408F-8FC2-8610F7F6F9A8}" dt="2026-04-01T19:37:32.897" v="2090"/>
          <ac:spMkLst>
            <pc:docMk/>
            <pc:sldMk cId="1406988740" sldId="655"/>
            <ac:spMk id="10" creationId="{A0357715-7C07-FBDB-0E34-9B7AC5656C93}"/>
          </ac:spMkLst>
        </pc:spChg>
        <pc:spChg chg="mod">
          <ac:chgData name="Hunt, Michael A CIV DTRA SI (USA)" userId="eb58f51c-b94d-442f-a10e-f775e16f946e" providerId="ADAL" clId="{F183B83F-F1F7-408F-8FC2-8610F7F6F9A8}" dt="2026-04-01T19:37:37.192" v="2091"/>
          <ac:spMkLst>
            <pc:docMk/>
            <pc:sldMk cId="1406988740" sldId="655"/>
            <ac:spMk id="12" creationId="{7B7A8048-23C5-4410-5AA6-AF99F942203F}"/>
          </ac:spMkLst>
        </pc:spChg>
      </pc:sldChg>
      <pc:sldChg chg="modSp mod">
        <pc:chgData name="Hunt, Michael A CIV DTRA SI (USA)" userId="eb58f51c-b94d-442f-a10e-f775e16f946e" providerId="ADAL" clId="{F183B83F-F1F7-408F-8FC2-8610F7F6F9A8}" dt="2026-04-01T19:37:16.806" v="2089"/>
        <pc:sldMkLst>
          <pc:docMk/>
          <pc:sldMk cId="284439791" sldId="656"/>
        </pc:sldMkLst>
        <pc:spChg chg="mod">
          <ac:chgData name="Hunt, Michael A CIV DTRA SI (USA)" userId="eb58f51c-b94d-442f-a10e-f775e16f946e" providerId="ADAL" clId="{F183B83F-F1F7-408F-8FC2-8610F7F6F9A8}" dt="2026-04-01T19:37:14.826" v="2088"/>
          <ac:spMkLst>
            <pc:docMk/>
            <pc:sldMk cId="284439791" sldId="656"/>
            <ac:spMk id="2" creationId="{1E19B566-415B-B89C-A3C9-0F5C5B88B0DB}"/>
          </ac:spMkLst>
        </pc:spChg>
        <pc:spChg chg="mod">
          <ac:chgData name="Hunt, Michael A CIV DTRA SI (USA)" userId="eb58f51c-b94d-442f-a10e-f775e16f946e" providerId="ADAL" clId="{F183B83F-F1F7-408F-8FC2-8610F7F6F9A8}" dt="2026-04-01T19:37:16.806" v="2089"/>
          <ac:spMkLst>
            <pc:docMk/>
            <pc:sldMk cId="284439791" sldId="656"/>
            <ac:spMk id="18" creationId="{365C2F36-2CB8-E5CE-4C06-ECB1F0F7C535}"/>
          </ac:spMkLst>
        </pc:spChg>
      </pc:sldChg>
      <pc:sldChg chg="modSp del mod">
        <pc:chgData name="Hunt, Michael A CIV DTRA SI (USA)" userId="eb58f51c-b94d-442f-a10e-f775e16f946e" providerId="ADAL" clId="{F183B83F-F1F7-408F-8FC2-8610F7F6F9A8}" dt="2026-04-01T19:38:04.486" v="2094" actId="47"/>
        <pc:sldMkLst>
          <pc:docMk/>
          <pc:sldMk cId="1945591130" sldId="675"/>
        </pc:sldMkLst>
        <pc:spChg chg="mod">
          <ac:chgData name="Hunt, Michael A CIV DTRA SI (USA)" userId="eb58f51c-b94d-442f-a10e-f775e16f946e" providerId="ADAL" clId="{F183B83F-F1F7-408F-8FC2-8610F7F6F9A8}" dt="2026-03-30T17:43:40.239" v="1422" actId="20577"/>
          <ac:spMkLst>
            <pc:docMk/>
            <pc:sldMk cId="1945591130" sldId="675"/>
            <ac:spMk id="3" creationId="{A5AEEB58-6588-F547-D24F-036AF7648A71}"/>
          </ac:spMkLst>
        </pc:spChg>
        <pc:spChg chg="mod">
          <ac:chgData name="Hunt, Michael A CIV DTRA SI (USA)" userId="eb58f51c-b94d-442f-a10e-f775e16f946e" providerId="ADAL" clId="{F183B83F-F1F7-408F-8FC2-8610F7F6F9A8}" dt="2026-03-30T17:43:43.561" v="1425" actId="20577"/>
          <ac:spMkLst>
            <pc:docMk/>
            <pc:sldMk cId="1945591130" sldId="675"/>
            <ac:spMk id="5" creationId="{FB2798CD-9404-60D5-CDA1-4DD43DA4AA3D}"/>
          </ac:spMkLst>
        </pc:spChg>
      </pc:sldChg>
      <pc:sldChg chg="modSp mod">
        <pc:chgData name="Hunt, Michael A CIV DTRA SI (USA)" userId="eb58f51c-b94d-442f-a10e-f775e16f946e" providerId="ADAL" clId="{F183B83F-F1F7-408F-8FC2-8610F7F6F9A8}" dt="2026-04-01T19:36:29.627" v="2081"/>
        <pc:sldMkLst>
          <pc:docMk/>
          <pc:sldMk cId="924844627" sldId="754"/>
        </pc:sldMkLst>
        <pc:spChg chg="mod">
          <ac:chgData name="Hunt, Michael A CIV DTRA SI (USA)" userId="eb58f51c-b94d-442f-a10e-f775e16f946e" providerId="ADAL" clId="{F183B83F-F1F7-408F-8FC2-8610F7F6F9A8}" dt="2026-04-01T19:36:21.141" v="2080" actId="20577"/>
          <ac:spMkLst>
            <pc:docMk/>
            <pc:sldMk cId="924844627" sldId="754"/>
            <ac:spMk id="2" creationId="{2798F75D-FF32-44C8-72BB-ADB4BBBFF1A2}"/>
          </ac:spMkLst>
        </pc:spChg>
        <pc:spChg chg="mod">
          <ac:chgData name="Hunt, Michael A CIV DTRA SI (USA)" userId="eb58f51c-b94d-442f-a10e-f775e16f946e" providerId="ADAL" clId="{F183B83F-F1F7-408F-8FC2-8610F7F6F9A8}" dt="2026-04-01T19:36:29.627" v="2081"/>
          <ac:spMkLst>
            <pc:docMk/>
            <pc:sldMk cId="924844627" sldId="754"/>
            <ac:spMk id="8" creationId="{3644C8B0-B544-8A73-28B8-B1F96F6CD2D2}"/>
          </ac:spMkLst>
        </pc:spChg>
        <pc:spChg chg="mod">
          <ac:chgData name="Hunt, Michael A CIV DTRA SI (USA)" userId="eb58f51c-b94d-442f-a10e-f775e16f946e" providerId="ADAL" clId="{F183B83F-F1F7-408F-8FC2-8610F7F6F9A8}" dt="2026-03-30T18:58:28.199" v="1502" actId="403"/>
          <ac:spMkLst>
            <pc:docMk/>
            <pc:sldMk cId="924844627" sldId="754"/>
            <ac:spMk id="19" creationId="{00000000-0000-0000-0000-000000000000}"/>
          </ac:spMkLst>
        </pc:spChg>
      </pc:sldChg>
      <pc:sldChg chg="modSp mod">
        <pc:chgData name="Hunt, Michael A CIV DTRA SI (USA)" userId="eb58f51c-b94d-442f-a10e-f775e16f946e" providerId="ADAL" clId="{F183B83F-F1F7-408F-8FC2-8610F7F6F9A8}" dt="2026-04-01T19:36:38.660" v="2083"/>
        <pc:sldMkLst>
          <pc:docMk/>
          <pc:sldMk cId="1954930993" sldId="755"/>
        </pc:sldMkLst>
        <pc:spChg chg="mod">
          <ac:chgData name="Hunt, Michael A CIV DTRA SI (USA)" userId="eb58f51c-b94d-442f-a10e-f775e16f946e" providerId="ADAL" clId="{F183B83F-F1F7-408F-8FC2-8610F7F6F9A8}" dt="2026-04-01T19:36:33.890" v="2082"/>
          <ac:spMkLst>
            <pc:docMk/>
            <pc:sldMk cId="1954930993" sldId="755"/>
            <ac:spMk id="2" creationId="{BDE46632-5F58-3121-3949-5620280AFD65}"/>
          </ac:spMkLst>
        </pc:spChg>
        <pc:spChg chg="mod">
          <ac:chgData name="Hunt, Michael A CIV DTRA SI (USA)" userId="eb58f51c-b94d-442f-a10e-f775e16f946e" providerId="ADAL" clId="{F183B83F-F1F7-408F-8FC2-8610F7F6F9A8}" dt="2026-04-01T19:36:38.660" v="2083"/>
          <ac:spMkLst>
            <pc:docMk/>
            <pc:sldMk cId="1954930993" sldId="755"/>
            <ac:spMk id="4" creationId="{0EA42FCD-5980-9B29-311F-523F9B3F95C0}"/>
          </ac:spMkLst>
        </pc:spChg>
      </pc:sldChg>
      <pc:sldChg chg="modSp mod">
        <pc:chgData name="Hunt, Michael A CIV DTRA SI (USA)" userId="eb58f51c-b94d-442f-a10e-f775e16f946e" providerId="ADAL" clId="{F183B83F-F1F7-408F-8FC2-8610F7F6F9A8}" dt="2026-04-01T19:36:57.882" v="2085"/>
        <pc:sldMkLst>
          <pc:docMk/>
          <pc:sldMk cId="525388109" sldId="756"/>
        </pc:sldMkLst>
        <pc:spChg chg="mod">
          <ac:chgData name="Hunt, Michael A CIV DTRA SI (USA)" userId="eb58f51c-b94d-442f-a10e-f775e16f946e" providerId="ADAL" clId="{F183B83F-F1F7-408F-8FC2-8610F7F6F9A8}" dt="2026-04-01T19:36:54.573" v="2084"/>
          <ac:spMkLst>
            <pc:docMk/>
            <pc:sldMk cId="525388109" sldId="756"/>
            <ac:spMk id="2" creationId="{C0AFCF52-D167-13E2-50C3-27A0153E3896}"/>
          </ac:spMkLst>
        </pc:spChg>
        <pc:spChg chg="mod">
          <ac:chgData name="Hunt, Michael A CIV DTRA SI (USA)" userId="eb58f51c-b94d-442f-a10e-f775e16f946e" providerId="ADAL" clId="{F183B83F-F1F7-408F-8FC2-8610F7F6F9A8}" dt="2026-04-01T19:36:57.882" v="2085"/>
          <ac:spMkLst>
            <pc:docMk/>
            <pc:sldMk cId="525388109" sldId="756"/>
            <ac:spMk id="4" creationId="{30602A12-E814-C9C3-DFD6-5B5082392F4B}"/>
          </ac:spMkLst>
        </pc:spChg>
        <pc:spChg chg="mod">
          <ac:chgData name="Hunt, Michael A CIV DTRA SI (USA)" userId="eb58f51c-b94d-442f-a10e-f775e16f946e" providerId="ADAL" clId="{F183B83F-F1F7-408F-8FC2-8610F7F6F9A8}" dt="2026-03-30T19:11:12.157" v="1661" actId="6549"/>
          <ac:spMkLst>
            <pc:docMk/>
            <pc:sldMk cId="525388109" sldId="756"/>
            <ac:spMk id="14" creationId="{00000000-0000-0000-0000-000000000000}"/>
          </ac:spMkLst>
        </pc:spChg>
      </pc:sldChg>
      <pc:sldChg chg="modSp mod">
        <pc:chgData name="Hunt, Michael A CIV DTRA SI (USA)" userId="eb58f51c-b94d-442f-a10e-f775e16f946e" providerId="ADAL" clId="{F183B83F-F1F7-408F-8FC2-8610F7F6F9A8}" dt="2026-04-01T19:37:07.015" v="2087"/>
        <pc:sldMkLst>
          <pc:docMk/>
          <pc:sldMk cId="442196990" sldId="757"/>
        </pc:sldMkLst>
        <pc:spChg chg="mod">
          <ac:chgData name="Hunt, Michael A CIV DTRA SI (USA)" userId="eb58f51c-b94d-442f-a10e-f775e16f946e" providerId="ADAL" clId="{F183B83F-F1F7-408F-8FC2-8610F7F6F9A8}" dt="2026-04-01T19:37:03.597" v="2086"/>
          <ac:spMkLst>
            <pc:docMk/>
            <pc:sldMk cId="442196990" sldId="757"/>
            <ac:spMk id="2" creationId="{7DCF5BCF-3C36-2C71-E16E-0166D75265A3}"/>
          </ac:spMkLst>
        </pc:spChg>
        <pc:spChg chg="mod">
          <ac:chgData name="Hunt, Michael A CIV DTRA SI (USA)" userId="eb58f51c-b94d-442f-a10e-f775e16f946e" providerId="ADAL" clId="{F183B83F-F1F7-408F-8FC2-8610F7F6F9A8}" dt="2026-04-01T19:37:07.015" v="2087"/>
          <ac:spMkLst>
            <pc:docMk/>
            <pc:sldMk cId="442196990" sldId="757"/>
            <ac:spMk id="4" creationId="{1EEF2A1A-1C02-B725-DCBE-E05298489554}"/>
          </ac:spMkLst>
        </pc:spChg>
        <pc:spChg chg="mod">
          <ac:chgData name="Hunt, Michael A CIV DTRA SI (USA)" userId="eb58f51c-b94d-442f-a10e-f775e16f946e" providerId="ADAL" clId="{F183B83F-F1F7-408F-8FC2-8610F7F6F9A8}" dt="2026-03-30T19:11:17.066" v="1662" actId="6549"/>
          <ac:spMkLst>
            <pc:docMk/>
            <pc:sldMk cId="442196990" sldId="757"/>
            <ac:spMk id="14" creationId="{00000000-0000-0000-0000-000000000000}"/>
          </ac:spMkLst>
        </pc:spChg>
      </pc:sldChg>
      <pc:sldChg chg="modSp mod">
        <pc:chgData name="Hunt, Michael A CIV DTRA SI (USA)" userId="eb58f51c-b94d-442f-a10e-f775e16f946e" providerId="ADAL" clId="{F183B83F-F1F7-408F-8FC2-8610F7F6F9A8}" dt="2026-04-01T19:34:29.083" v="2018" actId="20577"/>
        <pc:sldMkLst>
          <pc:docMk/>
          <pc:sldMk cId="1843628860" sldId="762"/>
        </pc:sldMkLst>
        <pc:spChg chg="mod">
          <ac:chgData name="Hunt, Michael A CIV DTRA SI (USA)" userId="eb58f51c-b94d-442f-a10e-f775e16f946e" providerId="ADAL" clId="{F183B83F-F1F7-408F-8FC2-8610F7F6F9A8}" dt="2026-04-01T19:34:20.782" v="2006" actId="20577"/>
          <ac:spMkLst>
            <pc:docMk/>
            <pc:sldMk cId="1843628860" sldId="762"/>
            <ac:spMk id="5" creationId="{C07FE0B7-A10F-4641-0A8C-F1A5AA07CC57}"/>
          </ac:spMkLst>
        </pc:spChg>
        <pc:spChg chg="mod">
          <ac:chgData name="Hunt, Michael A CIV DTRA SI (USA)" userId="eb58f51c-b94d-442f-a10e-f775e16f946e" providerId="ADAL" clId="{F183B83F-F1F7-408F-8FC2-8610F7F6F9A8}" dt="2026-04-01T19:34:29.083" v="2018" actId="20577"/>
          <ac:spMkLst>
            <pc:docMk/>
            <pc:sldMk cId="1843628860" sldId="762"/>
            <ac:spMk id="6" creationId="{A495BF89-94D8-44F8-5BC6-8C3B3D3D2280}"/>
          </ac:spMkLst>
        </pc:spChg>
      </pc:sldChg>
      <pc:sldChg chg="del">
        <pc:chgData name="Hunt, Michael A CIV DTRA SI (USA)" userId="eb58f51c-b94d-442f-a10e-f775e16f946e" providerId="ADAL" clId="{F183B83F-F1F7-408F-8FC2-8610F7F6F9A8}" dt="2026-03-30T17:28:26.309" v="1296" actId="2696"/>
        <pc:sldMkLst>
          <pc:docMk/>
          <pc:sldMk cId="3097198097" sldId="763"/>
        </pc:sldMkLst>
      </pc:sldChg>
      <pc:sldChg chg="del">
        <pc:chgData name="Hunt, Michael A CIV DTRA SI (USA)" userId="eb58f51c-b94d-442f-a10e-f775e16f946e" providerId="ADAL" clId="{F183B83F-F1F7-408F-8FC2-8610F7F6F9A8}" dt="2026-03-30T17:18:01.993" v="1245" actId="47"/>
        <pc:sldMkLst>
          <pc:docMk/>
          <pc:sldMk cId="3856706425" sldId="765"/>
        </pc:sldMkLst>
      </pc:sldChg>
      <pc:sldChg chg="delSp modSp mod">
        <pc:chgData name="Hunt, Michael A CIV DTRA SI (USA)" userId="eb58f51c-b94d-442f-a10e-f775e16f946e" providerId="ADAL" clId="{F183B83F-F1F7-408F-8FC2-8610F7F6F9A8}" dt="2026-03-30T17:18:35.710" v="1251" actId="6549"/>
        <pc:sldMkLst>
          <pc:docMk/>
          <pc:sldMk cId="3114794107" sldId="771"/>
        </pc:sldMkLst>
        <pc:spChg chg="mod">
          <ac:chgData name="Hunt, Michael A CIV DTRA SI (USA)" userId="eb58f51c-b94d-442f-a10e-f775e16f946e" providerId="ADAL" clId="{F183B83F-F1F7-408F-8FC2-8610F7F6F9A8}" dt="2026-03-30T17:18:35.710" v="1251" actId="6549"/>
          <ac:spMkLst>
            <pc:docMk/>
            <pc:sldMk cId="3114794107" sldId="771"/>
            <ac:spMk id="7" creationId="{BE2D6693-E67B-CB87-F18A-7923D89C3BEA}"/>
          </ac:spMkLst>
        </pc:spChg>
      </pc:sldChg>
      <pc:sldChg chg="del">
        <pc:chgData name="Hunt, Michael A CIV DTRA SI (USA)" userId="eb58f51c-b94d-442f-a10e-f775e16f946e" providerId="ADAL" clId="{F183B83F-F1F7-408F-8FC2-8610F7F6F9A8}" dt="2026-03-30T17:18:03.376" v="1246" actId="47"/>
        <pc:sldMkLst>
          <pc:docMk/>
          <pc:sldMk cId="3651358030" sldId="773"/>
        </pc:sldMkLst>
      </pc:sldChg>
      <pc:sldChg chg="del">
        <pc:chgData name="Hunt, Michael A CIV DTRA SI (USA)" userId="eb58f51c-b94d-442f-a10e-f775e16f946e" providerId="ADAL" clId="{F183B83F-F1F7-408F-8FC2-8610F7F6F9A8}" dt="2026-03-30T17:18:04.652" v="1247" actId="47"/>
        <pc:sldMkLst>
          <pc:docMk/>
          <pc:sldMk cId="3934991979" sldId="774"/>
        </pc:sldMkLst>
      </pc:sldChg>
      <pc:sldChg chg="modSp mod">
        <pc:chgData name="Hunt, Michael A CIV DTRA SI (USA)" userId="eb58f51c-b94d-442f-a10e-f775e16f946e" providerId="ADAL" clId="{F183B83F-F1F7-408F-8FC2-8610F7F6F9A8}" dt="2026-04-01T19:21:35.009" v="1715" actId="20577"/>
        <pc:sldMkLst>
          <pc:docMk/>
          <pc:sldMk cId="814355580" sldId="775"/>
        </pc:sldMkLst>
        <pc:spChg chg="mod">
          <ac:chgData name="Hunt, Michael A CIV DTRA SI (USA)" userId="eb58f51c-b94d-442f-a10e-f775e16f946e" providerId="ADAL" clId="{F183B83F-F1F7-408F-8FC2-8610F7F6F9A8}" dt="2026-04-01T19:21:28.771" v="1703" actId="20577"/>
          <ac:spMkLst>
            <pc:docMk/>
            <pc:sldMk cId="814355580" sldId="775"/>
            <ac:spMk id="2" creationId="{C4B97F34-0FE8-5EB0-F7EA-6A94C4106EFE}"/>
          </ac:spMkLst>
        </pc:spChg>
        <pc:spChg chg="mod">
          <ac:chgData name="Hunt, Michael A CIV DTRA SI (USA)" userId="eb58f51c-b94d-442f-a10e-f775e16f946e" providerId="ADAL" clId="{F183B83F-F1F7-408F-8FC2-8610F7F6F9A8}" dt="2026-03-30T17:22:10.370" v="1261" actId="20577"/>
          <ac:spMkLst>
            <pc:docMk/>
            <pc:sldMk cId="814355580" sldId="775"/>
            <ac:spMk id="3" creationId="{5EBCD12C-748C-112D-8D8E-4B1EE8EAC545}"/>
          </ac:spMkLst>
        </pc:spChg>
        <pc:spChg chg="mod">
          <ac:chgData name="Hunt, Michael A CIV DTRA SI (USA)" userId="eb58f51c-b94d-442f-a10e-f775e16f946e" providerId="ADAL" clId="{F183B83F-F1F7-408F-8FC2-8610F7F6F9A8}" dt="2026-04-01T19:21:35.009" v="1715" actId="20577"/>
          <ac:spMkLst>
            <pc:docMk/>
            <pc:sldMk cId="814355580" sldId="775"/>
            <ac:spMk id="4" creationId="{F562873E-78AC-B12E-B9A2-9863ED4A21C9}"/>
          </ac:spMkLst>
        </pc:spChg>
        <pc:spChg chg="mod">
          <ac:chgData name="Hunt, Michael A CIV DTRA SI (USA)" userId="eb58f51c-b94d-442f-a10e-f775e16f946e" providerId="ADAL" clId="{F183B83F-F1F7-408F-8FC2-8610F7F6F9A8}" dt="2026-04-01T19:21:19.033" v="1691" actId="6549"/>
          <ac:spMkLst>
            <pc:docMk/>
            <pc:sldMk cId="814355580" sldId="775"/>
            <ac:spMk id="16387" creationId="{00000000-0000-0000-0000-000000000000}"/>
          </ac:spMkLst>
        </pc:spChg>
      </pc:sldChg>
      <pc:sldChg chg="modSp mod">
        <pc:chgData name="Hunt, Michael A CIV DTRA SI (USA)" userId="eb58f51c-b94d-442f-a10e-f775e16f946e" providerId="ADAL" clId="{F183B83F-F1F7-408F-8FC2-8610F7F6F9A8}" dt="2026-04-01T19:25:37.701" v="1827" actId="403"/>
        <pc:sldMkLst>
          <pc:docMk/>
          <pc:sldMk cId="1299823484" sldId="776"/>
        </pc:sldMkLst>
        <pc:spChg chg="mod">
          <ac:chgData name="Hunt, Michael A CIV DTRA SI (USA)" userId="eb58f51c-b94d-442f-a10e-f775e16f946e" providerId="ADAL" clId="{F183B83F-F1F7-408F-8FC2-8610F7F6F9A8}" dt="2026-04-01T19:23:52.630" v="1787" actId="20577"/>
          <ac:spMkLst>
            <pc:docMk/>
            <pc:sldMk cId="1299823484" sldId="776"/>
            <ac:spMk id="2" creationId="{C4B97F34-0FE8-5EB0-F7EA-6A94C4106EFE}"/>
          </ac:spMkLst>
        </pc:spChg>
        <pc:spChg chg="mod">
          <ac:chgData name="Hunt, Michael A CIV DTRA SI (USA)" userId="eb58f51c-b94d-442f-a10e-f775e16f946e" providerId="ADAL" clId="{F183B83F-F1F7-408F-8FC2-8610F7F6F9A8}" dt="2026-03-30T17:22:29.074" v="1275" actId="20577"/>
          <ac:spMkLst>
            <pc:docMk/>
            <pc:sldMk cId="1299823484" sldId="776"/>
            <ac:spMk id="3" creationId="{5EBCD12C-748C-112D-8D8E-4B1EE8EAC545}"/>
          </ac:spMkLst>
        </pc:spChg>
        <pc:spChg chg="mod">
          <ac:chgData name="Hunt, Michael A CIV DTRA SI (USA)" userId="eb58f51c-b94d-442f-a10e-f775e16f946e" providerId="ADAL" clId="{F183B83F-F1F7-408F-8FC2-8610F7F6F9A8}" dt="2026-04-01T19:24:02.537" v="1799" actId="20577"/>
          <ac:spMkLst>
            <pc:docMk/>
            <pc:sldMk cId="1299823484" sldId="776"/>
            <ac:spMk id="4" creationId="{F562873E-78AC-B12E-B9A2-9863ED4A21C9}"/>
          </ac:spMkLst>
        </pc:spChg>
        <pc:spChg chg="mod">
          <ac:chgData name="Hunt, Michael A CIV DTRA SI (USA)" userId="eb58f51c-b94d-442f-a10e-f775e16f946e" providerId="ADAL" clId="{F183B83F-F1F7-408F-8FC2-8610F7F6F9A8}" dt="2026-04-01T19:25:37.701" v="1827" actId="403"/>
          <ac:spMkLst>
            <pc:docMk/>
            <pc:sldMk cId="1299823484" sldId="776"/>
            <ac:spMk id="16387" creationId="{00000000-0000-0000-0000-000000000000}"/>
          </ac:spMkLst>
        </pc:spChg>
      </pc:sldChg>
      <pc:sldChg chg="modSp mod">
        <pc:chgData name="Hunt, Michael A CIV DTRA SI (USA)" userId="eb58f51c-b94d-442f-a10e-f775e16f946e" providerId="ADAL" clId="{F183B83F-F1F7-408F-8FC2-8610F7F6F9A8}" dt="2026-04-01T19:24:53.126" v="1807" actId="6549"/>
        <pc:sldMkLst>
          <pc:docMk/>
          <pc:sldMk cId="1069501744" sldId="777"/>
        </pc:sldMkLst>
        <pc:spChg chg="mod">
          <ac:chgData name="Hunt, Michael A CIV DTRA SI (USA)" userId="eb58f51c-b94d-442f-a10e-f775e16f946e" providerId="ADAL" clId="{F183B83F-F1F7-408F-8FC2-8610F7F6F9A8}" dt="2026-04-01T19:21:46.086" v="1731" actId="20577"/>
          <ac:spMkLst>
            <pc:docMk/>
            <pc:sldMk cId="1069501744" sldId="777"/>
            <ac:spMk id="2" creationId="{C4B97F34-0FE8-5EB0-F7EA-6A94C4106EFE}"/>
          </ac:spMkLst>
        </pc:spChg>
        <pc:spChg chg="mod">
          <ac:chgData name="Hunt, Michael A CIV DTRA SI (USA)" userId="eb58f51c-b94d-442f-a10e-f775e16f946e" providerId="ADAL" clId="{F183B83F-F1F7-408F-8FC2-8610F7F6F9A8}" dt="2026-03-30T17:22:20.091" v="1269" actId="20577"/>
          <ac:spMkLst>
            <pc:docMk/>
            <pc:sldMk cId="1069501744" sldId="777"/>
            <ac:spMk id="3" creationId="{5EBCD12C-748C-112D-8D8E-4B1EE8EAC545}"/>
          </ac:spMkLst>
        </pc:spChg>
        <pc:spChg chg="mod">
          <ac:chgData name="Hunt, Michael A CIV DTRA SI (USA)" userId="eb58f51c-b94d-442f-a10e-f775e16f946e" providerId="ADAL" clId="{F183B83F-F1F7-408F-8FC2-8610F7F6F9A8}" dt="2026-04-01T19:21:55.664" v="1743" actId="20577"/>
          <ac:spMkLst>
            <pc:docMk/>
            <pc:sldMk cId="1069501744" sldId="777"/>
            <ac:spMk id="4" creationId="{F562873E-78AC-B12E-B9A2-9863ED4A21C9}"/>
          </ac:spMkLst>
        </pc:spChg>
        <pc:spChg chg="mod">
          <ac:chgData name="Hunt, Michael A CIV DTRA SI (USA)" userId="eb58f51c-b94d-442f-a10e-f775e16f946e" providerId="ADAL" clId="{F183B83F-F1F7-408F-8FC2-8610F7F6F9A8}" dt="2026-04-01T19:24:53.126" v="1807" actId="6549"/>
          <ac:spMkLst>
            <pc:docMk/>
            <pc:sldMk cId="1069501744" sldId="777"/>
            <ac:spMk id="16387" creationId="{00000000-0000-0000-0000-000000000000}"/>
          </ac:spMkLst>
        </pc:spChg>
      </pc:sldChg>
      <pc:sldChg chg="modSp mod">
        <pc:chgData name="Hunt, Michael A CIV DTRA SI (USA)" userId="eb58f51c-b94d-442f-a10e-f775e16f946e" providerId="ADAL" clId="{F183B83F-F1F7-408F-8FC2-8610F7F6F9A8}" dt="2026-04-01T19:26:38.597" v="1878" actId="6549"/>
        <pc:sldMkLst>
          <pc:docMk/>
          <pc:sldMk cId="1625915905" sldId="778"/>
        </pc:sldMkLst>
        <pc:spChg chg="mod">
          <ac:chgData name="Hunt, Michael A CIV DTRA SI (USA)" userId="eb58f51c-b94d-442f-a10e-f775e16f946e" providerId="ADAL" clId="{F183B83F-F1F7-408F-8FC2-8610F7F6F9A8}" dt="2026-04-01T19:25:54.217" v="1847" actId="20577"/>
          <ac:spMkLst>
            <pc:docMk/>
            <pc:sldMk cId="1625915905" sldId="778"/>
            <ac:spMk id="2" creationId="{C4B97F34-0FE8-5EB0-F7EA-6A94C4106EFE}"/>
          </ac:spMkLst>
        </pc:spChg>
        <pc:spChg chg="mod">
          <ac:chgData name="Hunt, Michael A CIV DTRA SI (USA)" userId="eb58f51c-b94d-442f-a10e-f775e16f946e" providerId="ADAL" clId="{F183B83F-F1F7-408F-8FC2-8610F7F6F9A8}" dt="2026-03-30T17:22:38.445" v="1283" actId="20577"/>
          <ac:spMkLst>
            <pc:docMk/>
            <pc:sldMk cId="1625915905" sldId="778"/>
            <ac:spMk id="3" creationId="{5EBCD12C-748C-112D-8D8E-4B1EE8EAC545}"/>
          </ac:spMkLst>
        </pc:spChg>
        <pc:spChg chg="mod">
          <ac:chgData name="Hunt, Michael A CIV DTRA SI (USA)" userId="eb58f51c-b94d-442f-a10e-f775e16f946e" providerId="ADAL" clId="{F183B83F-F1F7-408F-8FC2-8610F7F6F9A8}" dt="2026-04-01T19:25:59.822" v="1859" actId="20577"/>
          <ac:spMkLst>
            <pc:docMk/>
            <pc:sldMk cId="1625915905" sldId="778"/>
            <ac:spMk id="4" creationId="{F562873E-78AC-B12E-B9A2-9863ED4A21C9}"/>
          </ac:spMkLst>
        </pc:spChg>
        <pc:spChg chg="mod">
          <ac:chgData name="Hunt, Michael A CIV DTRA SI (USA)" userId="eb58f51c-b94d-442f-a10e-f775e16f946e" providerId="ADAL" clId="{F183B83F-F1F7-408F-8FC2-8610F7F6F9A8}" dt="2026-04-01T19:26:38.597" v="1878" actId="6549"/>
          <ac:spMkLst>
            <pc:docMk/>
            <pc:sldMk cId="1625915905" sldId="778"/>
            <ac:spMk id="16387" creationId="{00000000-0000-0000-0000-000000000000}"/>
          </ac:spMkLst>
        </pc:spChg>
      </pc:sldChg>
      <pc:sldChg chg="del">
        <pc:chgData name="Hunt, Michael A CIV DTRA SI (USA)" userId="eb58f51c-b94d-442f-a10e-f775e16f946e" providerId="ADAL" clId="{F183B83F-F1F7-408F-8FC2-8610F7F6F9A8}" dt="2026-03-30T17:18:05.724" v="1248" actId="47"/>
        <pc:sldMkLst>
          <pc:docMk/>
          <pc:sldMk cId="137879031" sldId="781"/>
        </pc:sldMkLst>
      </pc:sldChg>
      <pc:sldChg chg="del">
        <pc:chgData name="Hunt, Michael A CIV DTRA SI (USA)" userId="eb58f51c-b94d-442f-a10e-f775e16f946e" providerId="ADAL" clId="{F183B83F-F1F7-408F-8FC2-8610F7F6F9A8}" dt="2026-03-30T17:18:08.319" v="1249" actId="47"/>
        <pc:sldMkLst>
          <pc:docMk/>
          <pc:sldMk cId="194309187" sldId="782"/>
        </pc:sldMkLst>
      </pc:sldChg>
      <pc:sldChg chg="modSp add mod">
        <pc:chgData name="Hunt, Michael A CIV DTRA SI (USA)" userId="eb58f51c-b94d-442f-a10e-f775e16f946e" providerId="ADAL" clId="{F183B83F-F1F7-408F-8FC2-8610F7F6F9A8}" dt="2026-04-01T19:32:27.557" v="1966" actId="20577"/>
        <pc:sldMkLst>
          <pc:docMk/>
          <pc:sldMk cId="41970427" sldId="783"/>
        </pc:sldMkLst>
        <pc:spChg chg="mod">
          <ac:chgData name="Hunt, Michael A CIV DTRA SI (USA)" userId="eb58f51c-b94d-442f-a10e-f775e16f946e" providerId="ADAL" clId="{F183B83F-F1F7-408F-8FC2-8610F7F6F9A8}" dt="2026-04-01T19:32:20.272" v="1954" actId="20577"/>
          <ac:spMkLst>
            <pc:docMk/>
            <pc:sldMk cId="41970427" sldId="783"/>
            <ac:spMk id="2" creationId="{FD567E0A-F0FE-8DA0-147F-1E75B11A4766}"/>
          </ac:spMkLst>
        </pc:spChg>
        <pc:spChg chg="mod">
          <ac:chgData name="Hunt, Michael A CIV DTRA SI (USA)" userId="eb58f51c-b94d-442f-a10e-f775e16f946e" providerId="ADAL" clId="{F183B83F-F1F7-408F-8FC2-8610F7F6F9A8}" dt="2026-03-30T17:22:48.776" v="1291" actId="20577"/>
          <ac:spMkLst>
            <pc:docMk/>
            <pc:sldMk cId="41970427" sldId="783"/>
            <ac:spMk id="3" creationId="{3F58059B-1312-0345-8F4D-A490EC7E495F}"/>
          </ac:spMkLst>
        </pc:spChg>
        <pc:spChg chg="mod">
          <ac:chgData name="Hunt, Michael A CIV DTRA SI (USA)" userId="eb58f51c-b94d-442f-a10e-f775e16f946e" providerId="ADAL" clId="{F183B83F-F1F7-408F-8FC2-8610F7F6F9A8}" dt="2026-04-01T19:32:27.557" v="1966" actId="20577"/>
          <ac:spMkLst>
            <pc:docMk/>
            <pc:sldMk cId="41970427" sldId="783"/>
            <ac:spMk id="4" creationId="{26F59FD5-4095-9A55-0A52-1970B512783C}"/>
          </ac:spMkLst>
        </pc:spChg>
        <pc:spChg chg="mod">
          <ac:chgData name="Hunt, Michael A CIV DTRA SI (USA)" userId="eb58f51c-b94d-442f-a10e-f775e16f946e" providerId="ADAL" clId="{F183B83F-F1F7-408F-8FC2-8610F7F6F9A8}" dt="2026-04-01T19:27:26.725" v="1918" actId="20577"/>
          <ac:spMkLst>
            <pc:docMk/>
            <pc:sldMk cId="41970427" sldId="783"/>
            <ac:spMk id="16387" creationId="{3E77BBDB-5229-6B36-D216-BA0DEA160272}"/>
          </ac:spMkLst>
        </pc:spChg>
      </pc:sldChg>
      <pc:sldChg chg="addSp modSp new del mod">
        <pc:chgData name="Hunt, Michael A CIV DTRA SI (USA)" userId="eb58f51c-b94d-442f-a10e-f775e16f946e" providerId="ADAL" clId="{F183B83F-F1F7-408F-8FC2-8610F7F6F9A8}" dt="2026-04-01T19:20:26.192" v="1683" actId="47"/>
        <pc:sldMkLst>
          <pc:docMk/>
          <pc:sldMk cId="1725667585" sldId="78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2FD17C-4F35-4FAA-AF31-848311918769}" type="doc">
      <dgm:prSet loTypeId="urn:microsoft.com/office/officeart/2005/8/layout/hList1" loCatId="list" qsTypeId="urn:microsoft.com/office/officeart/2005/8/quickstyle/simple1" qsCatId="simple" csTypeId="urn:microsoft.com/office/officeart/2005/8/colors/accent0_3" csCatId="mainScheme" phldr="1"/>
      <dgm:spPr/>
      <dgm:t>
        <a:bodyPr/>
        <a:lstStyle/>
        <a:p>
          <a:endParaRPr lang="en-US"/>
        </a:p>
      </dgm:t>
    </dgm:pt>
    <dgm:pt modelId="{05B72ADA-7471-468B-9FCA-A5452523DEB0}">
      <dgm:prSet>
        <dgm:style>
          <a:lnRef idx="0">
            <a:scrgbClr r="0" g="0" b="0"/>
          </a:lnRef>
          <a:fillRef idx="0">
            <a:scrgbClr r="0" g="0" b="0"/>
          </a:fillRef>
          <a:effectRef idx="0">
            <a:scrgbClr r="0" g="0" b="0"/>
          </a:effectRef>
          <a:fontRef idx="minor">
            <a:schemeClr val="lt1"/>
          </a:fontRef>
        </dgm:style>
      </dgm:prSet>
      <dgm:spPr>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dgm:spPr>
      <dgm:t>
        <a:bodyPr/>
        <a:lstStyle/>
        <a:p>
          <a:r>
            <a:rPr lang="en-US" b="1" i="0" u="sng"/>
            <a:t>Purpose: </a:t>
          </a:r>
          <a:endParaRPr lang="en-US"/>
        </a:p>
      </dgm:t>
    </dgm:pt>
    <dgm:pt modelId="{0525D858-E43D-4C23-9A14-B0FC759146F3}" type="parTrans" cxnId="{B6800922-862A-4125-8A0E-A8F3E4A058D1}">
      <dgm:prSet/>
      <dgm:spPr/>
      <dgm:t>
        <a:bodyPr/>
        <a:lstStyle/>
        <a:p>
          <a:endParaRPr lang="en-US"/>
        </a:p>
      </dgm:t>
    </dgm:pt>
    <dgm:pt modelId="{614B7D8E-0EC8-4B4B-83AF-B5FBE93483B5}" type="sibTrans" cxnId="{B6800922-862A-4125-8A0E-A8F3E4A058D1}">
      <dgm:prSet/>
      <dgm:spPr/>
      <dgm:t>
        <a:bodyPr/>
        <a:lstStyle/>
        <a:p>
          <a:endParaRPr lang="en-US"/>
        </a:p>
      </dgm:t>
    </dgm:pt>
    <dgm:pt modelId="{514147FF-2373-4DBC-888F-85A8FB50C1F9}">
      <dgm:prSet>
        <dgm:style>
          <a:lnRef idx="1">
            <a:schemeClr val="dk1"/>
          </a:lnRef>
          <a:fillRef idx="2">
            <a:schemeClr val="dk1"/>
          </a:fillRef>
          <a:effectRef idx="1">
            <a:schemeClr val="dk1"/>
          </a:effectRef>
          <a:fontRef idx="minor">
            <a:schemeClr val="dk1"/>
          </a:fontRef>
        </dgm:style>
      </dgm:prSet>
      <dgm:spPr/>
      <dgm:t>
        <a:bodyPr/>
        <a:lstStyle/>
        <a:p>
          <a:r>
            <a:rPr lang="en-US" b="0" i="0" dirty="0"/>
            <a:t>To explain the overall CZ</a:t>
          </a:r>
          <a:r>
            <a:rPr lang="en-US" b="0" i="1" dirty="0"/>
            <a:t> </a:t>
          </a:r>
          <a:r>
            <a:rPr lang="en-US" b="0" i="0" dirty="0"/>
            <a:t>vision and provide details regarding the</a:t>
          </a:r>
          <a:r>
            <a:rPr lang="en-US" b="0" i="1" dirty="0"/>
            <a:t> </a:t>
          </a:r>
          <a:r>
            <a:rPr lang="en-US" b="0" i="0" dirty="0"/>
            <a:t>requirements identified at this time.</a:t>
          </a:r>
          <a:endParaRPr lang="en-US" dirty="0"/>
        </a:p>
      </dgm:t>
    </dgm:pt>
    <dgm:pt modelId="{A0208E09-D959-4FCB-A88C-4C154A421712}" type="parTrans" cxnId="{03CA825A-B4E8-49EF-A520-D082223A0340}">
      <dgm:prSet/>
      <dgm:spPr/>
      <dgm:t>
        <a:bodyPr/>
        <a:lstStyle/>
        <a:p>
          <a:endParaRPr lang="en-US"/>
        </a:p>
      </dgm:t>
    </dgm:pt>
    <dgm:pt modelId="{612EFB0F-E25E-423F-9E95-DF847F6D8DCA}" type="sibTrans" cxnId="{03CA825A-B4E8-49EF-A520-D082223A0340}">
      <dgm:prSet/>
      <dgm:spPr/>
      <dgm:t>
        <a:bodyPr/>
        <a:lstStyle/>
        <a:p>
          <a:endParaRPr lang="en-US"/>
        </a:p>
      </dgm:t>
    </dgm:pt>
    <dgm:pt modelId="{9BCFD288-48DC-4DBD-99E9-1C6FE5481EC7}">
      <dgm:prSet>
        <dgm:style>
          <a:lnRef idx="1">
            <a:schemeClr val="dk1"/>
          </a:lnRef>
          <a:fillRef idx="2">
            <a:schemeClr val="dk1"/>
          </a:fillRef>
          <a:effectRef idx="1">
            <a:schemeClr val="dk1"/>
          </a:effectRef>
          <a:fontRef idx="minor">
            <a:schemeClr val="dk1"/>
          </a:fontRef>
        </dgm:style>
      </dgm:prSet>
      <dgm:spPr/>
      <dgm:t>
        <a:bodyPr/>
        <a:lstStyle/>
        <a:p>
          <a:r>
            <a:rPr lang="en-US" b="0" i="0"/>
            <a:t>The Government will present information regarding its current strategy and business drivers for a forthcoming acquisition. </a:t>
          </a:r>
          <a:endParaRPr lang="en-US"/>
        </a:p>
      </dgm:t>
    </dgm:pt>
    <dgm:pt modelId="{A3517E8C-D342-4EE5-9FA8-6DD2FC8012A6}" type="parTrans" cxnId="{85F39341-A36E-434A-98A1-7BA8CF604644}">
      <dgm:prSet/>
      <dgm:spPr/>
      <dgm:t>
        <a:bodyPr/>
        <a:lstStyle/>
        <a:p>
          <a:endParaRPr lang="en-US"/>
        </a:p>
      </dgm:t>
    </dgm:pt>
    <dgm:pt modelId="{99308443-2A0D-4F19-BBDC-AC523D38D8E5}" type="sibTrans" cxnId="{85F39341-A36E-434A-98A1-7BA8CF604644}">
      <dgm:prSet/>
      <dgm:spPr/>
      <dgm:t>
        <a:bodyPr/>
        <a:lstStyle/>
        <a:p>
          <a:endParaRPr lang="en-US"/>
        </a:p>
      </dgm:t>
    </dgm:pt>
    <dgm:pt modelId="{0F02BB27-A0A7-4176-A87E-0E2521F6F195}">
      <dgm:prSet>
        <dgm:style>
          <a:lnRef idx="0">
            <a:scrgbClr r="0" g="0" b="0"/>
          </a:lnRef>
          <a:fillRef idx="0">
            <a:scrgbClr r="0" g="0" b="0"/>
          </a:fillRef>
          <a:effectRef idx="0">
            <a:scrgbClr r="0" g="0" b="0"/>
          </a:effectRef>
          <a:fontRef idx="minor">
            <a:schemeClr val="lt1"/>
          </a:fontRef>
        </dgm:style>
      </dgm:prSet>
      <dgm:spPr>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dgm:spPr>
      <dgm:t>
        <a:bodyPr/>
        <a:lstStyle/>
        <a:p>
          <a:r>
            <a:rPr lang="en-US" b="1" i="0" u="sng"/>
            <a:t>Objective: </a:t>
          </a:r>
          <a:endParaRPr lang="en-US"/>
        </a:p>
      </dgm:t>
    </dgm:pt>
    <dgm:pt modelId="{7611004F-205B-4E4F-8BAE-0EAF588BE55D}" type="parTrans" cxnId="{F0165BD4-DF4E-49CF-AEBC-CC3742C7C506}">
      <dgm:prSet/>
      <dgm:spPr/>
      <dgm:t>
        <a:bodyPr/>
        <a:lstStyle/>
        <a:p>
          <a:endParaRPr lang="en-US"/>
        </a:p>
      </dgm:t>
    </dgm:pt>
    <dgm:pt modelId="{5C08B20E-A78A-4008-AEDD-29F672F63580}" type="sibTrans" cxnId="{F0165BD4-DF4E-49CF-AEBC-CC3742C7C506}">
      <dgm:prSet/>
      <dgm:spPr/>
      <dgm:t>
        <a:bodyPr/>
        <a:lstStyle/>
        <a:p>
          <a:endParaRPr lang="en-US"/>
        </a:p>
      </dgm:t>
    </dgm:pt>
    <dgm:pt modelId="{DB8A8450-4669-4DAB-ABA6-DD4CBF3F0684}">
      <dgm:prSet>
        <dgm:style>
          <a:lnRef idx="1">
            <a:schemeClr val="dk1"/>
          </a:lnRef>
          <a:fillRef idx="2">
            <a:schemeClr val="dk1"/>
          </a:fillRef>
          <a:effectRef idx="1">
            <a:schemeClr val="dk1"/>
          </a:effectRef>
          <a:fontRef idx="minor">
            <a:schemeClr val="dk1"/>
          </a:fontRef>
        </dgm:style>
      </dgm:prSet>
      <dgm:spPr/>
      <dgm:t>
        <a:bodyPr/>
        <a:lstStyle/>
        <a:p>
          <a:r>
            <a:rPr lang="en-US" b="0" i="0"/>
            <a:t>To encourage competition and facilitate partnering opportunities for both large and small business.</a:t>
          </a:r>
          <a:endParaRPr lang="en-US"/>
        </a:p>
      </dgm:t>
    </dgm:pt>
    <dgm:pt modelId="{4F50F5B9-E7F9-4EE0-9837-F4A8E73D07EA}" type="parTrans" cxnId="{6C70B8D8-3B46-4FCF-B8EC-A5F511DACE7D}">
      <dgm:prSet/>
      <dgm:spPr/>
      <dgm:t>
        <a:bodyPr/>
        <a:lstStyle/>
        <a:p>
          <a:endParaRPr lang="en-US"/>
        </a:p>
      </dgm:t>
    </dgm:pt>
    <dgm:pt modelId="{544A49EB-3D8E-47F9-87D2-D0A36558DFDC}" type="sibTrans" cxnId="{6C70B8D8-3B46-4FCF-B8EC-A5F511DACE7D}">
      <dgm:prSet/>
      <dgm:spPr/>
      <dgm:t>
        <a:bodyPr/>
        <a:lstStyle/>
        <a:p>
          <a:endParaRPr lang="en-US"/>
        </a:p>
      </dgm:t>
    </dgm:pt>
    <dgm:pt modelId="{5BE0355B-5FC3-48A8-A92B-2A5086796AAE}">
      <dgm:prSet>
        <dgm:style>
          <a:lnRef idx="1">
            <a:schemeClr val="dk1"/>
          </a:lnRef>
          <a:fillRef idx="2">
            <a:schemeClr val="dk1"/>
          </a:fillRef>
          <a:effectRef idx="1">
            <a:schemeClr val="dk1"/>
          </a:effectRef>
          <a:fontRef idx="minor">
            <a:schemeClr val="dk1"/>
          </a:fontRef>
        </dgm:style>
      </dgm:prSet>
      <dgm:spPr/>
      <dgm:t>
        <a:bodyPr/>
        <a:lstStyle/>
        <a:p>
          <a:r>
            <a:rPr lang="en-US" b="0" i="0" dirty="0"/>
            <a:t>To provide an opportunity for Industry Partners (IPs) to ask questions and interact with the CZ-PMO Integrated Project Team (IPT).</a:t>
          </a:r>
          <a:endParaRPr lang="en-US" dirty="0"/>
        </a:p>
      </dgm:t>
    </dgm:pt>
    <dgm:pt modelId="{6D906E25-8122-459E-93C9-17B3E3A1EF0E}" type="parTrans" cxnId="{00C80952-AEA2-4BB3-A4AB-C62897FC0E89}">
      <dgm:prSet/>
      <dgm:spPr/>
      <dgm:t>
        <a:bodyPr/>
        <a:lstStyle/>
        <a:p>
          <a:endParaRPr lang="en-US"/>
        </a:p>
      </dgm:t>
    </dgm:pt>
    <dgm:pt modelId="{7EEAE31A-055B-4181-A60E-AD633F5D5DC7}" type="sibTrans" cxnId="{00C80952-AEA2-4BB3-A4AB-C62897FC0E89}">
      <dgm:prSet/>
      <dgm:spPr/>
      <dgm:t>
        <a:bodyPr/>
        <a:lstStyle/>
        <a:p>
          <a:endParaRPr lang="en-US"/>
        </a:p>
      </dgm:t>
    </dgm:pt>
    <dgm:pt modelId="{FC5EB0C8-1039-4ED1-855E-9F96F9F6E231}" type="pres">
      <dgm:prSet presAssocID="{292FD17C-4F35-4FAA-AF31-848311918769}" presName="Name0" presStyleCnt="0">
        <dgm:presLayoutVars>
          <dgm:dir/>
          <dgm:animLvl val="lvl"/>
          <dgm:resizeHandles val="exact"/>
        </dgm:presLayoutVars>
      </dgm:prSet>
      <dgm:spPr/>
    </dgm:pt>
    <dgm:pt modelId="{2721D4BF-E2BA-4719-A2B0-BC99D8839A0C}" type="pres">
      <dgm:prSet presAssocID="{05B72ADA-7471-468B-9FCA-A5452523DEB0}" presName="composite" presStyleCnt="0"/>
      <dgm:spPr/>
    </dgm:pt>
    <dgm:pt modelId="{F33AC4DA-2C3B-4A14-B21A-09A73CF41BA0}" type="pres">
      <dgm:prSet presAssocID="{05B72ADA-7471-468B-9FCA-A5452523DEB0}" presName="parTx" presStyleLbl="alignNode1" presStyleIdx="0" presStyleCnt="2">
        <dgm:presLayoutVars>
          <dgm:chMax val="0"/>
          <dgm:chPref val="0"/>
          <dgm:bulletEnabled val="1"/>
        </dgm:presLayoutVars>
      </dgm:prSet>
      <dgm:spPr/>
    </dgm:pt>
    <dgm:pt modelId="{9166C6BD-455A-4126-A290-9BFFA27AC8A3}" type="pres">
      <dgm:prSet presAssocID="{05B72ADA-7471-468B-9FCA-A5452523DEB0}" presName="desTx" presStyleLbl="alignAccFollowNode1" presStyleIdx="0" presStyleCnt="2">
        <dgm:presLayoutVars>
          <dgm:bulletEnabled val="1"/>
        </dgm:presLayoutVars>
      </dgm:prSet>
      <dgm:spPr/>
    </dgm:pt>
    <dgm:pt modelId="{7604D7CF-853B-440C-99C0-271F46F8438C}" type="pres">
      <dgm:prSet presAssocID="{614B7D8E-0EC8-4B4B-83AF-B5FBE93483B5}" presName="space" presStyleCnt="0"/>
      <dgm:spPr/>
    </dgm:pt>
    <dgm:pt modelId="{14C902C9-20CC-4C32-AB73-00390EAE8D68}" type="pres">
      <dgm:prSet presAssocID="{0F02BB27-A0A7-4176-A87E-0E2521F6F195}" presName="composite" presStyleCnt="0"/>
      <dgm:spPr/>
    </dgm:pt>
    <dgm:pt modelId="{74D73BBB-0EB8-4510-9DDC-A4DAFE8BC00C}" type="pres">
      <dgm:prSet presAssocID="{0F02BB27-A0A7-4176-A87E-0E2521F6F195}" presName="parTx" presStyleLbl="alignNode1" presStyleIdx="1" presStyleCnt="2">
        <dgm:presLayoutVars>
          <dgm:chMax val="0"/>
          <dgm:chPref val="0"/>
          <dgm:bulletEnabled val="1"/>
        </dgm:presLayoutVars>
      </dgm:prSet>
      <dgm:spPr/>
    </dgm:pt>
    <dgm:pt modelId="{1A0C8859-0A58-43F8-9156-8233C8F38875}" type="pres">
      <dgm:prSet presAssocID="{0F02BB27-A0A7-4176-A87E-0E2521F6F195}" presName="desTx" presStyleLbl="alignAccFollowNode1" presStyleIdx="1" presStyleCnt="2">
        <dgm:presLayoutVars>
          <dgm:bulletEnabled val="1"/>
        </dgm:presLayoutVars>
      </dgm:prSet>
      <dgm:spPr/>
    </dgm:pt>
  </dgm:ptLst>
  <dgm:cxnLst>
    <dgm:cxn modelId="{B6800922-862A-4125-8A0E-A8F3E4A058D1}" srcId="{292FD17C-4F35-4FAA-AF31-848311918769}" destId="{05B72ADA-7471-468B-9FCA-A5452523DEB0}" srcOrd="0" destOrd="0" parTransId="{0525D858-E43D-4C23-9A14-B0FC759146F3}" sibTransId="{614B7D8E-0EC8-4B4B-83AF-B5FBE93483B5}"/>
    <dgm:cxn modelId="{1986FD35-243D-439D-8C9C-50C4B43178ED}" type="presOf" srcId="{292FD17C-4F35-4FAA-AF31-848311918769}" destId="{FC5EB0C8-1039-4ED1-855E-9F96F9F6E231}" srcOrd="0" destOrd="0" presId="urn:microsoft.com/office/officeart/2005/8/layout/hList1"/>
    <dgm:cxn modelId="{21483B60-8F16-49A9-B3FE-268A102B4CCF}" type="presOf" srcId="{514147FF-2373-4DBC-888F-85A8FB50C1F9}" destId="{9166C6BD-455A-4126-A290-9BFFA27AC8A3}" srcOrd="0" destOrd="0" presId="urn:microsoft.com/office/officeart/2005/8/layout/hList1"/>
    <dgm:cxn modelId="{85F39341-A36E-434A-98A1-7BA8CF604644}" srcId="{05B72ADA-7471-468B-9FCA-A5452523DEB0}" destId="{9BCFD288-48DC-4DBD-99E9-1C6FE5481EC7}" srcOrd="1" destOrd="0" parTransId="{A3517E8C-D342-4EE5-9FA8-6DD2FC8012A6}" sibTransId="{99308443-2A0D-4F19-BBDC-AC523D38D8E5}"/>
    <dgm:cxn modelId="{9E5F7164-1A8E-4B8B-8C2B-D6445C02D7EC}" type="presOf" srcId="{05B72ADA-7471-468B-9FCA-A5452523DEB0}" destId="{F33AC4DA-2C3B-4A14-B21A-09A73CF41BA0}" srcOrd="0" destOrd="0" presId="urn:microsoft.com/office/officeart/2005/8/layout/hList1"/>
    <dgm:cxn modelId="{00C80952-AEA2-4BB3-A4AB-C62897FC0E89}" srcId="{0F02BB27-A0A7-4176-A87E-0E2521F6F195}" destId="{5BE0355B-5FC3-48A8-A92B-2A5086796AAE}" srcOrd="1" destOrd="0" parTransId="{6D906E25-8122-459E-93C9-17B3E3A1EF0E}" sibTransId="{7EEAE31A-055B-4181-A60E-AD633F5D5DC7}"/>
    <dgm:cxn modelId="{03CA825A-B4E8-49EF-A520-D082223A0340}" srcId="{05B72ADA-7471-468B-9FCA-A5452523DEB0}" destId="{514147FF-2373-4DBC-888F-85A8FB50C1F9}" srcOrd="0" destOrd="0" parTransId="{A0208E09-D959-4FCB-A88C-4C154A421712}" sibTransId="{612EFB0F-E25E-423F-9E95-DF847F6D8DCA}"/>
    <dgm:cxn modelId="{BD027D8A-90C6-42F1-AB81-8FDD13E97C0A}" type="presOf" srcId="{5BE0355B-5FC3-48A8-A92B-2A5086796AAE}" destId="{1A0C8859-0A58-43F8-9156-8233C8F38875}" srcOrd="0" destOrd="1" presId="urn:microsoft.com/office/officeart/2005/8/layout/hList1"/>
    <dgm:cxn modelId="{7CB2B291-78E5-431C-81D2-B8428ED999AE}" type="presOf" srcId="{9BCFD288-48DC-4DBD-99E9-1C6FE5481EC7}" destId="{9166C6BD-455A-4126-A290-9BFFA27AC8A3}" srcOrd="0" destOrd="1" presId="urn:microsoft.com/office/officeart/2005/8/layout/hList1"/>
    <dgm:cxn modelId="{4F9D96A1-BD4C-45C4-AA76-FBB82B2BDE71}" type="presOf" srcId="{DB8A8450-4669-4DAB-ABA6-DD4CBF3F0684}" destId="{1A0C8859-0A58-43F8-9156-8233C8F38875}" srcOrd="0" destOrd="0" presId="urn:microsoft.com/office/officeart/2005/8/layout/hList1"/>
    <dgm:cxn modelId="{F0165BD4-DF4E-49CF-AEBC-CC3742C7C506}" srcId="{292FD17C-4F35-4FAA-AF31-848311918769}" destId="{0F02BB27-A0A7-4176-A87E-0E2521F6F195}" srcOrd="1" destOrd="0" parTransId="{7611004F-205B-4E4F-8BAE-0EAF588BE55D}" sibTransId="{5C08B20E-A78A-4008-AEDD-29F672F63580}"/>
    <dgm:cxn modelId="{6C70B8D8-3B46-4FCF-B8EC-A5F511DACE7D}" srcId="{0F02BB27-A0A7-4176-A87E-0E2521F6F195}" destId="{DB8A8450-4669-4DAB-ABA6-DD4CBF3F0684}" srcOrd="0" destOrd="0" parTransId="{4F50F5B9-E7F9-4EE0-9837-F4A8E73D07EA}" sibTransId="{544A49EB-3D8E-47F9-87D2-D0A36558DFDC}"/>
    <dgm:cxn modelId="{2A5B06FE-19A4-478B-B519-49416E8EA0A7}" type="presOf" srcId="{0F02BB27-A0A7-4176-A87E-0E2521F6F195}" destId="{74D73BBB-0EB8-4510-9DDC-A4DAFE8BC00C}" srcOrd="0" destOrd="0" presId="urn:microsoft.com/office/officeart/2005/8/layout/hList1"/>
    <dgm:cxn modelId="{620503A5-F163-4663-ADC8-EA15B5F216A1}" type="presParOf" srcId="{FC5EB0C8-1039-4ED1-855E-9F96F9F6E231}" destId="{2721D4BF-E2BA-4719-A2B0-BC99D8839A0C}" srcOrd="0" destOrd="0" presId="urn:microsoft.com/office/officeart/2005/8/layout/hList1"/>
    <dgm:cxn modelId="{AD078510-2EF7-4125-855A-7092B40F933A}" type="presParOf" srcId="{2721D4BF-E2BA-4719-A2B0-BC99D8839A0C}" destId="{F33AC4DA-2C3B-4A14-B21A-09A73CF41BA0}" srcOrd="0" destOrd="0" presId="urn:microsoft.com/office/officeart/2005/8/layout/hList1"/>
    <dgm:cxn modelId="{C02DCACE-3CF5-4B66-AA82-8E46128E307F}" type="presParOf" srcId="{2721D4BF-E2BA-4719-A2B0-BC99D8839A0C}" destId="{9166C6BD-455A-4126-A290-9BFFA27AC8A3}" srcOrd="1" destOrd="0" presId="urn:microsoft.com/office/officeart/2005/8/layout/hList1"/>
    <dgm:cxn modelId="{23196385-4CC9-4A4C-8CBA-65652B552165}" type="presParOf" srcId="{FC5EB0C8-1039-4ED1-855E-9F96F9F6E231}" destId="{7604D7CF-853B-440C-99C0-271F46F8438C}" srcOrd="1" destOrd="0" presId="urn:microsoft.com/office/officeart/2005/8/layout/hList1"/>
    <dgm:cxn modelId="{BB2541BD-54EE-4612-953D-E67F543FB62F}" type="presParOf" srcId="{FC5EB0C8-1039-4ED1-855E-9F96F9F6E231}" destId="{14C902C9-20CC-4C32-AB73-00390EAE8D68}" srcOrd="2" destOrd="0" presId="urn:microsoft.com/office/officeart/2005/8/layout/hList1"/>
    <dgm:cxn modelId="{E7889048-C14A-401A-9A00-969AA39DAE53}" type="presParOf" srcId="{14C902C9-20CC-4C32-AB73-00390EAE8D68}" destId="{74D73BBB-0EB8-4510-9DDC-A4DAFE8BC00C}" srcOrd="0" destOrd="0" presId="urn:microsoft.com/office/officeart/2005/8/layout/hList1"/>
    <dgm:cxn modelId="{6468F31E-436E-49CC-9161-03AE0CC80F1C}" type="presParOf" srcId="{14C902C9-20CC-4C32-AB73-00390EAE8D68}" destId="{1A0C8859-0A58-43F8-9156-8233C8F38875}"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3AC4DA-2C3B-4A14-B21A-09A73CF41BA0}">
      <dsp:nvSpPr>
        <dsp:cNvPr id="0" name=""/>
        <dsp:cNvSpPr/>
      </dsp:nvSpPr>
      <dsp:spPr>
        <a:xfrm>
          <a:off x="42" y="79317"/>
          <a:ext cx="4083086" cy="691200"/>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i="0" u="sng" kern="1200"/>
            <a:t>Purpose: </a:t>
          </a:r>
          <a:endParaRPr lang="en-US" sz="2400" kern="1200"/>
        </a:p>
      </dsp:txBody>
      <dsp:txXfrm>
        <a:off x="42" y="79317"/>
        <a:ext cx="4083086" cy="691200"/>
      </dsp:txXfrm>
    </dsp:sp>
    <dsp:sp modelId="{9166C6BD-455A-4126-A290-9BFFA27AC8A3}">
      <dsp:nvSpPr>
        <dsp:cNvPr id="0" name=""/>
        <dsp:cNvSpPr/>
      </dsp:nvSpPr>
      <dsp:spPr>
        <a:xfrm>
          <a:off x="42" y="770517"/>
          <a:ext cx="4083086" cy="3755160"/>
        </a:xfrm>
        <a:prstGeom prst="rect">
          <a:avLst/>
        </a:prstGeom>
        <a:gradFill rotWithShape="1">
          <a:gsLst>
            <a:gs pos="0">
              <a:schemeClr val="dk1">
                <a:tint val="50000"/>
                <a:satMod val="300000"/>
              </a:schemeClr>
            </a:gs>
            <a:gs pos="35000">
              <a:schemeClr val="dk1">
                <a:tint val="37000"/>
                <a:satMod val="300000"/>
              </a:schemeClr>
            </a:gs>
            <a:gs pos="100000">
              <a:schemeClr val="dk1">
                <a:tint val="15000"/>
                <a:satMod val="350000"/>
              </a:schemeClr>
            </a:gs>
          </a:gsLst>
          <a:lin ang="16200000" scaled="1"/>
        </a:gradFill>
        <a:ln w="9525" cap="flat" cmpd="sng" algn="ctr">
          <a:solidFill>
            <a:schemeClr val="dk1">
              <a:shade val="95000"/>
              <a:satMod val="105000"/>
            </a:schemeClr>
          </a:solidFill>
          <a:prstDash val="solid"/>
        </a:ln>
        <a:effectLst>
          <a:outerShdw blurRad="40000" dist="20000" dir="5400000" rotWithShape="0">
            <a:srgbClr val="000000">
              <a:alpha val="38000"/>
            </a:srgbClr>
          </a:outerShdw>
        </a:effectLst>
      </dsp:spPr>
      <dsp:style>
        <a:lnRef idx="1">
          <a:schemeClr val="dk1"/>
        </a:lnRef>
        <a:fillRef idx="2">
          <a:schemeClr val="dk1"/>
        </a:fillRef>
        <a:effectRef idx="1">
          <a:schemeClr val="dk1"/>
        </a:effectRef>
        <a:fontRef idx="minor">
          <a:schemeClr val="dk1"/>
        </a:fontRef>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b="0" i="0" kern="1200" dirty="0"/>
            <a:t>To explain the overall CZ</a:t>
          </a:r>
          <a:r>
            <a:rPr lang="en-US" sz="2400" b="0" i="1" kern="1200" dirty="0"/>
            <a:t> </a:t>
          </a:r>
          <a:r>
            <a:rPr lang="en-US" sz="2400" b="0" i="0" kern="1200" dirty="0"/>
            <a:t>vision and provide details regarding the</a:t>
          </a:r>
          <a:r>
            <a:rPr lang="en-US" sz="2400" b="0" i="1" kern="1200" dirty="0"/>
            <a:t> </a:t>
          </a:r>
          <a:r>
            <a:rPr lang="en-US" sz="2400" b="0" i="0" kern="1200" dirty="0"/>
            <a:t>requirements identified at this time.</a:t>
          </a:r>
          <a:endParaRPr lang="en-US" sz="2400" kern="1200" dirty="0"/>
        </a:p>
        <a:p>
          <a:pPr marL="228600" lvl="1" indent="-228600" algn="l" defTabSz="1066800">
            <a:lnSpc>
              <a:spcPct val="90000"/>
            </a:lnSpc>
            <a:spcBef>
              <a:spcPct val="0"/>
            </a:spcBef>
            <a:spcAft>
              <a:spcPct val="15000"/>
            </a:spcAft>
            <a:buChar char="•"/>
          </a:pPr>
          <a:r>
            <a:rPr lang="en-US" sz="2400" b="0" i="0" kern="1200"/>
            <a:t>The Government will present information regarding its current strategy and business drivers for a forthcoming acquisition. </a:t>
          </a:r>
          <a:endParaRPr lang="en-US" sz="2400" kern="1200"/>
        </a:p>
      </dsp:txBody>
      <dsp:txXfrm>
        <a:off x="42" y="770517"/>
        <a:ext cx="4083086" cy="3755160"/>
      </dsp:txXfrm>
    </dsp:sp>
    <dsp:sp modelId="{74D73BBB-0EB8-4510-9DDC-A4DAFE8BC00C}">
      <dsp:nvSpPr>
        <dsp:cNvPr id="0" name=""/>
        <dsp:cNvSpPr/>
      </dsp:nvSpPr>
      <dsp:spPr>
        <a:xfrm>
          <a:off x="4654761" y="79317"/>
          <a:ext cx="4083086" cy="691200"/>
        </a:xfrm>
        <a:prstGeom prst="rect">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b="1" i="0" u="sng" kern="1200"/>
            <a:t>Objective: </a:t>
          </a:r>
          <a:endParaRPr lang="en-US" sz="2400" kern="1200"/>
        </a:p>
      </dsp:txBody>
      <dsp:txXfrm>
        <a:off x="4654761" y="79317"/>
        <a:ext cx="4083086" cy="691200"/>
      </dsp:txXfrm>
    </dsp:sp>
    <dsp:sp modelId="{1A0C8859-0A58-43F8-9156-8233C8F38875}">
      <dsp:nvSpPr>
        <dsp:cNvPr id="0" name=""/>
        <dsp:cNvSpPr/>
      </dsp:nvSpPr>
      <dsp:spPr>
        <a:xfrm>
          <a:off x="4654761" y="770517"/>
          <a:ext cx="4083086" cy="3755160"/>
        </a:xfrm>
        <a:prstGeom prst="rect">
          <a:avLst/>
        </a:prstGeom>
        <a:gradFill rotWithShape="1">
          <a:gsLst>
            <a:gs pos="0">
              <a:schemeClr val="dk1">
                <a:tint val="50000"/>
                <a:satMod val="300000"/>
              </a:schemeClr>
            </a:gs>
            <a:gs pos="35000">
              <a:schemeClr val="dk1">
                <a:tint val="37000"/>
                <a:satMod val="300000"/>
              </a:schemeClr>
            </a:gs>
            <a:gs pos="100000">
              <a:schemeClr val="dk1">
                <a:tint val="15000"/>
                <a:satMod val="350000"/>
              </a:schemeClr>
            </a:gs>
          </a:gsLst>
          <a:lin ang="16200000" scaled="1"/>
        </a:gradFill>
        <a:ln w="9525" cap="flat" cmpd="sng" algn="ctr">
          <a:solidFill>
            <a:schemeClr val="dk1">
              <a:shade val="95000"/>
              <a:satMod val="105000"/>
            </a:schemeClr>
          </a:solidFill>
          <a:prstDash val="solid"/>
        </a:ln>
        <a:effectLst>
          <a:outerShdw blurRad="40000" dist="20000" dir="5400000" rotWithShape="0">
            <a:srgbClr val="000000">
              <a:alpha val="38000"/>
            </a:srgbClr>
          </a:outerShdw>
        </a:effectLst>
      </dsp:spPr>
      <dsp:style>
        <a:lnRef idx="1">
          <a:schemeClr val="dk1"/>
        </a:lnRef>
        <a:fillRef idx="2">
          <a:schemeClr val="dk1"/>
        </a:fillRef>
        <a:effectRef idx="1">
          <a:schemeClr val="dk1"/>
        </a:effectRef>
        <a:fontRef idx="minor">
          <a:schemeClr val="dk1"/>
        </a:fontRef>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b="0" i="0" kern="1200"/>
            <a:t>To encourage competition and facilitate partnering opportunities for both large and small business.</a:t>
          </a:r>
          <a:endParaRPr lang="en-US" sz="2400" kern="1200"/>
        </a:p>
        <a:p>
          <a:pPr marL="228600" lvl="1" indent="-228600" algn="l" defTabSz="1066800">
            <a:lnSpc>
              <a:spcPct val="90000"/>
            </a:lnSpc>
            <a:spcBef>
              <a:spcPct val="0"/>
            </a:spcBef>
            <a:spcAft>
              <a:spcPct val="15000"/>
            </a:spcAft>
            <a:buChar char="•"/>
          </a:pPr>
          <a:r>
            <a:rPr lang="en-US" sz="2400" b="0" i="0" kern="1200" dirty="0"/>
            <a:t>To provide an opportunity for Industry Partners (IPs) to ask questions and interact with the CZ-PMO Integrated Project Team (IPT).</a:t>
          </a:r>
          <a:endParaRPr lang="en-US" sz="2400" kern="1200" dirty="0"/>
        </a:p>
      </dsp:txBody>
      <dsp:txXfrm>
        <a:off x="4654761" y="770517"/>
        <a:ext cx="4083086" cy="375516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238"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8275" y="0"/>
            <a:ext cx="3043238" cy="466725"/>
          </a:xfrm>
          <a:prstGeom prst="rect">
            <a:avLst/>
          </a:prstGeom>
        </p:spPr>
        <p:txBody>
          <a:bodyPr vert="horz" lIns="91440" tIns="45720" rIns="91440" bIns="45720" rtlCol="0"/>
          <a:lstStyle>
            <a:lvl1pPr algn="r">
              <a:defRPr sz="1200"/>
            </a:lvl1pPr>
          </a:lstStyle>
          <a:p>
            <a:fld id="{3EC5B499-E771-47DC-B4B7-77F64735EA46}" type="datetimeFigureOut">
              <a:rPr lang="en-US" smtClean="0"/>
              <a:t>4/1/2026</a:t>
            </a:fld>
            <a:endParaRPr lang="en-US"/>
          </a:p>
        </p:txBody>
      </p:sp>
      <p:sp>
        <p:nvSpPr>
          <p:cNvPr id="4" name="Footer Placeholder 3"/>
          <p:cNvSpPr>
            <a:spLocks noGrp="1"/>
          </p:cNvSpPr>
          <p:nvPr>
            <p:ph type="ftr" sz="quarter" idx="2"/>
          </p:nvPr>
        </p:nvSpPr>
        <p:spPr>
          <a:xfrm>
            <a:off x="0" y="8842375"/>
            <a:ext cx="3043238"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8275" y="8842375"/>
            <a:ext cx="3043238" cy="466725"/>
          </a:xfrm>
          <a:prstGeom prst="rect">
            <a:avLst/>
          </a:prstGeom>
        </p:spPr>
        <p:txBody>
          <a:bodyPr vert="horz" lIns="91440" tIns="45720" rIns="91440" bIns="45720" rtlCol="0" anchor="b"/>
          <a:lstStyle>
            <a:lvl1pPr algn="r">
              <a:defRPr sz="1200"/>
            </a:lvl1pPr>
          </a:lstStyle>
          <a:p>
            <a:fld id="{F7FA6F6A-6BAE-4F7D-92C4-EB029844BC1D}" type="slidenum">
              <a:rPr lang="en-US" smtClean="0"/>
              <a:t>‹#›</a:t>
            </a:fld>
            <a:endParaRPr lang="en-US"/>
          </a:p>
        </p:txBody>
      </p:sp>
    </p:spTree>
    <p:extLst>
      <p:ext uri="{BB962C8B-B14F-4D97-AF65-F5344CB8AC3E}">
        <p14:creationId xmlns:p14="http://schemas.microsoft.com/office/powerpoint/2010/main" val="17926217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41650" cy="465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3299" tIns="46648" rIns="93299" bIns="46648" numCol="1" anchor="t" anchorCtr="0" compatLnSpc="1">
            <a:prstTxWarp prst="textNoShape">
              <a:avLst/>
            </a:prstTxWarp>
          </a:bodyPr>
          <a:lstStyle>
            <a:lvl1pPr defTabSz="933261">
              <a:defRPr sz="1200">
                <a:ea typeface="ＭＳ Ｐゴシック" panose="020B0600070205080204" pitchFamily="34" charset="-128"/>
              </a:defRPr>
            </a:lvl1pPr>
          </a:lstStyle>
          <a:p>
            <a:pPr>
              <a:defRPr/>
            </a:pPr>
            <a:endParaRPr lang="en-US" altLang="en-US"/>
          </a:p>
        </p:txBody>
      </p:sp>
      <p:sp>
        <p:nvSpPr>
          <p:cNvPr id="4099" name="Rectangle 3"/>
          <p:cNvSpPr>
            <a:spLocks noGrp="1" noChangeArrowheads="1"/>
          </p:cNvSpPr>
          <p:nvPr>
            <p:ph type="dt" idx="1"/>
          </p:nvPr>
        </p:nvSpPr>
        <p:spPr bwMode="auto">
          <a:xfrm>
            <a:off x="3981450" y="0"/>
            <a:ext cx="3041650" cy="4651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3299" tIns="46648" rIns="93299" bIns="46648" numCol="1" anchor="t" anchorCtr="0" compatLnSpc="1">
            <a:prstTxWarp prst="textNoShape">
              <a:avLst/>
            </a:prstTxWarp>
          </a:bodyPr>
          <a:lstStyle>
            <a:lvl1pPr algn="r" defTabSz="933261">
              <a:defRPr sz="1200">
                <a:ea typeface="ＭＳ Ｐゴシック" panose="020B0600070205080204" pitchFamily="34" charset="-128"/>
              </a:defRPr>
            </a:lvl1pPr>
          </a:lstStyle>
          <a:p>
            <a:pPr>
              <a:defRPr/>
            </a:pPr>
            <a:endParaRPr lang="en-US" altLang="en-US"/>
          </a:p>
        </p:txBody>
      </p:sp>
      <p:sp>
        <p:nvSpPr>
          <p:cNvPr id="6148" name="Rectangle 4"/>
          <p:cNvSpPr>
            <a:spLocks noGrp="1" noRot="1" noChangeAspect="1" noChangeArrowheads="1" noTextEdit="1"/>
          </p:cNvSpPr>
          <p:nvPr>
            <p:ph type="sldImg" idx="2"/>
          </p:nvPr>
        </p:nvSpPr>
        <p:spPr bwMode="auto">
          <a:xfrm>
            <a:off x="407988" y="698500"/>
            <a:ext cx="6207125" cy="349091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35038" y="4422775"/>
            <a:ext cx="5153025" cy="4187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3299" tIns="46648" rIns="93299" bIns="46648"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4102" name="Rectangle 6"/>
          <p:cNvSpPr>
            <a:spLocks noGrp="1" noChangeArrowheads="1"/>
          </p:cNvSpPr>
          <p:nvPr>
            <p:ph type="ftr" sz="quarter" idx="4"/>
          </p:nvPr>
        </p:nvSpPr>
        <p:spPr bwMode="auto">
          <a:xfrm>
            <a:off x="0" y="8843963"/>
            <a:ext cx="3041650" cy="465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3299" tIns="46648" rIns="93299" bIns="46648" numCol="1" anchor="b" anchorCtr="0" compatLnSpc="1">
            <a:prstTxWarp prst="textNoShape">
              <a:avLst/>
            </a:prstTxWarp>
          </a:bodyPr>
          <a:lstStyle>
            <a:lvl1pPr defTabSz="933261">
              <a:defRPr sz="1200">
                <a:ea typeface="ＭＳ Ｐゴシック" panose="020B0600070205080204" pitchFamily="34" charset="-128"/>
              </a:defRPr>
            </a:lvl1pPr>
          </a:lstStyle>
          <a:p>
            <a:pPr>
              <a:defRPr/>
            </a:pPr>
            <a:endParaRPr lang="en-US" altLang="en-US"/>
          </a:p>
        </p:txBody>
      </p:sp>
      <p:sp>
        <p:nvSpPr>
          <p:cNvPr id="4103" name="Rectangle 7"/>
          <p:cNvSpPr>
            <a:spLocks noGrp="1" noChangeArrowheads="1"/>
          </p:cNvSpPr>
          <p:nvPr>
            <p:ph type="sldNum" sz="quarter" idx="5"/>
          </p:nvPr>
        </p:nvSpPr>
        <p:spPr bwMode="auto">
          <a:xfrm>
            <a:off x="3981450" y="8843963"/>
            <a:ext cx="3041650" cy="465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3299" tIns="46648" rIns="93299" bIns="46648" numCol="1" anchor="b" anchorCtr="0" compatLnSpc="1">
            <a:prstTxWarp prst="textNoShape">
              <a:avLst/>
            </a:prstTxWarp>
          </a:bodyPr>
          <a:lstStyle>
            <a:lvl1pPr algn="r" defTabSz="933261">
              <a:defRPr sz="1200">
                <a:ea typeface="ＭＳ Ｐゴシック" panose="020B0600070205080204" pitchFamily="34" charset="-128"/>
              </a:defRPr>
            </a:lvl1pPr>
          </a:lstStyle>
          <a:p>
            <a:pPr>
              <a:defRPr/>
            </a:pPr>
            <a:fld id="{E3B44D22-4394-4581-BBF9-0B540555B201}" type="slidenum">
              <a:rPr lang="en-US" altLang="en-US"/>
              <a:pPr>
                <a:defRPr/>
              </a:pPr>
              <a:t>‹#›</a:t>
            </a:fld>
            <a:endParaRPr lang="en-US" altLang="en-US"/>
          </a:p>
        </p:txBody>
      </p:sp>
    </p:spTree>
    <p:extLst>
      <p:ext uri="{BB962C8B-B14F-4D97-AF65-F5344CB8AC3E}">
        <p14:creationId xmlns:p14="http://schemas.microsoft.com/office/powerpoint/2010/main" val="19000207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a:ln/>
        </p:spPr>
      </p:sp>
      <p:sp>
        <p:nvSpPr>
          <p:cNvPr id="8195" name="Notes Placeholder 2"/>
          <p:cNvSpPr>
            <a:spLocks noGrp="1"/>
          </p:cNvSpPr>
          <p:nvPr>
            <p:ph type="body" idx="1"/>
          </p:nvPr>
        </p:nvSpPr>
        <p:spPr>
          <a:xfrm>
            <a:off x="407988" y="4422775"/>
            <a:ext cx="6207125" cy="4187825"/>
          </a:xfrm>
          <a:noFill/>
        </p:spPr>
        <p:txBody>
          <a:bodyPr/>
          <a:lstStyle/>
          <a:p>
            <a:pPr marL="171450" marR="0" lvl="0" indent="-171450" algn="l" defTabSz="914400" rtl="0" eaLnBrk="0" fontAlgn="base" latinLnBrk="0" hangingPunct="0">
              <a:lnSpc>
                <a:spcPct val="100000"/>
              </a:lnSpc>
              <a:spcBef>
                <a:spcPct val="30000"/>
              </a:spcBef>
              <a:spcAft>
                <a:spcPct val="0"/>
              </a:spcAft>
              <a:buClrTx/>
              <a:buSzTx/>
              <a:buFontTx/>
              <a:buChar char="•"/>
              <a:tabLst/>
              <a:defRPr/>
            </a:pPr>
            <a:endParaRPr lang="en-US" altLang="en-US" sz="1000"/>
          </a:p>
        </p:txBody>
      </p:sp>
      <p:sp>
        <p:nvSpPr>
          <p:cNvPr id="8196" name="Slide Number Placeholder 3"/>
          <p:cNvSpPr>
            <a:spLocks noGrp="1"/>
          </p:cNvSpPr>
          <p:nvPr>
            <p:ph type="sldNum" sz="quarter" idx="5"/>
          </p:nvPr>
        </p:nvSpPr>
        <p:spPr>
          <a:noFill/>
        </p:spPr>
        <p:txBody>
          <a:bodyPr/>
          <a:lstStyle>
            <a:lvl1pPr defTabSz="931863">
              <a:defRPr sz="2400">
                <a:solidFill>
                  <a:schemeClr val="tx1"/>
                </a:solidFill>
                <a:latin typeface="Arial" panose="020B0604020202020204" pitchFamily="34" charset="0"/>
                <a:ea typeface="MS PGothic" panose="020B0600070205080204" pitchFamily="34" charset="-128"/>
              </a:defRPr>
            </a:lvl1pPr>
            <a:lvl2pPr marL="742950" indent="-285750" defTabSz="931863">
              <a:defRPr sz="2400">
                <a:solidFill>
                  <a:schemeClr val="tx1"/>
                </a:solidFill>
                <a:latin typeface="Arial" panose="020B0604020202020204" pitchFamily="34" charset="0"/>
                <a:ea typeface="MS PGothic" panose="020B0600070205080204" pitchFamily="34" charset="-128"/>
              </a:defRPr>
            </a:lvl2pPr>
            <a:lvl3pPr marL="1144588" indent="-228600" defTabSz="931863">
              <a:defRPr sz="2400">
                <a:solidFill>
                  <a:schemeClr val="tx1"/>
                </a:solidFill>
                <a:latin typeface="Arial" panose="020B0604020202020204" pitchFamily="34" charset="0"/>
                <a:ea typeface="MS PGothic" panose="020B0600070205080204" pitchFamily="34" charset="-128"/>
              </a:defRPr>
            </a:lvl3pPr>
            <a:lvl4pPr marL="1601788" indent="-228600" defTabSz="931863">
              <a:defRPr sz="2400">
                <a:solidFill>
                  <a:schemeClr val="tx1"/>
                </a:solidFill>
                <a:latin typeface="Arial" panose="020B0604020202020204" pitchFamily="34" charset="0"/>
                <a:ea typeface="MS PGothic" panose="020B0600070205080204" pitchFamily="34" charset="-128"/>
              </a:defRPr>
            </a:lvl4pPr>
            <a:lvl5pPr marL="2058988" indent="-228600" defTabSz="931863">
              <a:defRPr sz="2400">
                <a:solidFill>
                  <a:schemeClr val="tx1"/>
                </a:solidFill>
                <a:latin typeface="Arial" panose="020B0604020202020204" pitchFamily="34" charset="0"/>
                <a:ea typeface="MS PGothic" panose="020B0600070205080204" pitchFamily="34" charset="-128"/>
              </a:defRPr>
            </a:lvl5pPr>
            <a:lvl6pPr marL="2516188" indent="-228600" defTabSz="93186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3388" indent="-228600" defTabSz="93186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30588" indent="-228600" defTabSz="93186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7788" indent="-228600" defTabSz="93186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3A481D93-5760-41C6-9528-C4917278F796}" type="slidenum">
              <a:rPr lang="en-US" altLang="en-US" sz="1200" smtClean="0">
                <a:solidFill>
                  <a:srgbClr val="000000"/>
                </a:solidFill>
              </a:rPr>
              <a:pPr/>
              <a:t>1</a:t>
            </a:fld>
            <a:endParaRPr lang="en-US" altLang="en-US" sz="1200">
              <a:solidFill>
                <a:srgbClr val="000000"/>
              </a:solidFill>
            </a:endParaRPr>
          </a:p>
        </p:txBody>
      </p:sp>
    </p:spTree>
    <p:extLst>
      <p:ext uri="{BB962C8B-B14F-4D97-AF65-F5344CB8AC3E}">
        <p14:creationId xmlns:p14="http://schemas.microsoft.com/office/powerpoint/2010/main" val="9725637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a:ln/>
        </p:spPr>
      </p:sp>
      <p:sp>
        <p:nvSpPr>
          <p:cNvPr id="11267" name="Notes Placeholder 2"/>
          <p:cNvSpPr>
            <a:spLocks noGrp="1"/>
          </p:cNvSpPr>
          <p:nvPr>
            <p:ph type="body" idx="1"/>
          </p:nvPr>
        </p:nvSpPr>
        <p:spPr>
          <a:noFill/>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lang="en-US" altLang="en-US" sz="1000" baseline="0">
              <a:latin typeface="Times New Roman" panose="02020603050405020304" pitchFamily="18" charset="0"/>
              <a:cs typeface="Times New Roman" panose="02020603050405020304" pitchFamily="18" charset="0"/>
            </a:endParaRPr>
          </a:p>
        </p:txBody>
      </p:sp>
      <p:sp>
        <p:nvSpPr>
          <p:cNvPr id="11268" name="Slide Number Placeholder 3"/>
          <p:cNvSpPr>
            <a:spLocks noGrp="1"/>
          </p:cNvSpPr>
          <p:nvPr>
            <p:ph type="sldNum" sz="quarter" idx="5"/>
          </p:nvPr>
        </p:nvSpPr>
        <p:spPr>
          <a:noFill/>
        </p:spPr>
        <p:txBody>
          <a:bodyPr/>
          <a:lstStyle>
            <a:lvl1pPr defTabSz="931863">
              <a:defRPr sz="2400">
                <a:solidFill>
                  <a:schemeClr val="tx1"/>
                </a:solidFill>
                <a:latin typeface="Arial" panose="020B0604020202020204" pitchFamily="34" charset="0"/>
                <a:ea typeface="MS PGothic" panose="020B0600070205080204" pitchFamily="34" charset="-128"/>
              </a:defRPr>
            </a:lvl1pPr>
            <a:lvl2pPr marL="742950" indent="-285750" defTabSz="931863">
              <a:defRPr sz="2400">
                <a:solidFill>
                  <a:schemeClr val="tx1"/>
                </a:solidFill>
                <a:latin typeface="Arial" panose="020B0604020202020204" pitchFamily="34" charset="0"/>
                <a:ea typeface="MS PGothic" panose="020B0600070205080204" pitchFamily="34" charset="-128"/>
              </a:defRPr>
            </a:lvl2pPr>
            <a:lvl3pPr marL="1143000" indent="-228600" defTabSz="931863">
              <a:defRPr sz="2400">
                <a:solidFill>
                  <a:schemeClr val="tx1"/>
                </a:solidFill>
                <a:latin typeface="Arial" panose="020B0604020202020204" pitchFamily="34" charset="0"/>
                <a:ea typeface="MS PGothic" panose="020B0600070205080204" pitchFamily="34" charset="-128"/>
              </a:defRPr>
            </a:lvl3pPr>
            <a:lvl4pPr marL="1600200" indent="-228600" defTabSz="931863">
              <a:defRPr sz="2400">
                <a:solidFill>
                  <a:schemeClr val="tx1"/>
                </a:solidFill>
                <a:latin typeface="Arial" panose="020B0604020202020204" pitchFamily="34" charset="0"/>
                <a:ea typeface="MS PGothic" panose="020B0600070205080204" pitchFamily="34" charset="-128"/>
              </a:defRPr>
            </a:lvl4pPr>
            <a:lvl5pPr marL="2057400" indent="-228600" defTabSz="931863">
              <a:defRPr sz="2400">
                <a:solidFill>
                  <a:schemeClr val="tx1"/>
                </a:solidFill>
                <a:latin typeface="Arial" panose="020B0604020202020204" pitchFamily="34" charset="0"/>
                <a:ea typeface="MS PGothic" panose="020B0600070205080204" pitchFamily="34" charset="-128"/>
              </a:defRPr>
            </a:lvl5pPr>
            <a:lvl6pPr marL="2514600" indent="-228600" defTabSz="93186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93186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93186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93186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marL="0" marR="0" lvl="0" indent="0" algn="r" defTabSz="931863" rtl="0" eaLnBrk="0" fontAlgn="base" latinLnBrk="0" hangingPunct="0">
              <a:lnSpc>
                <a:spcPct val="100000"/>
              </a:lnSpc>
              <a:spcBef>
                <a:spcPct val="0"/>
              </a:spcBef>
              <a:spcAft>
                <a:spcPct val="0"/>
              </a:spcAft>
              <a:buClrTx/>
              <a:buSzTx/>
              <a:buFontTx/>
              <a:buNone/>
              <a:tabLst/>
              <a:defRPr/>
            </a:pPr>
            <a:fld id="{CA614DE4-44BE-462D-980F-C2B3E64E7178}"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pitchFamily="34" charset="-128"/>
                <a:cs typeface="+mn-cs"/>
              </a:rPr>
              <a:pPr marL="0" marR="0" lvl="0" indent="0" algn="r" defTabSz="931863" rtl="0" eaLnBrk="0" fontAlgn="base" latinLnBrk="0" hangingPunct="0">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n-cs"/>
            </a:endParaRPr>
          </a:p>
        </p:txBody>
      </p:sp>
    </p:spTree>
    <p:extLst>
      <p:ext uri="{BB962C8B-B14F-4D97-AF65-F5344CB8AC3E}">
        <p14:creationId xmlns:p14="http://schemas.microsoft.com/office/powerpoint/2010/main" val="3181306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2B5B426-BD63-4032-A6D7-4B5FCBDD4E1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92646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933261" rtl="0" eaLnBrk="0" fontAlgn="base" latinLnBrk="0" hangingPunct="0">
              <a:lnSpc>
                <a:spcPct val="100000"/>
              </a:lnSpc>
              <a:spcBef>
                <a:spcPct val="0"/>
              </a:spcBef>
              <a:spcAft>
                <a:spcPct val="0"/>
              </a:spcAft>
              <a:buClrTx/>
              <a:buSzTx/>
              <a:buFontTx/>
              <a:buNone/>
              <a:tabLst/>
              <a:defRPr/>
            </a:pPr>
            <a:fld id="{297E72E3-084B-4BB7-A835-BDDDFBF1029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ＭＳ Ｐゴシック" panose="020B0600070205080204" pitchFamily="34" charset="-128"/>
                <a:cs typeface="+mn-cs"/>
              </a:rPr>
              <a:pPr marL="0" marR="0" lvl="0" indent="0" algn="r" defTabSz="933261" rtl="0" eaLnBrk="0" fontAlgn="base" latinLnBrk="0" hangingPunct="0">
                <a:lnSpc>
                  <a:spcPct val="100000"/>
                </a:lnSpc>
                <a:spcBef>
                  <a:spcPct val="0"/>
                </a:spcBef>
                <a:spcAft>
                  <a:spcPct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9223086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97E72E3-084B-4BB7-A835-BDDDFBF10298}" type="slidenum">
              <a:rPr lang="en-US" smtClean="0"/>
              <a:t>9</a:t>
            </a:fld>
            <a:endParaRPr lang="en-US"/>
          </a:p>
        </p:txBody>
      </p:sp>
    </p:spTree>
    <p:extLst>
      <p:ext uri="{BB962C8B-B14F-4D97-AF65-F5344CB8AC3E}">
        <p14:creationId xmlns:p14="http://schemas.microsoft.com/office/powerpoint/2010/main" val="20683116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97E72E3-084B-4BB7-A835-BDDDFBF10298}" type="slidenum">
              <a:rPr lang="en-US" smtClean="0"/>
              <a:t>10</a:t>
            </a:fld>
            <a:endParaRPr lang="en-US"/>
          </a:p>
        </p:txBody>
      </p:sp>
    </p:spTree>
    <p:extLst>
      <p:ext uri="{BB962C8B-B14F-4D97-AF65-F5344CB8AC3E}">
        <p14:creationId xmlns:p14="http://schemas.microsoft.com/office/powerpoint/2010/main" val="3708039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297E72E3-084B-4BB7-A835-BDDDFBF10298}" type="slidenum">
              <a:rPr lang="en-US" smtClean="0"/>
              <a:t>11</a:t>
            </a:fld>
            <a:endParaRPr lang="en-US"/>
          </a:p>
        </p:txBody>
      </p:sp>
    </p:spTree>
    <p:extLst>
      <p:ext uri="{BB962C8B-B14F-4D97-AF65-F5344CB8AC3E}">
        <p14:creationId xmlns:p14="http://schemas.microsoft.com/office/powerpoint/2010/main" val="839081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a:p>
        </p:txBody>
      </p:sp>
      <p:sp>
        <p:nvSpPr>
          <p:cNvPr id="4" name="Slide Number Placeholder 3"/>
          <p:cNvSpPr>
            <a:spLocks noGrp="1"/>
          </p:cNvSpPr>
          <p:nvPr>
            <p:ph type="sldNum" sz="quarter" idx="10"/>
          </p:nvPr>
        </p:nvSpPr>
        <p:spPr/>
        <p:txBody>
          <a:bodyPr/>
          <a:lstStyle/>
          <a:p>
            <a:fld id="{297E72E3-084B-4BB7-A835-BDDDFBF10298}" type="slidenum">
              <a:rPr lang="en-US" smtClean="0">
                <a:solidFill>
                  <a:prstClr val="black"/>
                </a:solidFill>
              </a:rPr>
              <a:pPr/>
              <a:t>12</a:t>
            </a:fld>
            <a:endParaRPr lang="en-US">
              <a:solidFill>
                <a:prstClr val="black"/>
              </a:solidFill>
            </a:endParaRPr>
          </a:p>
        </p:txBody>
      </p:sp>
    </p:spTree>
    <p:extLst>
      <p:ext uri="{BB962C8B-B14F-4D97-AF65-F5344CB8AC3E}">
        <p14:creationId xmlns:p14="http://schemas.microsoft.com/office/powerpoint/2010/main" val="1094556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9818" y="1494148"/>
            <a:ext cx="9144000" cy="2387600"/>
          </a:xfrm>
          <a:prstGeom prst="rect">
            <a:avLst/>
          </a:prstGeom>
        </p:spPr>
        <p:txBody>
          <a:bodyPr anchor="b"/>
          <a:lstStyle>
            <a:lvl1pPr algn="l">
              <a:defRPr sz="4000">
                <a:latin typeface="+mj-lt"/>
              </a:defRPr>
            </a:lvl1pPr>
          </a:lstStyle>
          <a:p>
            <a:r>
              <a:rPr lang="en-US"/>
              <a:t>Click to edit Master title style</a:t>
            </a:r>
          </a:p>
        </p:txBody>
      </p:sp>
      <p:sp>
        <p:nvSpPr>
          <p:cNvPr id="3" name="Subtitle 2"/>
          <p:cNvSpPr>
            <a:spLocks noGrp="1"/>
          </p:cNvSpPr>
          <p:nvPr>
            <p:ph type="subTitle" idx="1"/>
          </p:nvPr>
        </p:nvSpPr>
        <p:spPr>
          <a:xfrm>
            <a:off x="969818" y="4525671"/>
            <a:ext cx="7651668" cy="1655762"/>
          </a:xfrm>
          <a:prstGeom prst="rect">
            <a:avLst/>
          </a:prstGeom>
        </p:spPr>
        <p:txBody>
          <a:bodyPr/>
          <a:lstStyle>
            <a:lvl1pPr marL="0" indent="0" algn="l">
              <a:buNone/>
              <a:defRPr sz="24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66515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endParaRPr lang="en-US">
              <a:solidFill>
                <a:srgbClr val="000000"/>
              </a:solidFill>
            </a:endParaRPr>
          </a:p>
        </p:txBody>
      </p:sp>
      <p:sp>
        <p:nvSpPr>
          <p:cNvPr id="4" name="Rectangle 5"/>
          <p:cNvSpPr>
            <a:spLocks noGrp="1" noChangeArrowheads="1"/>
          </p:cNvSpPr>
          <p:nvPr>
            <p:ph type="sldNum" sz="quarter" idx="11"/>
          </p:nvPr>
        </p:nvSpPr>
        <p:spPr>
          <a:ln/>
        </p:spPr>
        <p:txBody>
          <a:bodyPr/>
          <a:lstStyle>
            <a:lvl1pPr>
              <a:defRPr/>
            </a:lvl1pPr>
          </a:lstStyle>
          <a:p>
            <a:fld id="{3572372A-544B-4C2A-B94F-1EC4F78BA524}"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613060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27274" y="173038"/>
            <a:ext cx="7807569" cy="853904"/>
          </a:xfrm>
        </p:spPr>
        <p:txBody>
          <a:bodyPr/>
          <a:lstStyle/>
          <a:p>
            <a:r>
              <a:rPr lang="en-US"/>
              <a:t>Click to edit Master title style</a:t>
            </a:r>
          </a:p>
        </p:txBody>
      </p:sp>
      <p:sp>
        <p:nvSpPr>
          <p:cNvPr id="3" name="Content Placeholder 2"/>
          <p:cNvSpPr>
            <a:spLocks noGrp="1"/>
          </p:cNvSpPr>
          <p:nvPr>
            <p:ph sz="half" idx="1"/>
          </p:nvPr>
        </p:nvSpPr>
        <p:spPr>
          <a:xfrm>
            <a:off x="914400" y="1676400"/>
            <a:ext cx="508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08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7950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899138" y="173038"/>
            <a:ext cx="7863840" cy="839836"/>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sldNum" sz="quarter" idx="11"/>
          </p:nvPr>
        </p:nvSpPr>
        <p:spPr>
          <a:ln/>
        </p:spPr>
        <p:txBody>
          <a:bodyPr/>
          <a:lstStyle>
            <a:lvl1pPr>
              <a:defRPr/>
            </a:lvl1pPr>
          </a:lstStyle>
          <a:p>
            <a:fld id="{82D7B593-C51E-4D51-A149-C19C4BF7017F}" type="slidenum">
              <a:rPr lang="en-US"/>
              <a:pPr/>
              <a:t>‹#›</a:t>
            </a:fld>
            <a:endParaRPr lang="en-US"/>
          </a:p>
        </p:txBody>
      </p:sp>
    </p:spTree>
    <p:extLst>
      <p:ext uri="{BB962C8B-B14F-4D97-AF65-F5344CB8AC3E}">
        <p14:creationId xmlns:p14="http://schemas.microsoft.com/office/powerpoint/2010/main" val="1618844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9818"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969818" y="3611275"/>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6"/>
          <p:cNvSpPr>
            <a:spLocks noGrp="1" noChangeArrowheads="1"/>
          </p:cNvSpPr>
          <p:nvPr>
            <p:ph type="sldNum" sz="quarter" idx="4"/>
          </p:nvPr>
        </p:nvSpPr>
        <p:spPr>
          <a:xfrm>
            <a:off x="11450091" y="6413062"/>
            <a:ext cx="533400" cy="200025"/>
          </a:xfrm>
          <a:prstGeom prst="rect">
            <a:avLst/>
          </a:prstGeom>
          <a:ln/>
        </p:spPr>
        <p:txBody>
          <a:bodyPr anchor="ctr"/>
          <a:lstStyle>
            <a:lvl1pPr>
              <a:defRPr sz="1200">
                <a:solidFill>
                  <a:schemeClr val="tx1"/>
                </a:solidFill>
              </a:defRPr>
            </a:lvl1pPr>
          </a:lstStyle>
          <a:p>
            <a:pPr>
              <a:defRPr/>
            </a:pPr>
            <a:fld id="{FEF82BBA-2C35-489A-8BB4-340357FB7226}" type="slidenum">
              <a:rPr lang="en-US" altLang="en-US" smtClean="0"/>
              <a:pPr>
                <a:defRPr/>
              </a:pPr>
              <a:t>‹#›</a:t>
            </a:fld>
            <a:endParaRPr lang="en-US" altLang="en-US"/>
          </a:p>
        </p:txBody>
      </p:sp>
    </p:spTree>
    <p:extLst>
      <p:ext uri="{BB962C8B-B14F-4D97-AF65-F5344CB8AC3E}">
        <p14:creationId xmlns:p14="http://schemas.microsoft.com/office/powerpoint/2010/main" val="591865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sldNum" sz="quarter" idx="11"/>
          </p:nvPr>
        </p:nvSpPr>
        <p:spPr>
          <a:xfrm>
            <a:off x="10684933" y="6472469"/>
            <a:ext cx="533400" cy="200025"/>
          </a:xfrm>
          <a:ln/>
        </p:spPr>
        <p:txBody>
          <a:bodyPr/>
          <a:lstStyle>
            <a:lvl1pPr>
              <a:defRPr/>
            </a:lvl1pPr>
          </a:lstStyle>
          <a:p>
            <a:fld id="{2668A1BE-B3A9-4EC9-9C96-41379E80CBD3}" type="slidenum">
              <a:rPr lang="en-US"/>
              <a:pPr/>
              <a:t>‹#›</a:t>
            </a:fld>
            <a:endParaRPr lang="en-US"/>
          </a:p>
        </p:txBody>
      </p:sp>
      <p:sp>
        <p:nvSpPr>
          <p:cNvPr id="6" name="TextBox 5"/>
          <p:cNvSpPr txBox="1"/>
          <p:nvPr userDrawn="1"/>
        </p:nvSpPr>
        <p:spPr>
          <a:xfrm>
            <a:off x="4483508" y="6519313"/>
            <a:ext cx="3224981" cy="338554"/>
          </a:xfrm>
          <a:prstGeom prst="rect">
            <a:avLst/>
          </a:prstGeom>
          <a:noFill/>
        </p:spPr>
        <p:txBody>
          <a:bodyPr wrap="square" rtlCol="0">
            <a:spAutoFit/>
          </a:bodyPr>
          <a:lstStyle/>
          <a:p>
            <a:pPr algn="ctr"/>
            <a:r>
              <a:rPr lang="en-US" sz="1600"/>
              <a:t>UNCLASSIFIED</a:t>
            </a:r>
          </a:p>
        </p:txBody>
      </p:sp>
    </p:spTree>
    <p:extLst>
      <p:ext uri="{BB962C8B-B14F-4D97-AF65-F5344CB8AC3E}">
        <p14:creationId xmlns:p14="http://schemas.microsoft.com/office/powerpoint/2010/main" val="1304395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899138" y="173038"/>
            <a:ext cx="7863840" cy="839836"/>
          </a:xfrm>
        </p:spPr>
        <p:txBody>
          <a:bodyPr/>
          <a:lstStyle>
            <a:lvl1pPr>
              <a:defRPr>
                <a:solidFill>
                  <a:schemeClr val="tx1"/>
                </a:solidFill>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sldNum" sz="quarter" idx="11"/>
          </p:nvPr>
        </p:nvSpPr>
        <p:spPr>
          <a:ln/>
        </p:spPr>
        <p:txBody>
          <a:bodyPr/>
          <a:lstStyle>
            <a:lvl1pPr>
              <a:defRPr/>
            </a:lvl1pPr>
          </a:lstStyle>
          <a:p>
            <a:fld id="{82D7B593-C51E-4D51-A149-C19C4BF7017F}" type="slidenum">
              <a:rPr lang="en-US"/>
              <a:pPr/>
              <a:t>‹#›</a:t>
            </a:fld>
            <a:endParaRPr lang="en-US"/>
          </a:p>
        </p:txBody>
      </p:sp>
    </p:spTree>
    <p:extLst>
      <p:ext uri="{BB962C8B-B14F-4D97-AF65-F5344CB8AC3E}">
        <p14:creationId xmlns:p14="http://schemas.microsoft.com/office/powerpoint/2010/main" val="1787782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sldNum" sz="quarter" idx="11"/>
          </p:nvPr>
        </p:nvSpPr>
        <p:spPr>
          <a:ln/>
        </p:spPr>
        <p:txBody>
          <a:bodyPr/>
          <a:lstStyle>
            <a:lvl1pPr>
              <a:defRPr/>
            </a:lvl1pPr>
          </a:lstStyle>
          <a:p>
            <a:fld id="{85B25C2E-8A15-45B2-A879-845D231C5485}" type="slidenum">
              <a:rPr lang="en-US"/>
              <a:pPr/>
              <a:t>‹#›</a:t>
            </a:fld>
            <a:endParaRPr lang="en-US"/>
          </a:p>
        </p:txBody>
      </p:sp>
    </p:spTree>
    <p:extLst>
      <p:ext uri="{BB962C8B-B14F-4D97-AF65-F5344CB8AC3E}">
        <p14:creationId xmlns:p14="http://schemas.microsoft.com/office/powerpoint/2010/main" val="19134403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764632" y="173038"/>
            <a:ext cx="9962147" cy="853904"/>
          </a:xfrm>
        </p:spPr>
        <p:txBody>
          <a:bodyPr/>
          <a:lstStyle>
            <a:lvl1pPr>
              <a:defRPr>
                <a:solidFill>
                  <a:schemeClr val="tx1"/>
                </a:solidFill>
              </a:defRPr>
            </a:lvl1pPr>
          </a:lstStyle>
          <a:p>
            <a:r>
              <a:rPr lang="en-US"/>
              <a:t>Click to edit Master title style</a:t>
            </a:r>
          </a:p>
        </p:txBody>
      </p:sp>
      <p:sp>
        <p:nvSpPr>
          <p:cNvPr id="3" name="Content Placeholder 2"/>
          <p:cNvSpPr>
            <a:spLocks noGrp="1"/>
          </p:cNvSpPr>
          <p:nvPr>
            <p:ph sz="half" idx="1"/>
          </p:nvPr>
        </p:nvSpPr>
        <p:spPr>
          <a:xfrm>
            <a:off x="914400" y="1676400"/>
            <a:ext cx="508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08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sldNum" sz="quarter" idx="11"/>
          </p:nvPr>
        </p:nvSpPr>
        <p:spPr>
          <a:ln/>
        </p:spPr>
        <p:txBody>
          <a:bodyPr/>
          <a:lstStyle>
            <a:lvl1pPr>
              <a:defRPr/>
            </a:lvl1pPr>
          </a:lstStyle>
          <a:p>
            <a:fld id="{8242032C-FEAC-42E1-8F73-3D6A05458E80}" type="slidenum">
              <a:rPr lang="en-US"/>
              <a:pPr/>
              <a:t>‹#›</a:t>
            </a:fld>
            <a:endParaRPr lang="en-US"/>
          </a:p>
        </p:txBody>
      </p:sp>
    </p:spTree>
    <p:extLst>
      <p:ext uri="{BB962C8B-B14F-4D97-AF65-F5344CB8AC3E}">
        <p14:creationId xmlns:p14="http://schemas.microsoft.com/office/powerpoint/2010/main" val="1154933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754324" y="211538"/>
            <a:ext cx="9828075" cy="838397"/>
          </a:xfrm>
        </p:spPr>
        <p:txBody>
          <a:bodyPr/>
          <a:lstStyle>
            <a:lvl1pPr>
              <a:defRPr>
                <a:solidFill>
                  <a:schemeClr val="tx1"/>
                </a:solidFill>
              </a:defRPr>
            </a:lvl1p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endParaRPr lang="en-US"/>
          </a:p>
        </p:txBody>
      </p:sp>
      <p:sp>
        <p:nvSpPr>
          <p:cNvPr id="4" name="Rectangle 5"/>
          <p:cNvSpPr>
            <a:spLocks noGrp="1" noChangeArrowheads="1"/>
          </p:cNvSpPr>
          <p:nvPr>
            <p:ph type="sldNum" sz="quarter" idx="11"/>
          </p:nvPr>
        </p:nvSpPr>
        <p:spPr>
          <a:ln/>
        </p:spPr>
        <p:txBody>
          <a:bodyPr/>
          <a:lstStyle>
            <a:lvl1pPr>
              <a:defRPr/>
            </a:lvl1pPr>
          </a:lstStyle>
          <a:p>
            <a:fld id="{3572372A-544B-4C2A-B94F-1EC4F78BA524}" type="slidenum">
              <a:rPr lang="en-US"/>
              <a:pPr/>
              <a:t>‹#›</a:t>
            </a:fld>
            <a:endParaRPr lang="en-US"/>
          </a:p>
        </p:txBody>
      </p:sp>
    </p:spTree>
    <p:extLst>
      <p:ext uri="{BB962C8B-B14F-4D97-AF65-F5344CB8AC3E}">
        <p14:creationId xmlns:p14="http://schemas.microsoft.com/office/powerpoint/2010/main" val="4173415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p>
        </p:txBody>
      </p:sp>
      <p:sp>
        <p:nvSpPr>
          <p:cNvPr id="3" name="Rectangle 5"/>
          <p:cNvSpPr>
            <a:spLocks noGrp="1" noChangeArrowheads="1"/>
          </p:cNvSpPr>
          <p:nvPr>
            <p:ph type="sldNum" sz="quarter" idx="11"/>
          </p:nvPr>
        </p:nvSpPr>
        <p:spPr>
          <a:ln/>
        </p:spPr>
        <p:txBody>
          <a:bodyPr/>
          <a:lstStyle>
            <a:lvl1pPr>
              <a:defRPr/>
            </a:lvl1pPr>
          </a:lstStyle>
          <a:p>
            <a:fld id="{8701F072-8BDC-4214-AD48-BDFCA27B0618}" type="slidenum">
              <a:rPr lang="en-US"/>
              <a:pPr/>
              <a:t>‹#›</a:t>
            </a:fld>
            <a:endParaRPr lang="en-US"/>
          </a:p>
        </p:txBody>
      </p:sp>
    </p:spTree>
    <p:extLst>
      <p:ext uri="{BB962C8B-B14F-4D97-AF65-F5344CB8AC3E}">
        <p14:creationId xmlns:p14="http://schemas.microsoft.com/office/powerpoint/2010/main" val="2171638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44393" y="273050"/>
            <a:ext cx="7891976" cy="709613"/>
          </a:xfrm>
        </p:spPr>
        <p:txBody>
          <a:bodyPr anchor="b"/>
          <a:lstStyle>
            <a:lvl1pPr algn="l">
              <a:defRPr sz="2000" b="1">
                <a:solidFill>
                  <a:schemeClr val="tx1"/>
                </a:solidFill>
              </a:defRPr>
            </a:lvl1pPr>
          </a:lstStyle>
          <a:p>
            <a:r>
              <a:rPr lang="en-US"/>
              <a:t>Click to edit Master title style</a:t>
            </a:r>
          </a:p>
        </p:txBody>
      </p:sp>
      <p:sp>
        <p:nvSpPr>
          <p:cNvPr id="3" name="Content Placeholder 2"/>
          <p:cNvSpPr>
            <a:spLocks noGrp="1"/>
          </p:cNvSpPr>
          <p:nvPr>
            <p:ph idx="1"/>
          </p:nvPr>
        </p:nvSpPr>
        <p:spPr>
          <a:xfrm>
            <a:off x="4766733" y="1435100"/>
            <a:ext cx="6815667" cy="469106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sldNum" sz="quarter" idx="11"/>
          </p:nvPr>
        </p:nvSpPr>
        <p:spPr>
          <a:ln/>
        </p:spPr>
        <p:txBody>
          <a:bodyPr/>
          <a:lstStyle>
            <a:lvl1pPr>
              <a:defRPr/>
            </a:lvl1pPr>
          </a:lstStyle>
          <a:p>
            <a:fld id="{25109EE0-7905-4FF1-AAFA-44EDFE24915C}" type="slidenum">
              <a:rPr lang="en-US"/>
              <a:pPr/>
              <a:t>‹#›</a:t>
            </a:fld>
            <a:endParaRPr lang="en-US"/>
          </a:p>
        </p:txBody>
      </p:sp>
    </p:spTree>
    <p:extLst>
      <p:ext uri="{BB962C8B-B14F-4D97-AF65-F5344CB8AC3E}">
        <p14:creationId xmlns:p14="http://schemas.microsoft.com/office/powerpoint/2010/main" val="6137042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sldNum" sz="quarter" idx="11"/>
          </p:nvPr>
        </p:nvSpPr>
        <p:spPr>
          <a:ln/>
        </p:spPr>
        <p:txBody>
          <a:bodyPr/>
          <a:lstStyle>
            <a:lvl1pPr>
              <a:defRPr/>
            </a:lvl1pPr>
          </a:lstStyle>
          <a:p>
            <a:fld id="{AC883863-D7C8-4A8A-89B2-353DADA1E3DF}" type="slidenum">
              <a:rPr lang="en-US"/>
              <a:pPr/>
              <a:t>‹#›</a:t>
            </a:fld>
            <a:endParaRPr lang="en-US"/>
          </a:p>
        </p:txBody>
      </p:sp>
    </p:spTree>
    <p:extLst>
      <p:ext uri="{BB962C8B-B14F-4D97-AF65-F5344CB8AC3E}">
        <p14:creationId xmlns:p14="http://schemas.microsoft.com/office/powerpoint/2010/main" val="20506452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sldNum" sz="quarter" idx="11"/>
          </p:nvPr>
        </p:nvSpPr>
        <p:spPr>
          <a:ln/>
        </p:spPr>
        <p:txBody>
          <a:bodyPr/>
          <a:lstStyle>
            <a:lvl1pPr>
              <a:defRPr/>
            </a:lvl1pPr>
          </a:lstStyle>
          <a:p>
            <a:fld id="{DB8A522A-65F4-4A67-9BE8-440B93736307}" type="slidenum">
              <a:rPr lang="en-US"/>
              <a:pPr/>
              <a:t>‹#›</a:t>
            </a:fld>
            <a:endParaRPr lang="en-US"/>
          </a:p>
        </p:txBody>
      </p:sp>
    </p:spTree>
    <p:extLst>
      <p:ext uri="{BB962C8B-B14F-4D97-AF65-F5344CB8AC3E}">
        <p14:creationId xmlns:p14="http://schemas.microsoft.com/office/powerpoint/2010/main" val="50479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06985" y="1477108"/>
            <a:ext cx="2796116" cy="469509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1477108"/>
            <a:ext cx="8189384" cy="469509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sldNum" sz="quarter" idx="11"/>
          </p:nvPr>
        </p:nvSpPr>
        <p:spPr>
          <a:ln/>
        </p:spPr>
        <p:txBody>
          <a:bodyPr/>
          <a:lstStyle>
            <a:lvl1pPr>
              <a:defRPr/>
            </a:lvl1pPr>
          </a:lstStyle>
          <a:p>
            <a:fld id="{278A05EA-81F5-4BF1-8F96-F99CBE708CAB}" type="slidenum">
              <a:rPr lang="en-US"/>
              <a:pPr/>
              <a:t>‹#›</a:t>
            </a:fld>
            <a:endParaRPr lang="en-US"/>
          </a:p>
        </p:txBody>
      </p:sp>
    </p:spTree>
    <p:extLst>
      <p:ext uri="{BB962C8B-B14F-4D97-AF65-F5344CB8AC3E}">
        <p14:creationId xmlns:p14="http://schemas.microsoft.com/office/powerpoint/2010/main" val="10840606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sldNum" sz="quarter" idx="11"/>
          </p:nvPr>
        </p:nvSpPr>
        <p:spPr>
          <a:xfrm>
            <a:off x="10684933" y="6472469"/>
            <a:ext cx="533400" cy="200025"/>
          </a:xfrm>
          <a:ln/>
        </p:spPr>
        <p:txBody>
          <a:bodyPr/>
          <a:lstStyle>
            <a:lvl1pPr>
              <a:defRPr/>
            </a:lvl1pPr>
          </a:lstStyle>
          <a:p>
            <a:fld id="{2668A1BE-B3A9-4EC9-9C96-41379E80CBD3}" type="slidenum">
              <a:rPr lang="en-US"/>
              <a:pPr/>
              <a:t>‹#›</a:t>
            </a:fld>
            <a:endParaRPr lang="en-US"/>
          </a:p>
        </p:txBody>
      </p:sp>
      <p:sp>
        <p:nvSpPr>
          <p:cNvPr id="6" name="TextBox 5"/>
          <p:cNvSpPr txBox="1"/>
          <p:nvPr userDrawn="1"/>
        </p:nvSpPr>
        <p:spPr>
          <a:xfrm>
            <a:off x="4483508" y="6519313"/>
            <a:ext cx="3224981" cy="338554"/>
          </a:xfrm>
          <a:prstGeom prst="rect">
            <a:avLst/>
          </a:prstGeom>
          <a:noFill/>
        </p:spPr>
        <p:txBody>
          <a:bodyPr wrap="square" rtlCol="0">
            <a:spAutoFit/>
          </a:bodyPr>
          <a:lstStyle/>
          <a:p>
            <a:pPr algn="ctr"/>
            <a:r>
              <a:rPr lang="en-US" sz="1600"/>
              <a:t>UNCLASSIFIED</a:t>
            </a:r>
          </a:p>
        </p:txBody>
      </p:sp>
    </p:spTree>
    <p:extLst>
      <p:ext uri="{BB962C8B-B14F-4D97-AF65-F5344CB8AC3E}">
        <p14:creationId xmlns:p14="http://schemas.microsoft.com/office/powerpoint/2010/main" val="25481812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899138" y="173038"/>
            <a:ext cx="7863840" cy="839836"/>
          </a:xfrm>
        </p:spPr>
        <p:txBody>
          <a:bodyPr/>
          <a:lstStyle>
            <a:lvl1pPr>
              <a:defRPr>
                <a:solidFill>
                  <a:schemeClr val="tx1"/>
                </a:solidFill>
              </a:defRPr>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sldNum" sz="quarter" idx="11"/>
          </p:nvPr>
        </p:nvSpPr>
        <p:spPr>
          <a:ln/>
        </p:spPr>
        <p:txBody>
          <a:bodyPr/>
          <a:lstStyle>
            <a:lvl1pPr>
              <a:defRPr/>
            </a:lvl1pPr>
          </a:lstStyle>
          <a:p>
            <a:fld id="{82D7B593-C51E-4D51-A149-C19C4BF7017F}" type="slidenum">
              <a:rPr lang="en-US"/>
              <a:pPr/>
              <a:t>‹#›</a:t>
            </a:fld>
            <a:endParaRPr lang="en-US"/>
          </a:p>
        </p:txBody>
      </p:sp>
    </p:spTree>
    <p:extLst>
      <p:ext uri="{BB962C8B-B14F-4D97-AF65-F5344CB8AC3E}">
        <p14:creationId xmlns:p14="http://schemas.microsoft.com/office/powerpoint/2010/main" val="41917704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sldNum" sz="quarter" idx="11"/>
          </p:nvPr>
        </p:nvSpPr>
        <p:spPr>
          <a:ln/>
        </p:spPr>
        <p:txBody>
          <a:bodyPr/>
          <a:lstStyle>
            <a:lvl1pPr>
              <a:defRPr/>
            </a:lvl1pPr>
          </a:lstStyle>
          <a:p>
            <a:fld id="{85B25C2E-8A15-45B2-A879-845D231C5485}" type="slidenum">
              <a:rPr lang="en-US"/>
              <a:pPr/>
              <a:t>‹#›</a:t>
            </a:fld>
            <a:endParaRPr lang="en-US"/>
          </a:p>
        </p:txBody>
      </p:sp>
    </p:spTree>
    <p:extLst>
      <p:ext uri="{BB962C8B-B14F-4D97-AF65-F5344CB8AC3E}">
        <p14:creationId xmlns:p14="http://schemas.microsoft.com/office/powerpoint/2010/main" val="1124259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764632" y="173038"/>
            <a:ext cx="9962147" cy="853904"/>
          </a:xfrm>
        </p:spPr>
        <p:txBody>
          <a:bodyPr/>
          <a:lstStyle>
            <a:lvl1pPr>
              <a:defRPr>
                <a:solidFill>
                  <a:schemeClr val="tx1"/>
                </a:solidFill>
              </a:defRPr>
            </a:lvl1pPr>
          </a:lstStyle>
          <a:p>
            <a:r>
              <a:rPr lang="en-US"/>
              <a:t>Click to edit Master title style</a:t>
            </a:r>
          </a:p>
        </p:txBody>
      </p:sp>
      <p:sp>
        <p:nvSpPr>
          <p:cNvPr id="3" name="Content Placeholder 2"/>
          <p:cNvSpPr>
            <a:spLocks noGrp="1"/>
          </p:cNvSpPr>
          <p:nvPr>
            <p:ph sz="half" idx="1"/>
          </p:nvPr>
        </p:nvSpPr>
        <p:spPr>
          <a:xfrm>
            <a:off x="914400" y="1676400"/>
            <a:ext cx="508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08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sldNum" sz="quarter" idx="11"/>
          </p:nvPr>
        </p:nvSpPr>
        <p:spPr>
          <a:ln/>
        </p:spPr>
        <p:txBody>
          <a:bodyPr/>
          <a:lstStyle>
            <a:lvl1pPr>
              <a:defRPr/>
            </a:lvl1pPr>
          </a:lstStyle>
          <a:p>
            <a:fld id="{8242032C-FEAC-42E1-8F73-3D6A05458E80}" type="slidenum">
              <a:rPr lang="en-US"/>
              <a:pPr/>
              <a:t>‹#›</a:t>
            </a:fld>
            <a:endParaRPr lang="en-US"/>
          </a:p>
        </p:txBody>
      </p:sp>
    </p:spTree>
    <p:extLst>
      <p:ext uri="{BB962C8B-B14F-4D97-AF65-F5344CB8AC3E}">
        <p14:creationId xmlns:p14="http://schemas.microsoft.com/office/powerpoint/2010/main" val="2515502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754324" y="211538"/>
            <a:ext cx="9828075" cy="838397"/>
          </a:xfrm>
        </p:spPr>
        <p:txBody>
          <a:bodyPr/>
          <a:lstStyle>
            <a:lvl1pPr>
              <a:defRPr>
                <a:solidFill>
                  <a:schemeClr val="tx1"/>
                </a:solidFill>
              </a:defRPr>
            </a:lvl1p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endParaRPr lang="en-US"/>
          </a:p>
        </p:txBody>
      </p:sp>
      <p:sp>
        <p:nvSpPr>
          <p:cNvPr id="4" name="Rectangle 5"/>
          <p:cNvSpPr>
            <a:spLocks noGrp="1" noChangeArrowheads="1"/>
          </p:cNvSpPr>
          <p:nvPr>
            <p:ph type="sldNum" sz="quarter" idx="11"/>
          </p:nvPr>
        </p:nvSpPr>
        <p:spPr>
          <a:ln/>
        </p:spPr>
        <p:txBody>
          <a:bodyPr/>
          <a:lstStyle>
            <a:lvl1pPr>
              <a:defRPr/>
            </a:lvl1pPr>
          </a:lstStyle>
          <a:p>
            <a:fld id="{3572372A-544B-4C2A-B94F-1EC4F78BA524}" type="slidenum">
              <a:rPr lang="en-US"/>
              <a:pPr/>
              <a:t>‹#›</a:t>
            </a:fld>
            <a:endParaRPr lang="en-US"/>
          </a:p>
        </p:txBody>
      </p:sp>
    </p:spTree>
    <p:extLst>
      <p:ext uri="{BB962C8B-B14F-4D97-AF65-F5344CB8AC3E}">
        <p14:creationId xmlns:p14="http://schemas.microsoft.com/office/powerpoint/2010/main" val="32750531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p>
        </p:txBody>
      </p:sp>
      <p:sp>
        <p:nvSpPr>
          <p:cNvPr id="3" name="Rectangle 5"/>
          <p:cNvSpPr>
            <a:spLocks noGrp="1" noChangeArrowheads="1"/>
          </p:cNvSpPr>
          <p:nvPr>
            <p:ph type="sldNum" sz="quarter" idx="11"/>
          </p:nvPr>
        </p:nvSpPr>
        <p:spPr>
          <a:ln/>
        </p:spPr>
        <p:txBody>
          <a:bodyPr/>
          <a:lstStyle>
            <a:lvl1pPr>
              <a:defRPr/>
            </a:lvl1pPr>
          </a:lstStyle>
          <a:p>
            <a:fld id="{8701F072-8BDC-4214-AD48-BDFCA27B0618}" type="slidenum">
              <a:rPr lang="en-US"/>
              <a:pPr/>
              <a:t>‹#›</a:t>
            </a:fld>
            <a:endParaRPr lang="en-US"/>
          </a:p>
        </p:txBody>
      </p:sp>
    </p:spTree>
    <p:extLst>
      <p:ext uri="{BB962C8B-B14F-4D97-AF65-F5344CB8AC3E}">
        <p14:creationId xmlns:p14="http://schemas.microsoft.com/office/powerpoint/2010/main" val="27243280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44393" y="273050"/>
            <a:ext cx="7891976" cy="709613"/>
          </a:xfrm>
        </p:spPr>
        <p:txBody>
          <a:bodyPr anchor="b"/>
          <a:lstStyle>
            <a:lvl1pPr algn="l">
              <a:defRPr sz="2000" b="1">
                <a:solidFill>
                  <a:schemeClr val="tx1"/>
                </a:solidFill>
              </a:defRPr>
            </a:lvl1pPr>
          </a:lstStyle>
          <a:p>
            <a:r>
              <a:rPr lang="en-US"/>
              <a:t>Click to edit Master title style</a:t>
            </a:r>
          </a:p>
        </p:txBody>
      </p:sp>
      <p:sp>
        <p:nvSpPr>
          <p:cNvPr id="3" name="Content Placeholder 2"/>
          <p:cNvSpPr>
            <a:spLocks noGrp="1"/>
          </p:cNvSpPr>
          <p:nvPr>
            <p:ph idx="1"/>
          </p:nvPr>
        </p:nvSpPr>
        <p:spPr>
          <a:xfrm>
            <a:off x="4766733" y="1435100"/>
            <a:ext cx="6815667" cy="469106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sldNum" sz="quarter" idx="11"/>
          </p:nvPr>
        </p:nvSpPr>
        <p:spPr>
          <a:ln/>
        </p:spPr>
        <p:txBody>
          <a:bodyPr/>
          <a:lstStyle>
            <a:lvl1pPr>
              <a:defRPr/>
            </a:lvl1pPr>
          </a:lstStyle>
          <a:p>
            <a:fld id="{25109EE0-7905-4FF1-AAFA-44EDFE24915C}" type="slidenum">
              <a:rPr lang="en-US"/>
              <a:pPr/>
              <a:t>‹#›</a:t>
            </a:fld>
            <a:endParaRPr lang="en-US"/>
          </a:p>
        </p:txBody>
      </p:sp>
    </p:spTree>
    <p:extLst>
      <p:ext uri="{BB962C8B-B14F-4D97-AF65-F5344CB8AC3E}">
        <p14:creationId xmlns:p14="http://schemas.microsoft.com/office/powerpoint/2010/main" val="29833544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sldNum" sz="quarter" idx="11"/>
          </p:nvPr>
        </p:nvSpPr>
        <p:spPr>
          <a:ln/>
        </p:spPr>
        <p:txBody>
          <a:bodyPr/>
          <a:lstStyle>
            <a:lvl1pPr>
              <a:defRPr/>
            </a:lvl1pPr>
          </a:lstStyle>
          <a:p>
            <a:fld id="{AC883863-D7C8-4A8A-89B2-353DADA1E3DF}" type="slidenum">
              <a:rPr lang="en-US"/>
              <a:pPr/>
              <a:t>‹#›</a:t>
            </a:fld>
            <a:endParaRPr lang="en-US"/>
          </a:p>
        </p:txBody>
      </p:sp>
    </p:spTree>
    <p:extLst>
      <p:ext uri="{BB962C8B-B14F-4D97-AF65-F5344CB8AC3E}">
        <p14:creationId xmlns:p14="http://schemas.microsoft.com/office/powerpoint/2010/main" val="4304109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sldNum" sz="quarter" idx="11"/>
          </p:nvPr>
        </p:nvSpPr>
        <p:spPr>
          <a:ln/>
        </p:spPr>
        <p:txBody>
          <a:bodyPr/>
          <a:lstStyle>
            <a:lvl1pPr>
              <a:defRPr/>
            </a:lvl1pPr>
          </a:lstStyle>
          <a:p>
            <a:fld id="{DB8A522A-65F4-4A67-9BE8-440B93736307}" type="slidenum">
              <a:rPr lang="en-US"/>
              <a:pPr/>
              <a:t>‹#›</a:t>
            </a:fld>
            <a:endParaRPr lang="en-US"/>
          </a:p>
        </p:txBody>
      </p:sp>
    </p:spTree>
    <p:extLst>
      <p:ext uri="{BB962C8B-B14F-4D97-AF65-F5344CB8AC3E}">
        <p14:creationId xmlns:p14="http://schemas.microsoft.com/office/powerpoint/2010/main" val="38596584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06985" y="1477108"/>
            <a:ext cx="2796116" cy="469509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1477108"/>
            <a:ext cx="8189384" cy="469509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sldNum" sz="quarter" idx="11"/>
          </p:nvPr>
        </p:nvSpPr>
        <p:spPr>
          <a:ln/>
        </p:spPr>
        <p:txBody>
          <a:bodyPr/>
          <a:lstStyle>
            <a:lvl1pPr>
              <a:defRPr/>
            </a:lvl1pPr>
          </a:lstStyle>
          <a:p>
            <a:fld id="{278A05EA-81F5-4BF1-8F96-F99CBE708CAB}" type="slidenum">
              <a:rPr lang="en-US"/>
              <a:pPr/>
              <a:t>‹#›</a:t>
            </a:fld>
            <a:endParaRPr lang="en-US"/>
          </a:p>
        </p:txBody>
      </p:sp>
    </p:spTree>
    <p:extLst>
      <p:ext uri="{BB962C8B-B14F-4D97-AF65-F5344CB8AC3E}">
        <p14:creationId xmlns:p14="http://schemas.microsoft.com/office/powerpoint/2010/main" val="15333384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4" name="Rectangle 5"/>
          <p:cNvSpPr>
            <a:spLocks noGrp="1" noChangeArrowheads="1"/>
          </p:cNvSpPr>
          <p:nvPr>
            <p:ph type="sldNum" sz="quarter" idx="10"/>
          </p:nvPr>
        </p:nvSpPr>
        <p:spPr/>
        <p:txBody>
          <a:bodyPr/>
          <a:lstStyle>
            <a:lvl1pPr algn="r">
              <a:defRPr sz="900" smtClean="0">
                <a:latin typeface="Arial" panose="020B0604020202020204" pitchFamily="34" charset="0"/>
                <a:cs typeface="Arial" pitchFamily="34" charset="0"/>
              </a:defRPr>
            </a:lvl1pPr>
          </a:lstStyle>
          <a:p>
            <a:pPr>
              <a:defRPr/>
            </a:pPr>
            <a:fld id="{EF310F6B-6C57-4672-ADF4-A6D6C036B717}" type="slidenum">
              <a:rPr lang="en-US"/>
              <a:pPr>
                <a:defRPr/>
              </a:pPr>
              <a:t>‹#›</a:t>
            </a:fld>
            <a:endParaRPr lang="en-US"/>
          </a:p>
        </p:txBody>
      </p:sp>
    </p:spTree>
    <p:extLst>
      <p:ext uri="{BB962C8B-B14F-4D97-AF65-F5344CB8AC3E}">
        <p14:creationId xmlns:p14="http://schemas.microsoft.com/office/powerpoint/2010/main" val="14107911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53860" y="187192"/>
            <a:ext cx="10422753" cy="914400"/>
          </a:xfrm>
        </p:spPr>
        <p:txBody>
          <a:bodyPr/>
          <a:lstStyle>
            <a:lvl1pPr>
              <a:defRPr>
                <a:solidFill>
                  <a:schemeClr val="tx1"/>
                </a:solidFill>
              </a:defRPr>
            </a:lvl1p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sldNum" sz="quarter" idx="10"/>
          </p:nvPr>
        </p:nvSpPr>
        <p:spPr>
          <a:ln/>
        </p:spPr>
        <p:txBody>
          <a:bodyPr/>
          <a:lstStyle>
            <a:lvl1pPr>
              <a:defRPr/>
            </a:lvl1pPr>
          </a:lstStyle>
          <a:p>
            <a:pPr>
              <a:defRPr/>
            </a:pPr>
            <a:fld id="{74DCA384-6F98-45AC-B2E6-BF1A31BBACF7}" type="slidenum">
              <a:rPr lang="en-US"/>
              <a:pPr>
                <a:defRPr/>
              </a:pPr>
              <a:t>‹#›</a:t>
            </a:fld>
            <a:endParaRPr lang="en-US"/>
          </a:p>
        </p:txBody>
      </p:sp>
    </p:spTree>
    <p:extLst>
      <p:ext uri="{BB962C8B-B14F-4D97-AF65-F5344CB8AC3E}">
        <p14:creationId xmlns:p14="http://schemas.microsoft.com/office/powerpoint/2010/main" val="8923115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Edit Master text styles</a:t>
            </a:r>
          </a:p>
        </p:txBody>
      </p:sp>
      <p:sp>
        <p:nvSpPr>
          <p:cNvPr id="4" name="Rectangle 5"/>
          <p:cNvSpPr>
            <a:spLocks noGrp="1" noChangeArrowheads="1"/>
          </p:cNvSpPr>
          <p:nvPr>
            <p:ph type="sldNum" sz="quarter" idx="10"/>
          </p:nvPr>
        </p:nvSpPr>
        <p:spPr>
          <a:ln/>
        </p:spPr>
        <p:txBody>
          <a:bodyPr/>
          <a:lstStyle>
            <a:lvl1pPr>
              <a:defRPr/>
            </a:lvl1pPr>
          </a:lstStyle>
          <a:p>
            <a:pPr>
              <a:defRPr/>
            </a:pPr>
            <a:fld id="{41D9EDAF-B97C-4827-B579-EDE3F8681424}" type="slidenum">
              <a:rPr lang="en-US"/>
              <a:pPr>
                <a:defRPr/>
              </a:pPr>
              <a:t>‹#›</a:t>
            </a:fld>
            <a:endParaRPr lang="en-US"/>
          </a:p>
        </p:txBody>
      </p:sp>
    </p:spTree>
    <p:extLst>
      <p:ext uri="{BB962C8B-B14F-4D97-AF65-F5344CB8AC3E}">
        <p14:creationId xmlns:p14="http://schemas.microsoft.com/office/powerpoint/2010/main" val="32307449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56863" y="194092"/>
            <a:ext cx="10424160" cy="914400"/>
          </a:xfrm>
        </p:spPr>
        <p:txBody>
          <a:bodyPr/>
          <a:lstStyle>
            <a:lvl1pPr>
              <a:defRPr>
                <a:solidFill>
                  <a:schemeClr val="tx1"/>
                </a:solidFill>
              </a:defRPr>
            </a:lvl1pPr>
          </a:lstStyle>
          <a:p>
            <a:r>
              <a:rPr lang="en-US"/>
              <a:t>Click to edit Master title style</a:t>
            </a:r>
          </a:p>
        </p:txBody>
      </p:sp>
      <p:sp>
        <p:nvSpPr>
          <p:cNvPr id="3" name="Content Placeholder 2"/>
          <p:cNvSpPr>
            <a:spLocks noGrp="1"/>
          </p:cNvSpPr>
          <p:nvPr>
            <p:ph sz="half" idx="1"/>
          </p:nvPr>
        </p:nvSpPr>
        <p:spPr>
          <a:xfrm>
            <a:off x="914400" y="1676400"/>
            <a:ext cx="5080000" cy="4495800"/>
          </a:xfrm>
        </p:spPr>
        <p:txBody>
          <a:bodyPr/>
          <a:lstStyle>
            <a:lvl1pPr>
              <a:defRPr sz="1500"/>
            </a:lvl1pPr>
            <a:lvl2pPr>
              <a:defRPr lang="en-US" sz="1350" dirty="0" smtClean="0">
                <a:solidFill>
                  <a:schemeClr val="tx1"/>
                </a:solidFill>
                <a:latin typeface="Arial" panose="020B0604020202020204" pitchFamily="34" charset="0"/>
                <a:ea typeface="+mn-ea"/>
                <a:cs typeface="Arial" pitchFamily="34" charset="0"/>
              </a:defRPr>
            </a:lvl2pPr>
            <a:lvl3pPr>
              <a:defRPr sz="1200"/>
            </a:lvl3pPr>
            <a:lvl4pPr marL="685800" indent="-171450" algn="l" rtl="0" eaLnBrk="1" fontAlgn="base" hangingPunct="1">
              <a:spcBef>
                <a:spcPct val="20000"/>
              </a:spcBef>
              <a:spcAft>
                <a:spcPct val="0"/>
              </a:spcAft>
              <a:buFont typeface="Times" charset="0"/>
              <a:buChar char="•"/>
              <a:defRPr lang="en-US" sz="1050" dirty="0" smtClean="0">
                <a:solidFill>
                  <a:schemeClr val="tx1"/>
                </a:solidFill>
                <a:latin typeface="Arial" panose="020B0604020202020204" pitchFamily="34" charset="0"/>
                <a:ea typeface="+mn-ea"/>
                <a:cs typeface="Arial" pitchFamily="34" charset="0"/>
              </a:defRPr>
            </a:lvl4pPr>
            <a:lvl5pPr marL="857250" indent="-171450" algn="l" rtl="0" eaLnBrk="1" fontAlgn="base" hangingPunct="1">
              <a:spcBef>
                <a:spcPct val="20000"/>
              </a:spcBef>
              <a:spcAft>
                <a:spcPct val="0"/>
              </a:spcAft>
              <a:buFont typeface="Times" charset="0"/>
              <a:buChar char="•"/>
              <a:defRPr lang="en-US" sz="1050" dirty="0">
                <a:solidFill>
                  <a:schemeClr val="tx1"/>
                </a:solidFill>
                <a:latin typeface="Arial" panose="020B0604020202020204" pitchFamily="34" charset="0"/>
                <a:ea typeface="+mn-ea"/>
                <a:cs typeface="Arial" pitchFamily="34" charset="0"/>
              </a:defRPr>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080000" cy="4495800"/>
          </a:xfrm>
        </p:spPr>
        <p:txBody>
          <a:bodyPr/>
          <a:lstStyle>
            <a:lvl1pPr marL="171450" indent="-171450">
              <a:defRPr lang="en-US" sz="1500" dirty="0" smtClean="0">
                <a:solidFill>
                  <a:schemeClr val="tx1"/>
                </a:solidFill>
                <a:latin typeface="Arial" panose="020B0604020202020204" pitchFamily="34" charset="0"/>
                <a:ea typeface="+mn-ea"/>
                <a:cs typeface="Arial" pitchFamily="34" charset="0"/>
              </a:defRPr>
            </a:lvl1pPr>
            <a:lvl2pPr>
              <a:defRPr sz="1350"/>
            </a:lvl2pPr>
            <a:lvl3pPr marL="514350" indent="-171450">
              <a:defRPr lang="en-US" sz="1200" dirty="0" smtClean="0">
                <a:solidFill>
                  <a:schemeClr val="tx1"/>
                </a:solidFill>
                <a:latin typeface="Arial" panose="020B0604020202020204" pitchFamily="34" charset="0"/>
                <a:ea typeface="+mn-ea"/>
                <a:cs typeface="Arial" pitchFamily="34" charset="0"/>
              </a:defRPr>
            </a:lvl3pPr>
            <a:lvl4pPr>
              <a:defRPr sz="1050"/>
            </a:lvl4pPr>
            <a:lvl5pPr>
              <a:defRPr sz="10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sldNum" sz="quarter" idx="10"/>
          </p:nvPr>
        </p:nvSpPr>
        <p:spPr>
          <a:ln/>
        </p:spPr>
        <p:txBody>
          <a:bodyPr/>
          <a:lstStyle>
            <a:lvl1pPr>
              <a:defRPr/>
            </a:lvl1pPr>
          </a:lstStyle>
          <a:p>
            <a:pPr>
              <a:defRPr/>
            </a:pPr>
            <a:fld id="{026CDE84-6F7C-4FBD-A242-79B5C4100CAE}" type="slidenum">
              <a:rPr lang="en-US"/>
              <a:pPr>
                <a:defRPr/>
              </a:pPr>
              <a:t>‹#›</a:t>
            </a:fld>
            <a:endParaRPr lang="en-US"/>
          </a:p>
        </p:txBody>
      </p:sp>
    </p:spTree>
    <p:extLst>
      <p:ext uri="{BB962C8B-B14F-4D97-AF65-F5344CB8AC3E}">
        <p14:creationId xmlns:p14="http://schemas.microsoft.com/office/powerpoint/2010/main" val="31353844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4 Content">
    <p:spTree>
      <p:nvGrpSpPr>
        <p:cNvPr id="1" name=""/>
        <p:cNvGrpSpPr/>
        <p:nvPr/>
      </p:nvGrpSpPr>
      <p:grpSpPr>
        <a:xfrm>
          <a:off x="0" y="0"/>
          <a:ext cx="0" cy="0"/>
          <a:chOff x="0" y="0"/>
          <a:chExt cx="0" cy="0"/>
        </a:xfrm>
      </p:grpSpPr>
      <p:sp>
        <p:nvSpPr>
          <p:cNvPr id="2" name="Title 1"/>
          <p:cNvSpPr>
            <a:spLocks noGrp="1"/>
          </p:cNvSpPr>
          <p:nvPr>
            <p:ph type="title"/>
          </p:nvPr>
        </p:nvSpPr>
        <p:spPr>
          <a:xfrm>
            <a:off x="1656863" y="194092"/>
            <a:ext cx="10424160" cy="914400"/>
          </a:xfrm>
        </p:spPr>
        <p:txBody>
          <a:bodyPr/>
          <a:lstStyle>
            <a:lvl1pPr>
              <a:defRPr>
                <a:solidFill>
                  <a:schemeClr val="tx1"/>
                </a:solidFill>
              </a:defRPr>
            </a:lvl1pPr>
          </a:lstStyle>
          <a:p>
            <a:r>
              <a:rPr lang="en-US"/>
              <a:t>Click to edit Master title style</a:t>
            </a:r>
          </a:p>
        </p:txBody>
      </p:sp>
      <p:sp>
        <p:nvSpPr>
          <p:cNvPr id="3" name="Content Placeholder 2"/>
          <p:cNvSpPr>
            <a:spLocks noGrp="1"/>
          </p:cNvSpPr>
          <p:nvPr>
            <p:ph sz="half" idx="1"/>
          </p:nvPr>
        </p:nvSpPr>
        <p:spPr>
          <a:xfrm>
            <a:off x="213360" y="1676400"/>
            <a:ext cx="5669280" cy="2103120"/>
          </a:xfrm>
        </p:spPr>
        <p:txBody>
          <a:bodyPr/>
          <a:lstStyle>
            <a:lvl1pPr>
              <a:defRPr sz="1500"/>
            </a:lvl1pPr>
            <a:lvl2pPr>
              <a:defRPr lang="en-US" sz="1350" dirty="0" smtClean="0">
                <a:solidFill>
                  <a:schemeClr val="tx1"/>
                </a:solidFill>
                <a:latin typeface="Arial" panose="020B0604020202020204" pitchFamily="34" charset="0"/>
                <a:ea typeface="+mn-ea"/>
                <a:cs typeface="Arial" pitchFamily="34" charset="0"/>
              </a:defRPr>
            </a:lvl2pPr>
            <a:lvl3pPr>
              <a:defRPr sz="1200"/>
            </a:lvl3pPr>
            <a:lvl4pPr marL="685800" indent="-171450" algn="l" rtl="0" eaLnBrk="1" fontAlgn="base" hangingPunct="1">
              <a:spcBef>
                <a:spcPct val="20000"/>
              </a:spcBef>
              <a:spcAft>
                <a:spcPct val="0"/>
              </a:spcAft>
              <a:buFont typeface="Times" charset="0"/>
              <a:buChar char="•"/>
              <a:defRPr lang="en-US" sz="1050" dirty="0" smtClean="0">
                <a:solidFill>
                  <a:schemeClr val="tx1"/>
                </a:solidFill>
                <a:latin typeface="Arial" panose="020B0604020202020204" pitchFamily="34" charset="0"/>
                <a:ea typeface="+mn-ea"/>
                <a:cs typeface="Arial" pitchFamily="34" charset="0"/>
              </a:defRPr>
            </a:lvl4pPr>
            <a:lvl5pPr marL="857250" indent="-171450" algn="l" rtl="0" eaLnBrk="1" fontAlgn="base" hangingPunct="1">
              <a:spcBef>
                <a:spcPct val="20000"/>
              </a:spcBef>
              <a:spcAft>
                <a:spcPct val="0"/>
              </a:spcAft>
              <a:buFont typeface="Times" charset="0"/>
              <a:buChar char="•"/>
              <a:defRPr lang="en-US" sz="1050" dirty="0">
                <a:solidFill>
                  <a:schemeClr val="tx1"/>
                </a:solidFill>
                <a:latin typeface="Arial" panose="020B0604020202020204" pitchFamily="34" charset="0"/>
                <a:ea typeface="+mn-ea"/>
                <a:cs typeface="Arial" pitchFamily="34" charset="0"/>
              </a:defRPr>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89040" y="1676400"/>
            <a:ext cx="5669280" cy="2103120"/>
          </a:xfrm>
        </p:spPr>
        <p:txBody>
          <a:bodyPr/>
          <a:lstStyle>
            <a:lvl1pPr marL="171450" indent="-171450">
              <a:defRPr lang="en-US" sz="1500" dirty="0" smtClean="0">
                <a:solidFill>
                  <a:schemeClr val="tx1"/>
                </a:solidFill>
                <a:latin typeface="Arial" panose="020B0604020202020204" pitchFamily="34" charset="0"/>
                <a:ea typeface="+mn-ea"/>
                <a:cs typeface="Arial" pitchFamily="34" charset="0"/>
              </a:defRPr>
            </a:lvl1pPr>
            <a:lvl2pPr>
              <a:defRPr sz="1350"/>
            </a:lvl2pPr>
            <a:lvl3pPr marL="514350" indent="-171450">
              <a:defRPr lang="en-US" sz="1200" dirty="0" smtClean="0">
                <a:solidFill>
                  <a:schemeClr val="tx1"/>
                </a:solidFill>
                <a:latin typeface="Arial" panose="020B0604020202020204" pitchFamily="34" charset="0"/>
                <a:ea typeface="+mn-ea"/>
                <a:cs typeface="Arial" pitchFamily="34" charset="0"/>
              </a:defRPr>
            </a:lvl3pPr>
            <a:lvl4pPr>
              <a:defRPr sz="1050"/>
            </a:lvl4pPr>
            <a:lvl5pPr>
              <a:defRPr sz="10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p:cNvSpPr>
            <a:spLocks noGrp="1"/>
          </p:cNvSpPr>
          <p:nvPr>
            <p:ph sz="half" idx="12"/>
          </p:nvPr>
        </p:nvSpPr>
        <p:spPr>
          <a:xfrm>
            <a:off x="213360" y="3992880"/>
            <a:ext cx="5669280" cy="2103120"/>
          </a:xfrm>
        </p:spPr>
        <p:txBody>
          <a:bodyPr/>
          <a:lstStyle>
            <a:lvl1pPr>
              <a:defRPr sz="1500"/>
            </a:lvl1pPr>
            <a:lvl2pPr>
              <a:defRPr lang="en-US" sz="1350" dirty="0" smtClean="0">
                <a:solidFill>
                  <a:schemeClr val="tx1"/>
                </a:solidFill>
                <a:latin typeface="Arial" panose="020B0604020202020204" pitchFamily="34" charset="0"/>
                <a:ea typeface="+mn-ea"/>
                <a:cs typeface="Arial" pitchFamily="34" charset="0"/>
              </a:defRPr>
            </a:lvl2pPr>
            <a:lvl3pPr>
              <a:defRPr sz="1200"/>
            </a:lvl3pPr>
            <a:lvl4pPr marL="685800" indent="-171450" algn="l" rtl="0" eaLnBrk="1" fontAlgn="base" hangingPunct="1">
              <a:spcBef>
                <a:spcPct val="20000"/>
              </a:spcBef>
              <a:spcAft>
                <a:spcPct val="0"/>
              </a:spcAft>
              <a:buFont typeface="Times" charset="0"/>
              <a:buChar char="•"/>
              <a:defRPr lang="en-US" sz="1050" dirty="0" smtClean="0">
                <a:solidFill>
                  <a:schemeClr val="tx1"/>
                </a:solidFill>
                <a:latin typeface="Arial" panose="020B0604020202020204" pitchFamily="34" charset="0"/>
                <a:ea typeface="+mn-ea"/>
                <a:cs typeface="Arial" pitchFamily="34" charset="0"/>
              </a:defRPr>
            </a:lvl4pPr>
            <a:lvl5pPr marL="857250" indent="-171450" algn="l" rtl="0" eaLnBrk="1" fontAlgn="base" hangingPunct="1">
              <a:spcBef>
                <a:spcPct val="20000"/>
              </a:spcBef>
              <a:spcAft>
                <a:spcPct val="0"/>
              </a:spcAft>
              <a:buFont typeface="Times" charset="0"/>
              <a:buChar char="•"/>
              <a:defRPr lang="en-US" sz="1050" dirty="0">
                <a:solidFill>
                  <a:schemeClr val="tx1"/>
                </a:solidFill>
                <a:latin typeface="Arial" panose="020B0604020202020204" pitchFamily="34" charset="0"/>
                <a:ea typeface="+mn-ea"/>
                <a:cs typeface="Arial" pitchFamily="34" charset="0"/>
              </a:defRPr>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p:cNvSpPr>
            <a:spLocks noGrp="1"/>
          </p:cNvSpPr>
          <p:nvPr>
            <p:ph sz="half" idx="13"/>
          </p:nvPr>
        </p:nvSpPr>
        <p:spPr>
          <a:xfrm>
            <a:off x="6289040" y="3992880"/>
            <a:ext cx="5669280" cy="2103120"/>
          </a:xfrm>
        </p:spPr>
        <p:txBody>
          <a:bodyPr/>
          <a:lstStyle>
            <a:lvl1pPr marL="171450" indent="-171450">
              <a:defRPr lang="en-US" sz="1500" dirty="0" smtClean="0">
                <a:solidFill>
                  <a:schemeClr val="tx1"/>
                </a:solidFill>
                <a:latin typeface="Arial" panose="020B0604020202020204" pitchFamily="34" charset="0"/>
                <a:ea typeface="+mn-ea"/>
                <a:cs typeface="Arial" pitchFamily="34" charset="0"/>
              </a:defRPr>
            </a:lvl1pPr>
            <a:lvl2pPr>
              <a:defRPr sz="1350"/>
            </a:lvl2pPr>
            <a:lvl3pPr marL="514350" indent="-171450">
              <a:defRPr lang="en-US" sz="1200" dirty="0" smtClean="0">
                <a:solidFill>
                  <a:schemeClr val="tx1"/>
                </a:solidFill>
                <a:latin typeface="Arial" panose="020B0604020202020204" pitchFamily="34" charset="0"/>
                <a:ea typeface="+mn-ea"/>
                <a:cs typeface="Arial" pitchFamily="34" charset="0"/>
              </a:defRPr>
            </a:lvl3pPr>
            <a:lvl4pPr>
              <a:defRPr sz="1050"/>
            </a:lvl4pPr>
            <a:lvl5pPr>
              <a:defRPr sz="10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5"/>
          <p:cNvSpPr>
            <a:spLocks noGrp="1" noChangeArrowheads="1"/>
          </p:cNvSpPr>
          <p:nvPr>
            <p:ph type="sldNum" sz="quarter" idx="14"/>
          </p:nvPr>
        </p:nvSpPr>
        <p:spPr>
          <a:ln/>
        </p:spPr>
        <p:txBody>
          <a:bodyPr/>
          <a:lstStyle>
            <a:lvl1pPr>
              <a:defRPr/>
            </a:lvl1pPr>
          </a:lstStyle>
          <a:p>
            <a:pPr>
              <a:defRPr/>
            </a:pPr>
            <a:fld id="{0C0DFC32-CF39-41C7-993E-111EB57DCD76}" type="slidenum">
              <a:rPr lang="en-US"/>
              <a:pPr>
                <a:defRPr/>
              </a:pPr>
              <a:t>‹#›</a:t>
            </a:fld>
            <a:endParaRPr lang="en-US"/>
          </a:p>
        </p:txBody>
      </p:sp>
    </p:spTree>
    <p:extLst>
      <p:ext uri="{BB962C8B-B14F-4D97-AF65-F5344CB8AC3E}">
        <p14:creationId xmlns:p14="http://schemas.microsoft.com/office/powerpoint/2010/main" val="165632483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51813" y="194674"/>
            <a:ext cx="10424160" cy="914400"/>
          </a:xfrm>
        </p:spPr>
        <p:txBody>
          <a:bodyPr/>
          <a:lstStyle>
            <a:lvl1pPr>
              <a:defRPr>
                <a:solidFill>
                  <a:schemeClr val="tx1"/>
                </a:solidFill>
              </a:defRPr>
            </a:lvl1pPr>
          </a:lstStyle>
          <a:p>
            <a:r>
              <a:rPr lang="en-US"/>
              <a:t>Click to edit Master title style</a:t>
            </a:r>
          </a:p>
        </p:txBody>
      </p:sp>
      <p:sp>
        <p:nvSpPr>
          <p:cNvPr id="3" name="Rectangle 5"/>
          <p:cNvSpPr>
            <a:spLocks noGrp="1" noChangeArrowheads="1"/>
          </p:cNvSpPr>
          <p:nvPr>
            <p:ph type="sldNum" sz="quarter" idx="10"/>
          </p:nvPr>
        </p:nvSpPr>
        <p:spPr>
          <a:ln/>
        </p:spPr>
        <p:txBody>
          <a:bodyPr/>
          <a:lstStyle>
            <a:lvl1pPr>
              <a:defRPr/>
            </a:lvl1pPr>
          </a:lstStyle>
          <a:p>
            <a:pPr>
              <a:defRPr/>
            </a:pPr>
            <a:fld id="{3DECDA40-E8FC-4C05-BF1B-ABD882A13FEA}" type="slidenum">
              <a:rPr lang="en-US"/>
              <a:pPr>
                <a:defRPr/>
              </a:pPr>
              <a:t>‹#›</a:t>
            </a:fld>
            <a:endParaRPr lang="en-US"/>
          </a:p>
        </p:txBody>
      </p:sp>
    </p:spTree>
    <p:extLst>
      <p:ext uri="{BB962C8B-B14F-4D97-AF65-F5344CB8AC3E}">
        <p14:creationId xmlns:p14="http://schemas.microsoft.com/office/powerpoint/2010/main" val="41500889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a:ln/>
        </p:spPr>
        <p:txBody>
          <a:bodyPr/>
          <a:lstStyle>
            <a:lvl1pPr>
              <a:defRPr/>
            </a:lvl1pPr>
          </a:lstStyle>
          <a:p>
            <a:pPr>
              <a:defRPr/>
            </a:pPr>
            <a:fld id="{E06CF297-3276-432C-A20A-06A340C7ED5E}" type="slidenum">
              <a:rPr lang="en-US"/>
              <a:pPr>
                <a:defRPr/>
              </a:pPr>
              <a:t>‹#›</a:t>
            </a:fld>
            <a:endParaRPr lang="en-US"/>
          </a:p>
        </p:txBody>
      </p:sp>
    </p:spTree>
    <p:extLst>
      <p:ext uri="{BB962C8B-B14F-4D97-AF65-F5344CB8AC3E}">
        <p14:creationId xmlns:p14="http://schemas.microsoft.com/office/powerpoint/2010/main" val="22237986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54763" y="197938"/>
            <a:ext cx="10424160" cy="914400"/>
          </a:xfrm>
          <a:noFill/>
          <a:ln>
            <a:noFill/>
          </a:ln>
        </p:spPr>
        <p:txBody>
          <a:bodyPr/>
          <a:lstStyle>
            <a:lvl1pPr>
              <a:defRPr lang="en-US" dirty="0"/>
            </a:lvl1pPr>
          </a:lstStyle>
          <a:p>
            <a:pPr lvl="0"/>
            <a:r>
              <a:rPr lang="en-US"/>
              <a:t>Click to edit Master title style</a:t>
            </a:r>
          </a:p>
        </p:txBody>
      </p:sp>
      <p:sp>
        <p:nvSpPr>
          <p:cNvPr id="3" name="Content Placeholder 2"/>
          <p:cNvSpPr>
            <a:spLocks noGrp="1"/>
          </p:cNvSpPr>
          <p:nvPr>
            <p:ph idx="1"/>
          </p:nvPr>
        </p:nvSpPr>
        <p:spPr>
          <a:xfrm>
            <a:off x="4766733" y="1435100"/>
            <a:ext cx="6815667" cy="4691064"/>
          </a:xfrm>
        </p:spPr>
        <p:txBody>
          <a:bodyP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3"/>
            <a:ext cx="3619499"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Rectangle 5"/>
          <p:cNvSpPr>
            <a:spLocks noGrp="1" noChangeArrowheads="1"/>
          </p:cNvSpPr>
          <p:nvPr>
            <p:ph type="sldNum" sz="quarter" idx="10"/>
          </p:nvPr>
        </p:nvSpPr>
        <p:spPr>
          <a:ln/>
        </p:spPr>
        <p:txBody>
          <a:bodyPr/>
          <a:lstStyle>
            <a:lvl1pPr>
              <a:defRPr/>
            </a:lvl1pPr>
          </a:lstStyle>
          <a:p>
            <a:pPr>
              <a:defRPr/>
            </a:pPr>
            <a:fld id="{0E776E89-6FB0-456B-86D6-3486CAA566E2}" type="slidenum">
              <a:rPr lang="en-US"/>
              <a:pPr>
                <a:defRPr/>
              </a:pPr>
              <a:t>‹#›</a:t>
            </a:fld>
            <a:endParaRPr lang="en-US"/>
          </a:p>
        </p:txBody>
      </p:sp>
    </p:spTree>
    <p:extLst>
      <p:ext uri="{BB962C8B-B14F-4D97-AF65-F5344CB8AC3E}">
        <p14:creationId xmlns:p14="http://schemas.microsoft.com/office/powerpoint/2010/main" val="17049936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39241" y="4800600"/>
            <a:ext cx="912114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539241" y="1295401"/>
            <a:ext cx="9121140" cy="343217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539241" y="5367338"/>
            <a:ext cx="912114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Rectangle 5"/>
          <p:cNvSpPr>
            <a:spLocks noGrp="1" noChangeArrowheads="1"/>
          </p:cNvSpPr>
          <p:nvPr>
            <p:ph type="sldNum" sz="quarter" idx="10"/>
          </p:nvPr>
        </p:nvSpPr>
        <p:spPr>
          <a:ln/>
        </p:spPr>
        <p:txBody>
          <a:bodyPr/>
          <a:lstStyle>
            <a:lvl1pPr>
              <a:defRPr/>
            </a:lvl1pPr>
          </a:lstStyle>
          <a:p>
            <a:pPr>
              <a:defRPr/>
            </a:pPr>
            <a:fld id="{7C05AF77-9B85-4B50-9663-1E6154942A0F}" type="slidenum">
              <a:rPr lang="en-US"/>
              <a:pPr>
                <a:defRPr/>
              </a:pPr>
              <a:t>‹#›</a:t>
            </a:fld>
            <a:endParaRPr lang="en-US"/>
          </a:p>
        </p:txBody>
      </p:sp>
    </p:spTree>
    <p:extLst>
      <p:ext uri="{BB962C8B-B14F-4D97-AF65-F5344CB8AC3E}">
        <p14:creationId xmlns:p14="http://schemas.microsoft.com/office/powerpoint/2010/main" val="20753046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w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image" Target="../media/image2.wmf"/><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image" Target="../media/image3.jpe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theme" Target="../theme/theme3.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2.wmf"/><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image" Target="../media/image3.jpe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theme" Target="../theme/theme4.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image" Target="../media/image2.wmf"/><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image" Target="../media/image3.jpeg"/><Relationship Id="rId5" Type="http://schemas.openxmlformats.org/officeDocument/2006/relationships/slideLayout" Target="../slideLayouts/slideLayout30.xml"/><Relationship Id="rId10" Type="http://schemas.openxmlformats.org/officeDocument/2006/relationships/theme" Target="../theme/theme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161170-3D04-3549-ACE5-B7286EB03C2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34536" y="1"/>
            <a:ext cx="11511326" cy="6851979"/>
          </a:xfrm>
          <a:prstGeom prst="rect">
            <a:avLst/>
          </a:prstGeom>
        </p:spPr>
      </p:pic>
      <p:pic>
        <p:nvPicPr>
          <p:cNvPr id="1027" name="Picture 58" descr="DTRA"/>
          <p:cNvPicPr>
            <a:picLocks noChangeAspect="1" noChangeArrowheads="1"/>
          </p:cNvPicPr>
          <p:nvPr/>
        </p:nvPicPr>
        <p:blipFill>
          <a:blip r:embed="rId7" cstate="print">
            <a:extLst>
              <a:ext uri="{28A0092B-C50C-407E-A947-70E740481C1C}">
                <a14:useLocalDpi xmlns:a14="http://schemas.microsoft.com/office/drawing/2010/main"/>
              </a:ext>
            </a:extLst>
          </a:blip>
          <a:srcRect/>
          <a:stretch>
            <a:fillRect/>
          </a:stretch>
        </p:blipFill>
        <p:spPr bwMode="auto">
          <a:xfrm>
            <a:off x="7465874" y="307074"/>
            <a:ext cx="2840907" cy="2683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611E1BF9-9C95-C049-8905-40CA678D665F}"/>
              </a:ext>
            </a:extLst>
          </p:cNvPr>
          <p:cNvSpPr/>
          <p:nvPr userDrawn="1"/>
        </p:nvSpPr>
        <p:spPr>
          <a:xfrm>
            <a:off x="133387" y="6124028"/>
            <a:ext cx="2557175" cy="373372"/>
          </a:xfrm>
          <a:prstGeom prst="rect">
            <a:avLst/>
          </a:prstGeom>
        </p:spPr>
        <p:txBody>
          <a:bodyPr wrap="none">
            <a:spAutoFit/>
          </a:bodyPr>
          <a:lstStyle/>
          <a:p>
            <a:pPr algn="l">
              <a:lnSpc>
                <a:spcPct val="110000"/>
              </a:lnSpc>
              <a:spcBef>
                <a:spcPts val="300"/>
              </a:spcBef>
            </a:pPr>
            <a:r>
              <a:rPr lang="en-US" sz="1800" i="1">
                <a:solidFill>
                  <a:schemeClr val="tx1"/>
                </a:solidFill>
                <a:cs typeface="Arial" panose="020B0604020202020204" pitchFamily="34" charset="0"/>
              </a:rPr>
              <a:t>Deter. Prevent. Prevail.</a:t>
            </a:r>
          </a:p>
        </p:txBody>
      </p:sp>
      <p:sp>
        <p:nvSpPr>
          <p:cNvPr id="6" name="Rectangle 5">
            <a:extLst>
              <a:ext uri="{FF2B5EF4-FFF2-40B4-BE49-F238E27FC236}">
                <a16:creationId xmlns:a16="http://schemas.microsoft.com/office/drawing/2014/main" id="{ECE61656-F5F6-164B-A223-D0E3E97EEEAE}"/>
              </a:ext>
            </a:extLst>
          </p:cNvPr>
          <p:cNvSpPr/>
          <p:nvPr userDrawn="1"/>
        </p:nvSpPr>
        <p:spPr>
          <a:xfrm>
            <a:off x="6859582" y="3160118"/>
            <a:ext cx="4711483" cy="373436"/>
          </a:xfrm>
          <a:prstGeom prst="rect">
            <a:avLst/>
          </a:prstGeom>
        </p:spPr>
        <p:txBody>
          <a:bodyPr wrap="none">
            <a:spAutoFit/>
          </a:bodyPr>
          <a:lstStyle/>
          <a:p>
            <a:pPr algn="l">
              <a:lnSpc>
                <a:spcPct val="110000"/>
              </a:lnSpc>
              <a:spcBef>
                <a:spcPts val="300"/>
              </a:spcBef>
            </a:pPr>
            <a:r>
              <a:rPr lang="en-US" sz="1800" i="0">
                <a:solidFill>
                  <a:schemeClr val="bg1"/>
                </a:solidFill>
                <a:cs typeface="Arial" panose="020B0604020202020204" pitchFamily="34" charset="0"/>
              </a:rPr>
              <a:t>DEFENSE THREAT REDUCTION AGENCY</a:t>
            </a:r>
          </a:p>
        </p:txBody>
      </p:sp>
    </p:spTree>
  </p:cSld>
  <p:clrMap bg1="lt1" tx1="dk1" bg2="lt2" tx2="dk2" accent1="accent1" accent2="accent2" accent3="accent3" accent4="accent4" accent5="accent5" accent6="accent6" hlink="hlink" folHlink="folHlink"/>
  <p:sldLayoutIdLst>
    <p:sldLayoutId id="2147483710" r:id="rId1"/>
    <p:sldLayoutId id="2147483792" r:id="rId2"/>
    <p:sldLayoutId id="2147483793" r:id="rId3"/>
    <p:sldLayoutId id="2147483794" r:id="rId4"/>
  </p:sldLayoutIdLst>
  <p:hf hdr="0" ftr="0" dt="0"/>
  <p:txStyles>
    <p:titleStyle>
      <a:lvl1pPr algn="l" rtl="0" eaLnBrk="0" fontAlgn="base" hangingPunct="0">
        <a:spcBef>
          <a:spcPct val="0"/>
        </a:spcBef>
        <a:spcAft>
          <a:spcPct val="0"/>
        </a:spcAft>
        <a:defRPr sz="3600" b="1" i="1" kern="1200">
          <a:solidFill>
            <a:schemeClr val="tx2"/>
          </a:solidFill>
          <a:latin typeface="+mj-lt"/>
          <a:ea typeface="MS PGothic" panose="020B0600070205080204" pitchFamily="34" charset="-128"/>
          <a:cs typeface="+mj-cs"/>
        </a:defRPr>
      </a:lvl1pPr>
      <a:lvl2pPr algn="l" rtl="0" eaLnBrk="0" fontAlgn="base" hangingPunct="0">
        <a:spcBef>
          <a:spcPct val="0"/>
        </a:spcBef>
        <a:spcAft>
          <a:spcPct val="0"/>
        </a:spcAft>
        <a:defRPr sz="3600" b="1" i="1">
          <a:solidFill>
            <a:schemeClr val="tx2"/>
          </a:solidFill>
          <a:latin typeface="Univers" pitchFamily="34" charset="0"/>
          <a:ea typeface="MS PGothic" panose="020B0600070205080204" pitchFamily="34" charset="-128"/>
        </a:defRPr>
      </a:lvl2pPr>
      <a:lvl3pPr algn="l" rtl="0" eaLnBrk="0" fontAlgn="base" hangingPunct="0">
        <a:spcBef>
          <a:spcPct val="0"/>
        </a:spcBef>
        <a:spcAft>
          <a:spcPct val="0"/>
        </a:spcAft>
        <a:defRPr sz="3600" b="1" i="1">
          <a:solidFill>
            <a:schemeClr val="tx2"/>
          </a:solidFill>
          <a:latin typeface="Univers" pitchFamily="34" charset="0"/>
          <a:ea typeface="MS PGothic" panose="020B0600070205080204" pitchFamily="34" charset="-128"/>
        </a:defRPr>
      </a:lvl3pPr>
      <a:lvl4pPr algn="l" rtl="0" eaLnBrk="0" fontAlgn="base" hangingPunct="0">
        <a:spcBef>
          <a:spcPct val="0"/>
        </a:spcBef>
        <a:spcAft>
          <a:spcPct val="0"/>
        </a:spcAft>
        <a:defRPr sz="3600" b="1" i="1">
          <a:solidFill>
            <a:schemeClr val="tx2"/>
          </a:solidFill>
          <a:latin typeface="Univers" pitchFamily="34" charset="0"/>
          <a:ea typeface="MS PGothic" panose="020B0600070205080204" pitchFamily="34" charset="-128"/>
        </a:defRPr>
      </a:lvl4pPr>
      <a:lvl5pPr algn="l" rtl="0" eaLnBrk="0" fontAlgn="base" hangingPunct="0">
        <a:spcBef>
          <a:spcPct val="0"/>
        </a:spcBef>
        <a:spcAft>
          <a:spcPct val="0"/>
        </a:spcAft>
        <a:defRPr sz="3600" b="1" i="1">
          <a:solidFill>
            <a:schemeClr val="tx2"/>
          </a:solidFill>
          <a:latin typeface="Univers" pitchFamily="34" charset="0"/>
          <a:ea typeface="MS PGothic" panose="020B0600070205080204" pitchFamily="34" charset="-128"/>
        </a:defRPr>
      </a:lvl5pPr>
      <a:lvl6pPr marL="457200" algn="l" rtl="0" fontAlgn="base">
        <a:spcBef>
          <a:spcPct val="0"/>
        </a:spcBef>
        <a:spcAft>
          <a:spcPct val="0"/>
        </a:spcAft>
        <a:defRPr sz="3600" b="1" i="1">
          <a:solidFill>
            <a:schemeClr val="tx2"/>
          </a:solidFill>
          <a:latin typeface="Univers" pitchFamily="34" charset="0"/>
          <a:ea typeface="ＭＳ Ｐゴシック" panose="020B0600070205080204" pitchFamily="34" charset="-128"/>
        </a:defRPr>
      </a:lvl6pPr>
      <a:lvl7pPr marL="914400" algn="l" rtl="0" fontAlgn="base">
        <a:spcBef>
          <a:spcPct val="0"/>
        </a:spcBef>
        <a:spcAft>
          <a:spcPct val="0"/>
        </a:spcAft>
        <a:defRPr sz="3600" b="1" i="1">
          <a:solidFill>
            <a:schemeClr val="tx2"/>
          </a:solidFill>
          <a:latin typeface="Univers" pitchFamily="34" charset="0"/>
          <a:ea typeface="ＭＳ Ｐゴシック" panose="020B0600070205080204" pitchFamily="34" charset="-128"/>
        </a:defRPr>
      </a:lvl7pPr>
      <a:lvl8pPr marL="1371600" algn="l" rtl="0" fontAlgn="base">
        <a:spcBef>
          <a:spcPct val="0"/>
        </a:spcBef>
        <a:spcAft>
          <a:spcPct val="0"/>
        </a:spcAft>
        <a:defRPr sz="3600" b="1" i="1">
          <a:solidFill>
            <a:schemeClr val="tx2"/>
          </a:solidFill>
          <a:latin typeface="Univers" pitchFamily="34" charset="0"/>
          <a:ea typeface="ＭＳ Ｐゴシック" panose="020B0600070205080204" pitchFamily="34" charset="-128"/>
        </a:defRPr>
      </a:lvl8pPr>
      <a:lvl9pPr marL="1828800" algn="l" rtl="0" fontAlgn="base">
        <a:spcBef>
          <a:spcPct val="0"/>
        </a:spcBef>
        <a:spcAft>
          <a:spcPct val="0"/>
        </a:spcAft>
        <a:defRPr sz="3600" b="1" i="1">
          <a:solidFill>
            <a:schemeClr val="tx2"/>
          </a:solidFill>
          <a:latin typeface="Univers" pitchFamily="34" charset="0"/>
          <a:ea typeface="ＭＳ Ｐゴシック" panose="020B0600070205080204" pitchFamily="34" charset="-128"/>
        </a:defRPr>
      </a:lvl9pPr>
    </p:titleStyle>
    <p:bodyStyle>
      <a:lvl1pPr marL="342900" indent="-342900" algn="l" rtl="0" eaLnBrk="0" fontAlgn="base" hangingPunct="0">
        <a:spcBef>
          <a:spcPct val="20000"/>
        </a:spcBef>
        <a:spcAft>
          <a:spcPct val="0"/>
        </a:spcAft>
        <a:defRPr sz="2800" b="1" kern="1200">
          <a:solidFill>
            <a:schemeClr val="tx1"/>
          </a:solidFill>
          <a:latin typeface="+mn-lt"/>
          <a:ea typeface="MS PGothic" panose="020B0600070205080204" pitchFamily="34" charset="-128"/>
          <a:cs typeface="+mn-cs"/>
        </a:defRPr>
      </a:lvl1pPr>
      <a:lvl2pPr marL="742950" indent="-285750" algn="l" rtl="0" eaLnBrk="0" fontAlgn="base" hangingPunct="0">
        <a:spcBef>
          <a:spcPct val="20000"/>
        </a:spcBef>
        <a:spcAft>
          <a:spcPct val="0"/>
        </a:spcAft>
        <a:buChar char="–"/>
        <a:defRPr sz="2800" kern="1200">
          <a:solidFill>
            <a:schemeClr val="tx1"/>
          </a:solidFill>
          <a:latin typeface="Arial" panose="020B0604020202020204" pitchFamily="34" charset="0"/>
          <a:ea typeface="MS PGothic" panose="020B0600070205080204" pitchFamily="34" charset="-128"/>
          <a:cs typeface="+mn-cs"/>
        </a:defRPr>
      </a:lvl2pPr>
      <a:lvl3pPr marL="1143000" indent="-228600" algn="l" rtl="0" eaLnBrk="0" fontAlgn="base" hangingPunct="0">
        <a:spcBef>
          <a:spcPct val="20000"/>
        </a:spcBef>
        <a:spcAft>
          <a:spcPct val="0"/>
        </a:spcAft>
        <a:buChar char="•"/>
        <a:defRPr sz="2400" kern="1200">
          <a:solidFill>
            <a:schemeClr val="tx1"/>
          </a:solidFill>
          <a:latin typeface="Arial" panose="020B0604020202020204" pitchFamily="34" charset="0"/>
          <a:ea typeface="MS PGothic" panose="020B0600070205080204" pitchFamily="34" charset="-128"/>
          <a:cs typeface="+mn-cs"/>
        </a:defRPr>
      </a:lvl3pPr>
      <a:lvl4pPr marL="16002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MS PGothic" panose="020B0600070205080204" pitchFamily="34" charset="-128"/>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MS PGothic" panose="020B060007020508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11" r:id="rId1"/>
  </p:sldLayoutIdLst>
  <p:hf hdr="0" ftr="0" dt="0"/>
  <p:txStyles>
    <p:titleStyle>
      <a:lvl1pPr algn="l" rtl="0" eaLnBrk="0" fontAlgn="base" hangingPunct="0">
        <a:spcBef>
          <a:spcPct val="0"/>
        </a:spcBef>
        <a:spcAft>
          <a:spcPct val="0"/>
        </a:spcAft>
        <a:defRPr sz="3600" b="1" i="1" kern="1200">
          <a:solidFill>
            <a:schemeClr val="tx2"/>
          </a:solidFill>
          <a:latin typeface="+mj-lt"/>
          <a:ea typeface="MS PGothic" panose="020B0600070205080204" pitchFamily="34" charset="-128"/>
          <a:cs typeface="+mj-cs"/>
        </a:defRPr>
      </a:lvl1pPr>
      <a:lvl2pPr algn="l" rtl="0" eaLnBrk="0" fontAlgn="base" hangingPunct="0">
        <a:spcBef>
          <a:spcPct val="0"/>
        </a:spcBef>
        <a:spcAft>
          <a:spcPct val="0"/>
        </a:spcAft>
        <a:defRPr sz="3600" b="1" i="1">
          <a:solidFill>
            <a:schemeClr val="tx2"/>
          </a:solidFill>
          <a:latin typeface="Univers" pitchFamily="34" charset="0"/>
          <a:ea typeface="MS PGothic" panose="020B0600070205080204" pitchFamily="34" charset="-128"/>
        </a:defRPr>
      </a:lvl2pPr>
      <a:lvl3pPr algn="l" rtl="0" eaLnBrk="0" fontAlgn="base" hangingPunct="0">
        <a:spcBef>
          <a:spcPct val="0"/>
        </a:spcBef>
        <a:spcAft>
          <a:spcPct val="0"/>
        </a:spcAft>
        <a:defRPr sz="3600" b="1" i="1">
          <a:solidFill>
            <a:schemeClr val="tx2"/>
          </a:solidFill>
          <a:latin typeface="Univers" pitchFamily="34" charset="0"/>
          <a:ea typeface="MS PGothic" panose="020B0600070205080204" pitchFamily="34" charset="-128"/>
        </a:defRPr>
      </a:lvl3pPr>
      <a:lvl4pPr algn="l" rtl="0" eaLnBrk="0" fontAlgn="base" hangingPunct="0">
        <a:spcBef>
          <a:spcPct val="0"/>
        </a:spcBef>
        <a:spcAft>
          <a:spcPct val="0"/>
        </a:spcAft>
        <a:defRPr sz="3600" b="1" i="1">
          <a:solidFill>
            <a:schemeClr val="tx2"/>
          </a:solidFill>
          <a:latin typeface="Univers" pitchFamily="34" charset="0"/>
          <a:ea typeface="MS PGothic" panose="020B0600070205080204" pitchFamily="34" charset="-128"/>
        </a:defRPr>
      </a:lvl4pPr>
      <a:lvl5pPr algn="l" rtl="0" eaLnBrk="0" fontAlgn="base" hangingPunct="0">
        <a:spcBef>
          <a:spcPct val="0"/>
        </a:spcBef>
        <a:spcAft>
          <a:spcPct val="0"/>
        </a:spcAft>
        <a:defRPr sz="3600" b="1" i="1">
          <a:solidFill>
            <a:schemeClr val="tx2"/>
          </a:solidFill>
          <a:latin typeface="Univers" pitchFamily="34" charset="0"/>
          <a:ea typeface="MS PGothic" panose="020B0600070205080204" pitchFamily="34" charset="-128"/>
        </a:defRPr>
      </a:lvl5pPr>
      <a:lvl6pPr marL="457200" algn="l" rtl="0" fontAlgn="base">
        <a:spcBef>
          <a:spcPct val="0"/>
        </a:spcBef>
        <a:spcAft>
          <a:spcPct val="0"/>
        </a:spcAft>
        <a:defRPr sz="3600" b="1" i="1">
          <a:solidFill>
            <a:schemeClr val="tx2"/>
          </a:solidFill>
          <a:latin typeface="Univers" pitchFamily="34" charset="0"/>
          <a:ea typeface="ＭＳ Ｐゴシック" panose="020B0600070205080204" pitchFamily="34" charset="-128"/>
        </a:defRPr>
      </a:lvl6pPr>
      <a:lvl7pPr marL="914400" algn="l" rtl="0" fontAlgn="base">
        <a:spcBef>
          <a:spcPct val="0"/>
        </a:spcBef>
        <a:spcAft>
          <a:spcPct val="0"/>
        </a:spcAft>
        <a:defRPr sz="3600" b="1" i="1">
          <a:solidFill>
            <a:schemeClr val="tx2"/>
          </a:solidFill>
          <a:latin typeface="Univers" pitchFamily="34" charset="0"/>
          <a:ea typeface="ＭＳ Ｐゴシック" panose="020B0600070205080204" pitchFamily="34" charset="-128"/>
        </a:defRPr>
      </a:lvl7pPr>
      <a:lvl8pPr marL="1371600" algn="l" rtl="0" fontAlgn="base">
        <a:spcBef>
          <a:spcPct val="0"/>
        </a:spcBef>
        <a:spcAft>
          <a:spcPct val="0"/>
        </a:spcAft>
        <a:defRPr sz="3600" b="1" i="1">
          <a:solidFill>
            <a:schemeClr val="tx2"/>
          </a:solidFill>
          <a:latin typeface="Univers" pitchFamily="34" charset="0"/>
          <a:ea typeface="ＭＳ Ｐゴシック" panose="020B0600070205080204" pitchFamily="34" charset="-128"/>
        </a:defRPr>
      </a:lvl8pPr>
      <a:lvl9pPr marL="1828800" algn="l" rtl="0" fontAlgn="base">
        <a:spcBef>
          <a:spcPct val="0"/>
        </a:spcBef>
        <a:spcAft>
          <a:spcPct val="0"/>
        </a:spcAft>
        <a:defRPr sz="3600" b="1" i="1">
          <a:solidFill>
            <a:schemeClr val="tx2"/>
          </a:solidFill>
          <a:latin typeface="Univers" pitchFamily="34" charset="0"/>
          <a:ea typeface="ＭＳ Ｐゴシック" panose="020B0600070205080204" pitchFamily="34" charset="-128"/>
        </a:defRPr>
      </a:lvl9pPr>
    </p:titleStyle>
    <p:bodyStyle>
      <a:lvl1pPr marL="342900" indent="-342900" algn="l" rtl="0" eaLnBrk="0" fontAlgn="base" hangingPunct="0">
        <a:spcBef>
          <a:spcPct val="20000"/>
        </a:spcBef>
        <a:spcAft>
          <a:spcPct val="0"/>
        </a:spcAft>
        <a:defRPr sz="2800" b="1" kern="1200">
          <a:solidFill>
            <a:schemeClr val="tx1"/>
          </a:solidFill>
          <a:latin typeface="+mn-lt"/>
          <a:ea typeface="MS PGothic" panose="020B0600070205080204" pitchFamily="34" charset="-128"/>
          <a:cs typeface="+mn-cs"/>
        </a:defRPr>
      </a:lvl1pPr>
      <a:lvl2pPr marL="742950" indent="-285750" algn="l" rtl="0" eaLnBrk="0" fontAlgn="base" hangingPunct="0">
        <a:spcBef>
          <a:spcPct val="20000"/>
        </a:spcBef>
        <a:spcAft>
          <a:spcPct val="0"/>
        </a:spcAft>
        <a:buChar char="–"/>
        <a:defRPr sz="2800" kern="1200">
          <a:solidFill>
            <a:schemeClr val="tx1"/>
          </a:solidFill>
          <a:latin typeface="Arial" panose="020B0604020202020204" pitchFamily="34" charset="0"/>
          <a:ea typeface="MS PGothic" panose="020B0600070205080204" pitchFamily="34" charset="-128"/>
          <a:cs typeface="+mn-cs"/>
        </a:defRPr>
      </a:lvl2pPr>
      <a:lvl3pPr marL="1143000" indent="-228600" algn="l" rtl="0" eaLnBrk="0" fontAlgn="base" hangingPunct="0">
        <a:spcBef>
          <a:spcPct val="20000"/>
        </a:spcBef>
        <a:spcAft>
          <a:spcPct val="0"/>
        </a:spcAft>
        <a:buChar char="•"/>
        <a:defRPr sz="2400" kern="1200">
          <a:solidFill>
            <a:schemeClr val="tx1"/>
          </a:solidFill>
          <a:latin typeface="Arial" panose="020B0604020202020204" pitchFamily="34" charset="0"/>
          <a:ea typeface="MS PGothic" panose="020B0600070205080204" pitchFamily="34" charset="-128"/>
          <a:cs typeface="+mn-cs"/>
        </a:defRPr>
      </a:lvl3pPr>
      <a:lvl4pPr marL="16002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MS PGothic" panose="020B0600070205080204" pitchFamily="34" charset="-128"/>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MS PGothic" panose="020B060007020508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931D352-E82D-DF4C-A903-E8404B0FACA0}"/>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1" name="Rectangle 30">
            <a:extLst>
              <a:ext uri="{FF2B5EF4-FFF2-40B4-BE49-F238E27FC236}">
                <a16:creationId xmlns:a16="http://schemas.microsoft.com/office/drawing/2014/main" id="{FA272FCD-B87A-6340-BE1B-C69CD4FCC075}"/>
              </a:ext>
            </a:extLst>
          </p:cNvPr>
          <p:cNvSpPr/>
          <p:nvPr userDrawn="1"/>
        </p:nvSpPr>
        <p:spPr>
          <a:xfrm>
            <a:off x="266861" y="1107434"/>
            <a:ext cx="11479023" cy="74254"/>
          </a:xfrm>
          <a:prstGeom prst="rect">
            <a:avLst/>
          </a:prstGeom>
          <a:solidFill>
            <a:srgbClr val="C22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BA6C7F5-554F-8749-94A4-BCF810C4B197}"/>
              </a:ext>
            </a:extLst>
          </p:cNvPr>
          <p:cNvSpPr/>
          <p:nvPr userDrawn="1"/>
        </p:nvSpPr>
        <p:spPr>
          <a:xfrm>
            <a:off x="182879" y="6380018"/>
            <a:ext cx="11465169" cy="45719"/>
          </a:xfrm>
          <a:prstGeom prst="rect">
            <a:avLst/>
          </a:prstGeom>
          <a:solidFill>
            <a:srgbClr val="2230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6" name="Rectangle 2"/>
          <p:cNvSpPr>
            <a:spLocks noGrp="1" noChangeArrowheads="1"/>
          </p:cNvSpPr>
          <p:nvPr>
            <p:ph type="title"/>
          </p:nvPr>
        </p:nvSpPr>
        <p:spPr bwMode="auto">
          <a:xfrm>
            <a:off x="1763950" y="173037"/>
            <a:ext cx="9513650" cy="83839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6627" name="Rectangle 3"/>
          <p:cNvSpPr>
            <a:spLocks noGrp="1" noChangeArrowheads="1"/>
          </p:cNvSpPr>
          <p:nvPr>
            <p:ph type="body" idx="1"/>
          </p:nvPr>
        </p:nvSpPr>
        <p:spPr bwMode="auto">
          <a:xfrm>
            <a:off x="914400" y="1676400"/>
            <a:ext cx="10363200" cy="44958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2468" name="Rectangle 4"/>
          <p:cNvSpPr>
            <a:spLocks noGrp="1" noChangeArrowheads="1"/>
          </p:cNvSpPr>
          <p:nvPr>
            <p:ph type="dt" sz="half" idx="2"/>
          </p:nvPr>
        </p:nvSpPr>
        <p:spPr bwMode="auto">
          <a:xfrm>
            <a:off x="914400" y="6477001"/>
            <a:ext cx="2540000" cy="161925"/>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000">
                <a:latin typeface="+mn-lt"/>
              </a:defRPr>
            </a:lvl1pPr>
          </a:lstStyle>
          <a:p>
            <a:endParaRPr lang="en-US"/>
          </a:p>
        </p:txBody>
      </p:sp>
      <p:sp>
        <p:nvSpPr>
          <p:cNvPr id="62469" name="Rectangle 5"/>
          <p:cNvSpPr>
            <a:spLocks noGrp="1" noChangeArrowheads="1"/>
          </p:cNvSpPr>
          <p:nvPr>
            <p:ph type="sldNum" sz="quarter" idx="4"/>
          </p:nvPr>
        </p:nvSpPr>
        <p:spPr bwMode="auto">
          <a:xfrm>
            <a:off x="11114648" y="6578601"/>
            <a:ext cx="533400" cy="200025"/>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algn="r">
              <a:defRPr sz="1200">
                <a:latin typeface="Arial" panose="020B0604020202020204" pitchFamily="34" charset="0"/>
                <a:cs typeface="Arial" pitchFamily="34" charset="0"/>
              </a:defRPr>
            </a:lvl1pPr>
          </a:lstStyle>
          <a:p>
            <a:fld id="{A76057C1-7586-4C2D-BEBF-21FFCCBDD704}" type="slidenum">
              <a:rPr lang="en-US" smtClean="0"/>
              <a:pPr/>
              <a:t>‹#›</a:t>
            </a:fld>
            <a:endParaRPr lang="en-US"/>
          </a:p>
        </p:txBody>
      </p:sp>
      <p:pic>
        <p:nvPicPr>
          <p:cNvPr id="30" name="Picture 26" descr="DTRA"/>
          <p:cNvPicPr>
            <a:picLocks noChangeAspect="1" noChangeArrowheads="1"/>
          </p:cNvPicPr>
          <p:nvPr userDrawn="1"/>
        </p:nvPicPr>
        <p:blipFill>
          <a:blip r:embed="rId13" cstate="print">
            <a:extLst>
              <a:ext uri="{28A0092B-C50C-407E-A947-70E740481C1C}">
                <a14:useLocalDpi xmlns:a14="http://schemas.microsoft.com/office/drawing/2010/main"/>
              </a:ext>
            </a:extLst>
          </a:blip>
          <a:srcRect/>
          <a:stretch>
            <a:fillRect/>
          </a:stretch>
        </p:blipFill>
        <p:spPr bwMode="auto">
          <a:xfrm>
            <a:off x="266861" y="175515"/>
            <a:ext cx="1373717" cy="13337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21531818"/>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Lst>
  <p:hf hdr="0" ftr="0" dt="0"/>
  <p:txStyles>
    <p:titleStyle>
      <a:lvl1pPr marL="457200" indent="-457200" algn="l" rtl="0" eaLnBrk="0" fontAlgn="base" hangingPunct="0">
        <a:spcBef>
          <a:spcPct val="0"/>
        </a:spcBef>
        <a:spcAft>
          <a:spcPct val="0"/>
        </a:spcAft>
        <a:defRPr sz="3200" b="1">
          <a:solidFill>
            <a:schemeClr val="tx1"/>
          </a:solidFill>
          <a:latin typeface="Arial" panose="020B0604020202020204" pitchFamily="34" charset="0"/>
          <a:ea typeface="+mj-ea"/>
          <a:cs typeface="Arial" pitchFamily="34" charset="0"/>
        </a:defRPr>
      </a:lvl1pPr>
      <a:lvl2pPr marL="457200" indent="-457200" algn="l" rtl="0" eaLnBrk="0" fontAlgn="base" hangingPunct="0">
        <a:spcBef>
          <a:spcPct val="0"/>
        </a:spcBef>
        <a:spcAft>
          <a:spcPct val="0"/>
        </a:spcAft>
        <a:defRPr sz="3200" b="1">
          <a:solidFill>
            <a:schemeClr val="tx2"/>
          </a:solidFill>
          <a:latin typeface="Univers" pitchFamily="34" charset="-18"/>
          <a:ea typeface="ＭＳ Ｐゴシック" pitchFamily="20" charset="-128"/>
          <a:cs typeface="ＭＳ Ｐゴシック" charset="0"/>
        </a:defRPr>
      </a:lvl2pPr>
      <a:lvl3pPr marL="457200" indent="-457200" algn="l" rtl="0" eaLnBrk="0" fontAlgn="base" hangingPunct="0">
        <a:spcBef>
          <a:spcPct val="0"/>
        </a:spcBef>
        <a:spcAft>
          <a:spcPct val="0"/>
        </a:spcAft>
        <a:defRPr sz="3200" b="1">
          <a:solidFill>
            <a:schemeClr val="tx2"/>
          </a:solidFill>
          <a:latin typeface="Univers" pitchFamily="34" charset="-18"/>
          <a:ea typeface="ＭＳ Ｐゴシック" pitchFamily="20" charset="-128"/>
          <a:cs typeface="ＭＳ Ｐゴシック" charset="0"/>
        </a:defRPr>
      </a:lvl3pPr>
      <a:lvl4pPr marL="457200" indent="-457200" algn="l" rtl="0" eaLnBrk="0" fontAlgn="base" hangingPunct="0">
        <a:spcBef>
          <a:spcPct val="0"/>
        </a:spcBef>
        <a:spcAft>
          <a:spcPct val="0"/>
        </a:spcAft>
        <a:defRPr sz="3200" b="1">
          <a:solidFill>
            <a:schemeClr val="tx2"/>
          </a:solidFill>
          <a:latin typeface="Univers" pitchFamily="34" charset="-18"/>
          <a:ea typeface="ＭＳ Ｐゴシック" pitchFamily="20" charset="-128"/>
          <a:cs typeface="ＭＳ Ｐゴシック" charset="0"/>
        </a:defRPr>
      </a:lvl4pPr>
      <a:lvl5pPr marL="457200" indent="-457200" algn="l" rtl="0" eaLnBrk="0" fontAlgn="base" hangingPunct="0">
        <a:spcBef>
          <a:spcPct val="0"/>
        </a:spcBef>
        <a:spcAft>
          <a:spcPct val="0"/>
        </a:spcAft>
        <a:defRPr sz="3200" b="1">
          <a:solidFill>
            <a:schemeClr val="tx2"/>
          </a:solidFill>
          <a:latin typeface="Univers" pitchFamily="34" charset="-18"/>
          <a:ea typeface="ＭＳ Ｐゴシック" pitchFamily="20" charset="-128"/>
          <a:cs typeface="ＭＳ Ｐゴシック" charset="0"/>
        </a:defRPr>
      </a:lvl5pPr>
      <a:lvl6pPr marL="914400" indent="-457200" algn="l" rtl="0" fontAlgn="base">
        <a:spcBef>
          <a:spcPct val="0"/>
        </a:spcBef>
        <a:spcAft>
          <a:spcPct val="0"/>
        </a:spcAft>
        <a:defRPr sz="3200" b="1">
          <a:solidFill>
            <a:schemeClr val="tx2"/>
          </a:solidFill>
          <a:latin typeface="Univers" pitchFamily="34" charset="-18"/>
          <a:ea typeface="ＭＳ Ｐゴシック" pitchFamily="20" charset="-128"/>
        </a:defRPr>
      </a:lvl6pPr>
      <a:lvl7pPr marL="1371600" indent="-457200" algn="l" rtl="0" fontAlgn="base">
        <a:spcBef>
          <a:spcPct val="0"/>
        </a:spcBef>
        <a:spcAft>
          <a:spcPct val="0"/>
        </a:spcAft>
        <a:defRPr sz="3200" b="1">
          <a:solidFill>
            <a:schemeClr val="tx2"/>
          </a:solidFill>
          <a:latin typeface="Univers" pitchFamily="34" charset="-18"/>
          <a:ea typeface="ＭＳ Ｐゴシック" pitchFamily="20" charset="-128"/>
        </a:defRPr>
      </a:lvl7pPr>
      <a:lvl8pPr marL="1828800" indent="-457200" algn="l" rtl="0" fontAlgn="base">
        <a:spcBef>
          <a:spcPct val="0"/>
        </a:spcBef>
        <a:spcAft>
          <a:spcPct val="0"/>
        </a:spcAft>
        <a:defRPr sz="3200" b="1">
          <a:solidFill>
            <a:schemeClr val="tx2"/>
          </a:solidFill>
          <a:latin typeface="Univers" pitchFamily="34" charset="-18"/>
          <a:ea typeface="ＭＳ Ｐゴシック" pitchFamily="20" charset="-128"/>
        </a:defRPr>
      </a:lvl8pPr>
      <a:lvl9pPr marL="2286000" indent="-457200" algn="l" rtl="0" fontAlgn="base">
        <a:spcBef>
          <a:spcPct val="0"/>
        </a:spcBef>
        <a:spcAft>
          <a:spcPct val="0"/>
        </a:spcAft>
        <a:defRPr sz="3200" b="1">
          <a:solidFill>
            <a:schemeClr val="tx2"/>
          </a:solidFill>
          <a:latin typeface="Univers" pitchFamily="34" charset="-18"/>
          <a:ea typeface="ＭＳ Ｐゴシック" pitchFamily="20" charset="-128"/>
        </a:defRPr>
      </a:lvl9pPr>
    </p:titleStyle>
    <p:bodyStyle>
      <a:lvl1pPr marL="342900" indent="-342900" algn="l" rtl="0" eaLnBrk="0" fontAlgn="base" hangingPunct="0">
        <a:spcBef>
          <a:spcPct val="20000"/>
        </a:spcBef>
        <a:spcAft>
          <a:spcPct val="0"/>
        </a:spcAft>
        <a:buChar char="•"/>
        <a:defRPr sz="2800">
          <a:solidFill>
            <a:schemeClr val="tx1"/>
          </a:solidFill>
          <a:latin typeface="Arial" panose="020B0604020202020204" pitchFamily="34" charset="0"/>
          <a:ea typeface="+mn-ea"/>
          <a:cs typeface="Arial" pitchFamily="34" charset="0"/>
        </a:defRPr>
      </a:lvl1pPr>
      <a:lvl2pPr marL="742950" indent="-285750" algn="l" rtl="0" eaLnBrk="0" fontAlgn="base" hangingPunct="0">
        <a:spcBef>
          <a:spcPct val="20000"/>
        </a:spcBef>
        <a:spcAft>
          <a:spcPct val="0"/>
        </a:spcAft>
        <a:buChar char="•"/>
        <a:defRPr sz="2400">
          <a:solidFill>
            <a:schemeClr val="tx1"/>
          </a:solidFill>
          <a:latin typeface="Arial" panose="020B0604020202020204" pitchFamily="34" charset="0"/>
          <a:ea typeface="+mn-ea"/>
          <a:cs typeface="Arial" pitchFamily="34" charset="0"/>
        </a:defRPr>
      </a:lvl2pPr>
      <a:lvl3pPr marL="11430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cs typeface="Arial" pitchFamily="34" charset="0"/>
        </a:defRPr>
      </a:lvl3pPr>
      <a:lvl4pPr marL="1600200" indent="-228600" algn="l" rtl="0" eaLnBrk="0" fontAlgn="base" hangingPunct="0">
        <a:spcBef>
          <a:spcPct val="20000"/>
        </a:spcBef>
        <a:spcAft>
          <a:spcPct val="0"/>
        </a:spcAft>
        <a:buFont typeface="Times" charset="0"/>
        <a:buChar char="•"/>
        <a:defRPr sz="1600">
          <a:solidFill>
            <a:schemeClr val="tx1"/>
          </a:solidFill>
          <a:latin typeface="Arial" panose="020B0604020202020204" pitchFamily="34" charset="0"/>
          <a:ea typeface="+mn-ea"/>
          <a:cs typeface="Arial" pitchFamily="34" charset="0"/>
        </a:defRPr>
      </a:lvl4pPr>
      <a:lvl5pPr marL="2057400" indent="-228600" algn="l" rtl="0" eaLnBrk="0" fontAlgn="base" hangingPunct="0">
        <a:spcBef>
          <a:spcPct val="20000"/>
        </a:spcBef>
        <a:spcAft>
          <a:spcPct val="0"/>
        </a:spcAft>
        <a:buFont typeface="Times" charset="0"/>
        <a:buChar char="•"/>
        <a:defRPr sz="1400">
          <a:solidFill>
            <a:schemeClr val="tx1"/>
          </a:solidFill>
          <a:latin typeface="Arial" panose="020B0604020202020204" pitchFamily="34" charset="0"/>
          <a:ea typeface="+mn-ea"/>
          <a:cs typeface="Arial" pitchFamily="34" charset="0"/>
        </a:defRPr>
      </a:lvl5pPr>
      <a:lvl6pPr marL="2514600" indent="-228600" algn="l" rtl="0" fontAlgn="base">
        <a:spcBef>
          <a:spcPct val="20000"/>
        </a:spcBef>
        <a:spcAft>
          <a:spcPct val="0"/>
        </a:spcAft>
        <a:buFont typeface="Times" pitchFamily="18" charset="0"/>
        <a:buChar char="•"/>
        <a:defRPr sz="1400">
          <a:solidFill>
            <a:schemeClr val="tx1"/>
          </a:solidFill>
          <a:latin typeface="+mn-lt"/>
          <a:ea typeface="+mn-ea"/>
        </a:defRPr>
      </a:lvl6pPr>
      <a:lvl7pPr marL="2971800" indent="-228600" algn="l" rtl="0" fontAlgn="base">
        <a:spcBef>
          <a:spcPct val="20000"/>
        </a:spcBef>
        <a:spcAft>
          <a:spcPct val="0"/>
        </a:spcAft>
        <a:buFont typeface="Times" pitchFamily="18" charset="0"/>
        <a:buChar char="•"/>
        <a:defRPr sz="1400">
          <a:solidFill>
            <a:schemeClr val="tx1"/>
          </a:solidFill>
          <a:latin typeface="+mn-lt"/>
          <a:ea typeface="+mn-ea"/>
        </a:defRPr>
      </a:lvl7pPr>
      <a:lvl8pPr marL="3429000" indent="-228600" algn="l" rtl="0" fontAlgn="base">
        <a:spcBef>
          <a:spcPct val="20000"/>
        </a:spcBef>
        <a:spcAft>
          <a:spcPct val="0"/>
        </a:spcAft>
        <a:buFont typeface="Times" pitchFamily="18" charset="0"/>
        <a:buChar char="•"/>
        <a:defRPr sz="1400">
          <a:solidFill>
            <a:schemeClr val="tx1"/>
          </a:solidFill>
          <a:latin typeface="+mn-lt"/>
          <a:ea typeface="+mn-ea"/>
        </a:defRPr>
      </a:lvl8pPr>
      <a:lvl9pPr marL="3886200" indent="-228600" algn="l" rtl="0" fontAlgn="base">
        <a:spcBef>
          <a:spcPct val="20000"/>
        </a:spcBef>
        <a:spcAft>
          <a:spcPct val="0"/>
        </a:spcAft>
        <a:buFont typeface="Times" pitchFamily="18" charset="0"/>
        <a:buChar char="•"/>
        <a:defRPr sz="14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3A15CD5-3339-7944-AB71-46FF09E50C33}"/>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1" name="Rectangle 30">
            <a:extLst>
              <a:ext uri="{FF2B5EF4-FFF2-40B4-BE49-F238E27FC236}">
                <a16:creationId xmlns:a16="http://schemas.microsoft.com/office/drawing/2014/main" id="{FA272FCD-B87A-6340-BE1B-C69CD4FCC075}"/>
              </a:ext>
            </a:extLst>
          </p:cNvPr>
          <p:cNvSpPr/>
          <p:nvPr userDrawn="1"/>
        </p:nvSpPr>
        <p:spPr>
          <a:xfrm>
            <a:off x="266861" y="1107434"/>
            <a:ext cx="11479023" cy="74254"/>
          </a:xfrm>
          <a:prstGeom prst="rect">
            <a:avLst/>
          </a:prstGeom>
          <a:solidFill>
            <a:srgbClr val="C223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6" name="Rectangle 2"/>
          <p:cNvSpPr>
            <a:spLocks noGrp="1" noChangeArrowheads="1"/>
          </p:cNvSpPr>
          <p:nvPr>
            <p:ph type="title"/>
          </p:nvPr>
        </p:nvSpPr>
        <p:spPr bwMode="auto">
          <a:xfrm>
            <a:off x="1763950" y="173037"/>
            <a:ext cx="9513650" cy="83839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6627" name="Rectangle 3"/>
          <p:cNvSpPr>
            <a:spLocks noGrp="1" noChangeArrowheads="1"/>
          </p:cNvSpPr>
          <p:nvPr>
            <p:ph type="body" idx="1"/>
          </p:nvPr>
        </p:nvSpPr>
        <p:spPr bwMode="auto">
          <a:xfrm>
            <a:off x="914400" y="1676400"/>
            <a:ext cx="10363200" cy="44958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2468" name="Rectangle 4"/>
          <p:cNvSpPr>
            <a:spLocks noGrp="1" noChangeArrowheads="1"/>
          </p:cNvSpPr>
          <p:nvPr>
            <p:ph type="dt" sz="half" idx="2"/>
          </p:nvPr>
        </p:nvSpPr>
        <p:spPr bwMode="auto">
          <a:xfrm>
            <a:off x="914400" y="6477001"/>
            <a:ext cx="2540000" cy="161925"/>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000">
                <a:latin typeface="+mn-lt"/>
              </a:defRPr>
            </a:lvl1pPr>
          </a:lstStyle>
          <a:p>
            <a:endParaRPr lang="en-US"/>
          </a:p>
        </p:txBody>
      </p:sp>
      <p:sp>
        <p:nvSpPr>
          <p:cNvPr id="62469" name="Rectangle 5"/>
          <p:cNvSpPr>
            <a:spLocks noGrp="1" noChangeArrowheads="1"/>
          </p:cNvSpPr>
          <p:nvPr>
            <p:ph type="sldNum" sz="quarter" idx="4"/>
          </p:nvPr>
        </p:nvSpPr>
        <p:spPr bwMode="auto">
          <a:xfrm>
            <a:off x="11114648" y="6578601"/>
            <a:ext cx="533400" cy="200025"/>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algn="r">
              <a:defRPr sz="1200">
                <a:latin typeface="Arial" panose="020B0604020202020204" pitchFamily="34" charset="0"/>
                <a:cs typeface="Arial" pitchFamily="34" charset="0"/>
              </a:defRPr>
            </a:lvl1pPr>
          </a:lstStyle>
          <a:p>
            <a:fld id="{A76057C1-7586-4C2D-BEBF-21FFCCBDD704}" type="slidenum">
              <a:rPr lang="en-US" smtClean="0"/>
              <a:pPr/>
              <a:t>‹#›</a:t>
            </a:fld>
            <a:endParaRPr lang="en-US"/>
          </a:p>
        </p:txBody>
      </p:sp>
      <p:pic>
        <p:nvPicPr>
          <p:cNvPr id="30" name="Picture 26" descr="DTRA"/>
          <p:cNvPicPr>
            <a:picLocks noChangeAspect="1" noChangeArrowheads="1"/>
          </p:cNvPicPr>
          <p:nvPr userDrawn="1"/>
        </p:nvPicPr>
        <p:blipFill>
          <a:blip r:embed="rId13" cstate="print">
            <a:extLst>
              <a:ext uri="{28A0092B-C50C-407E-A947-70E740481C1C}">
                <a14:useLocalDpi xmlns:a14="http://schemas.microsoft.com/office/drawing/2010/main"/>
              </a:ext>
            </a:extLst>
          </a:blip>
          <a:srcRect/>
          <a:stretch>
            <a:fillRect/>
          </a:stretch>
        </p:blipFill>
        <p:spPr bwMode="auto">
          <a:xfrm>
            <a:off x="339433" y="95999"/>
            <a:ext cx="1373717" cy="13337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54893033"/>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Lst>
  <p:hf hdr="0" ftr="0" dt="0"/>
  <p:txStyles>
    <p:titleStyle>
      <a:lvl1pPr marL="457200" indent="-457200" algn="l" rtl="0" eaLnBrk="0" fontAlgn="base" hangingPunct="0">
        <a:spcBef>
          <a:spcPct val="0"/>
        </a:spcBef>
        <a:spcAft>
          <a:spcPct val="0"/>
        </a:spcAft>
        <a:defRPr sz="3200" b="1" i="0">
          <a:solidFill>
            <a:schemeClr val="tx1"/>
          </a:solidFill>
          <a:latin typeface="Arial" panose="020B0604020202020204" pitchFamily="34" charset="0"/>
          <a:ea typeface="+mj-ea"/>
          <a:cs typeface="Arial" pitchFamily="34" charset="0"/>
        </a:defRPr>
      </a:lvl1pPr>
      <a:lvl2pPr marL="457200" indent="-457200" algn="l" rtl="0" eaLnBrk="0" fontAlgn="base" hangingPunct="0">
        <a:spcBef>
          <a:spcPct val="0"/>
        </a:spcBef>
        <a:spcAft>
          <a:spcPct val="0"/>
        </a:spcAft>
        <a:defRPr sz="3200" b="1">
          <a:solidFill>
            <a:schemeClr val="tx2"/>
          </a:solidFill>
          <a:latin typeface="Univers" pitchFamily="34" charset="-18"/>
          <a:ea typeface="ＭＳ Ｐゴシック" pitchFamily="20" charset="-128"/>
          <a:cs typeface="ＭＳ Ｐゴシック" charset="0"/>
        </a:defRPr>
      </a:lvl2pPr>
      <a:lvl3pPr marL="457200" indent="-457200" algn="l" rtl="0" eaLnBrk="0" fontAlgn="base" hangingPunct="0">
        <a:spcBef>
          <a:spcPct val="0"/>
        </a:spcBef>
        <a:spcAft>
          <a:spcPct val="0"/>
        </a:spcAft>
        <a:defRPr sz="3200" b="1">
          <a:solidFill>
            <a:schemeClr val="tx2"/>
          </a:solidFill>
          <a:latin typeface="Univers" pitchFamily="34" charset="-18"/>
          <a:ea typeface="ＭＳ Ｐゴシック" pitchFamily="20" charset="-128"/>
          <a:cs typeface="ＭＳ Ｐゴシック" charset="0"/>
        </a:defRPr>
      </a:lvl3pPr>
      <a:lvl4pPr marL="457200" indent="-457200" algn="l" rtl="0" eaLnBrk="0" fontAlgn="base" hangingPunct="0">
        <a:spcBef>
          <a:spcPct val="0"/>
        </a:spcBef>
        <a:spcAft>
          <a:spcPct val="0"/>
        </a:spcAft>
        <a:defRPr sz="3200" b="1">
          <a:solidFill>
            <a:schemeClr val="tx2"/>
          </a:solidFill>
          <a:latin typeface="Univers" pitchFamily="34" charset="-18"/>
          <a:ea typeface="ＭＳ Ｐゴシック" pitchFamily="20" charset="-128"/>
          <a:cs typeface="ＭＳ Ｐゴシック" charset="0"/>
        </a:defRPr>
      </a:lvl4pPr>
      <a:lvl5pPr marL="457200" indent="-457200" algn="l" rtl="0" eaLnBrk="0" fontAlgn="base" hangingPunct="0">
        <a:spcBef>
          <a:spcPct val="0"/>
        </a:spcBef>
        <a:spcAft>
          <a:spcPct val="0"/>
        </a:spcAft>
        <a:defRPr sz="3200" b="1">
          <a:solidFill>
            <a:schemeClr val="tx2"/>
          </a:solidFill>
          <a:latin typeface="Univers" pitchFamily="34" charset="-18"/>
          <a:ea typeface="ＭＳ Ｐゴシック" pitchFamily="20" charset="-128"/>
          <a:cs typeface="ＭＳ Ｐゴシック" charset="0"/>
        </a:defRPr>
      </a:lvl5pPr>
      <a:lvl6pPr marL="914400" indent="-457200" algn="l" rtl="0" fontAlgn="base">
        <a:spcBef>
          <a:spcPct val="0"/>
        </a:spcBef>
        <a:spcAft>
          <a:spcPct val="0"/>
        </a:spcAft>
        <a:defRPr sz="3200" b="1">
          <a:solidFill>
            <a:schemeClr val="tx2"/>
          </a:solidFill>
          <a:latin typeface="Univers" pitchFamily="34" charset="-18"/>
          <a:ea typeface="ＭＳ Ｐゴシック" pitchFamily="20" charset="-128"/>
        </a:defRPr>
      </a:lvl6pPr>
      <a:lvl7pPr marL="1371600" indent="-457200" algn="l" rtl="0" fontAlgn="base">
        <a:spcBef>
          <a:spcPct val="0"/>
        </a:spcBef>
        <a:spcAft>
          <a:spcPct val="0"/>
        </a:spcAft>
        <a:defRPr sz="3200" b="1">
          <a:solidFill>
            <a:schemeClr val="tx2"/>
          </a:solidFill>
          <a:latin typeface="Univers" pitchFamily="34" charset="-18"/>
          <a:ea typeface="ＭＳ Ｐゴシック" pitchFamily="20" charset="-128"/>
        </a:defRPr>
      </a:lvl7pPr>
      <a:lvl8pPr marL="1828800" indent="-457200" algn="l" rtl="0" fontAlgn="base">
        <a:spcBef>
          <a:spcPct val="0"/>
        </a:spcBef>
        <a:spcAft>
          <a:spcPct val="0"/>
        </a:spcAft>
        <a:defRPr sz="3200" b="1">
          <a:solidFill>
            <a:schemeClr val="tx2"/>
          </a:solidFill>
          <a:latin typeface="Univers" pitchFamily="34" charset="-18"/>
          <a:ea typeface="ＭＳ Ｐゴシック" pitchFamily="20" charset="-128"/>
        </a:defRPr>
      </a:lvl8pPr>
      <a:lvl9pPr marL="2286000" indent="-457200" algn="l" rtl="0" fontAlgn="base">
        <a:spcBef>
          <a:spcPct val="0"/>
        </a:spcBef>
        <a:spcAft>
          <a:spcPct val="0"/>
        </a:spcAft>
        <a:defRPr sz="3200" b="1">
          <a:solidFill>
            <a:schemeClr val="tx2"/>
          </a:solidFill>
          <a:latin typeface="Univers" pitchFamily="34" charset="-18"/>
          <a:ea typeface="ＭＳ Ｐゴシック" pitchFamily="20" charset="-128"/>
        </a:defRPr>
      </a:lvl9pPr>
    </p:titleStyle>
    <p:bodyStyle>
      <a:lvl1pPr marL="342900" indent="-342900" algn="l" rtl="0" eaLnBrk="0" fontAlgn="base" hangingPunct="0">
        <a:spcBef>
          <a:spcPct val="20000"/>
        </a:spcBef>
        <a:spcAft>
          <a:spcPct val="0"/>
        </a:spcAft>
        <a:buChar char="•"/>
        <a:defRPr sz="2800">
          <a:solidFill>
            <a:schemeClr val="tx1"/>
          </a:solidFill>
          <a:latin typeface="Arial" panose="020B0604020202020204" pitchFamily="34" charset="0"/>
          <a:ea typeface="+mn-ea"/>
          <a:cs typeface="Arial" pitchFamily="34" charset="0"/>
        </a:defRPr>
      </a:lvl1pPr>
      <a:lvl2pPr marL="742950" indent="-285750" algn="l" rtl="0" eaLnBrk="0" fontAlgn="base" hangingPunct="0">
        <a:spcBef>
          <a:spcPct val="20000"/>
        </a:spcBef>
        <a:spcAft>
          <a:spcPct val="0"/>
        </a:spcAft>
        <a:buChar char="•"/>
        <a:defRPr sz="2400">
          <a:solidFill>
            <a:schemeClr val="tx1"/>
          </a:solidFill>
          <a:latin typeface="Arial" panose="020B0604020202020204" pitchFamily="34" charset="0"/>
          <a:ea typeface="+mn-ea"/>
          <a:cs typeface="Arial" pitchFamily="34" charset="0"/>
        </a:defRPr>
      </a:lvl2pPr>
      <a:lvl3pPr marL="11430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cs typeface="Arial" pitchFamily="34" charset="0"/>
        </a:defRPr>
      </a:lvl3pPr>
      <a:lvl4pPr marL="1600200" indent="-228600" algn="l" rtl="0" eaLnBrk="0" fontAlgn="base" hangingPunct="0">
        <a:spcBef>
          <a:spcPct val="20000"/>
        </a:spcBef>
        <a:spcAft>
          <a:spcPct val="0"/>
        </a:spcAft>
        <a:buFont typeface="Times" charset="0"/>
        <a:buChar char="•"/>
        <a:defRPr sz="1600">
          <a:solidFill>
            <a:schemeClr val="tx1"/>
          </a:solidFill>
          <a:latin typeface="Arial" panose="020B0604020202020204" pitchFamily="34" charset="0"/>
          <a:ea typeface="+mn-ea"/>
          <a:cs typeface="Arial" pitchFamily="34" charset="0"/>
        </a:defRPr>
      </a:lvl4pPr>
      <a:lvl5pPr marL="2057400" indent="-228600" algn="l" rtl="0" eaLnBrk="0" fontAlgn="base" hangingPunct="0">
        <a:spcBef>
          <a:spcPct val="20000"/>
        </a:spcBef>
        <a:spcAft>
          <a:spcPct val="0"/>
        </a:spcAft>
        <a:buFont typeface="Times" charset="0"/>
        <a:buChar char="•"/>
        <a:defRPr sz="1400">
          <a:solidFill>
            <a:schemeClr val="tx1"/>
          </a:solidFill>
          <a:latin typeface="Arial" panose="020B0604020202020204" pitchFamily="34" charset="0"/>
          <a:ea typeface="+mn-ea"/>
          <a:cs typeface="Arial" pitchFamily="34" charset="0"/>
        </a:defRPr>
      </a:lvl5pPr>
      <a:lvl6pPr marL="2514600" indent="-228600" algn="l" rtl="0" fontAlgn="base">
        <a:spcBef>
          <a:spcPct val="20000"/>
        </a:spcBef>
        <a:spcAft>
          <a:spcPct val="0"/>
        </a:spcAft>
        <a:buFont typeface="Times" pitchFamily="18" charset="0"/>
        <a:buChar char="•"/>
        <a:defRPr sz="1400">
          <a:solidFill>
            <a:schemeClr val="tx1"/>
          </a:solidFill>
          <a:latin typeface="+mn-lt"/>
          <a:ea typeface="+mn-ea"/>
        </a:defRPr>
      </a:lvl6pPr>
      <a:lvl7pPr marL="2971800" indent="-228600" algn="l" rtl="0" fontAlgn="base">
        <a:spcBef>
          <a:spcPct val="20000"/>
        </a:spcBef>
        <a:spcAft>
          <a:spcPct val="0"/>
        </a:spcAft>
        <a:buFont typeface="Times" pitchFamily="18" charset="0"/>
        <a:buChar char="•"/>
        <a:defRPr sz="1400">
          <a:solidFill>
            <a:schemeClr val="tx1"/>
          </a:solidFill>
          <a:latin typeface="+mn-lt"/>
          <a:ea typeface="+mn-ea"/>
        </a:defRPr>
      </a:lvl7pPr>
      <a:lvl8pPr marL="3429000" indent="-228600" algn="l" rtl="0" fontAlgn="base">
        <a:spcBef>
          <a:spcPct val="20000"/>
        </a:spcBef>
        <a:spcAft>
          <a:spcPct val="0"/>
        </a:spcAft>
        <a:buFont typeface="Times" pitchFamily="18" charset="0"/>
        <a:buChar char="•"/>
        <a:defRPr sz="1400">
          <a:solidFill>
            <a:schemeClr val="tx1"/>
          </a:solidFill>
          <a:latin typeface="+mn-lt"/>
          <a:ea typeface="+mn-ea"/>
        </a:defRPr>
      </a:lvl8pPr>
      <a:lvl9pPr marL="3886200" indent="-228600" algn="l" rtl="0" fontAlgn="base">
        <a:spcBef>
          <a:spcPct val="20000"/>
        </a:spcBef>
        <a:spcAft>
          <a:spcPct val="0"/>
        </a:spcAft>
        <a:buFont typeface="Times" pitchFamily="18" charset="0"/>
        <a:buChar char="•"/>
        <a:defRPr sz="14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BEF539B-923F-A948-A1A4-36053C3B959C}"/>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1" name="Rectangle 30">
            <a:extLst>
              <a:ext uri="{FF2B5EF4-FFF2-40B4-BE49-F238E27FC236}">
                <a16:creationId xmlns:a16="http://schemas.microsoft.com/office/drawing/2014/main" id="{FA272FCD-B87A-6340-BE1B-C69CD4FCC075}"/>
              </a:ext>
            </a:extLst>
          </p:cNvPr>
          <p:cNvSpPr/>
          <p:nvPr/>
        </p:nvSpPr>
        <p:spPr>
          <a:xfrm>
            <a:off x="169333" y="1108076"/>
            <a:ext cx="11887200" cy="73025"/>
          </a:xfrm>
          <a:prstGeom prst="rect">
            <a:avLst/>
          </a:prstGeom>
          <a:solidFill>
            <a:srgbClr val="C2234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400">
              <a:latin typeface="Arial" panose="020B0604020202020204" pitchFamily="34" charset="0"/>
              <a:cs typeface="Arial" panose="020B0604020202020204" pitchFamily="34" charset="0"/>
            </a:endParaRPr>
          </a:p>
        </p:txBody>
      </p:sp>
      <p:sp>
        <p:nvSpPr>
          <p:cNvPr id="2051" name="Rectangle 2"/>
          <p:cNvSpPr>
            <a:spLocks noGrp="1" noChangeArrowheads="1"/>
          </p:cNvSpPr>
          <p:nvPr>
            <p:ph type="title"/>
          </p:nvPr>
        </p:nvSpPr>
        <p:spPr bwMode="auto">
          <a:xfrm>
            <a:off x="1653118" y="198438"/>
            <a:ext cx="1042458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6627" name="Rectangle 3"/>
          <p:cNvSpPr>
            <a:spLocks noGrp="1" noChangeArrowheads="1"/>
          </p:cNvSpPr>
          <p:nvPr>
            <p:ph type="body" idx="1"/>
          </p:nvPr>
        </p:nvSpPr>
        <p:spPr bwMode="auto">
          <a:xfrm>
            <a:off x="914400" y="1676400"/>
            <a:ext cx="10363200" cy="4495800"/>
          </a:xfrm>
          <a:prstGeom prst="rect">
            <a:avLst/>
          </a:prstGeom>
          <a:noFill/>
          <a:ln>
            <a:noFill/>
          </a:ln>
          <a:extLst>
            <a:ext uri="{909E8E84-426E-40dd-AFC4-6F175D3DCCD1}"/>
            <a:ext uri="{91240B29-F687-4f45-9708-019B960494DF}"/>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2469" name="Rectangle 5"/>
          <p:cNvSpPr>
            <a:spLocks noGrp="1" noChangeArrowheads="1"/>
          </p:cNvSpPr>
          <p:nvPr>
            <p:ph type="sldNum" sz="quarter" idx="4"/>
          </p:nvPr>
        </p:nvSpPr>
        <p:spPr bwMode="auto">
          <a:xfrm>
            <a:off x="11552767" y="6578601"/>
            <a:ext cx="533400" cy="200025"/>
          </a:xfrm>
          <a:prstGeom prst="rect">
            <a:avLst/>
          </a:prstGeom>
          <a:noFill/>
          <a:ln>
            <a:noFill/>
          </a:ln>
          <a:extLst>
            <a:ext uri="{909E8E84-426E-40dd-AFC4-6F175D3DCCD1}"/>
            <a:ext uri="{91240B29-F687-4f45-9708-019B960494DF}"/>
          </a:extLst>
        </p:spPr>
        <p:txBody>
          <a:bodyPr vert="horz" wrap="square" lIns="91440" tIns="45720" rIns="91440" bIns="45720" numCol="1" anchor="ctr" anchorCtr="0" compatLnSpc="1">
            <a:prstTxWarp prst="textNoShape">
              <a:avLst/>
            </a:prstTxWarp>
          </a:bodyPr>
          <a:lstStyle>
            <a:lvl1pPr algn="r">
              <a:defRPr sz="900" smtClean="0">
                <a:latin typeface="Arial" panose="020B0604020202020204" pitchFamily="34" charset="0"/>
                <a:cs typeface="Arial" pitchFamily="34" charset="0"/>
              </a:defRPr>
            </a:lvl1pPr>
          </a:lstStyle>
          <a:p>
            <a:pPr>
              <a:defRPr/>
            </a:pPr>
            <a:fld id="{8403D9A4-6225-4546-99A3-744A739B28D0}" type="slidenum">
              <a:rPr lang="en-US"/>
              <a:pPr>
                <a:defRPr/>
              </a:pPr>
              <a:t>‹#›</a:t>
            </a:fld>
            <a:endParaRPr lang="en-US"/>
          </a:p>
        </p:txBody>
      </p:sp>
      <p:pic>
        <p:nvPicPr>
          <p:cNvPr id="2058" name="Picture 26" descr="DTRA"/>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421176" y="198438"/>
            <a:ext cx="1122561" cy="1096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a:extLst>
              <a:ext uri="{FF2B5EF4-FFF2-40B4-BE49-F238E27FC236}">
                <a16:creationId xmlns:a16="http://schemas.microsoft.com/office/drawing/2014/main" id="{DBA6C7F5-554F-8749-94A4-BCF810C4B197}"/>
              </a:ext>
            </a:extLst>
          </p:cNvPr>
          <p:cNvSpPr/>
          <p:nvPr userDrawn="1"/>
        </p:nvSpPr>
        <p:spPr>
          <a:xfrm>
            <a:off x="169333" y="6380164"/>
            <a:ext cx="11887200" cy="46037"/>
          </a:xfrm>
          <a:prstGeom prst="rect">
            <a:avLst/>
          </a:prstGeom>
          <a:solidFill>
            <a:srgbClr val="22305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013"/>
          </a:p>
        </p:txBody>
      </p:sp>
    </p:spTree>
    <p:extLst>
      <p:ext uri="{BB962C8B-B14F-4D97-AF65-F5344CB8AC3E}">
        <p14:creationId xmlns:p14="http://schemas.microsoft.com/office/powerpoint/2010/main" val="16428061"/>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Lst>
  <p:hf hdr="0" ftr="0" dt="0"/>
  <p:txStyles>
    <p:titleStyle>
      <a:lvl1pPr marL="342900" indent="-342900" algn="l" rtl="0" fontAlgn="base">
        <a:spcBef>
          <a:spcPct val="0"/>
        </a:spcBef>
        <a:spcAft>
          <a:spcPct val="0"/>
        </a:spcAft>
        <a:defRPr sz="2100" b="1">
          <a:solidFill>
            <a:schemeClr val="tx1"/>
          </a:solidFill>
          <a:latin typeface="Arial" panose="020B0604020202020204" pitchFamily="34" charset="0"/>
          <a:ea typeface="MS PGothic" panose="020B0600070205080204" pitchFamily="34" charset="-128"/>
          <a:cs typeface="Arial" pitchFamily="34" charset="0"/>
        </a:defRPr>
      </a:lvl1pPr>
      <a:lvl2pPr marL="342900" indent="-342900" algn="l" rtl="0" fontAlgn="base">
        <a:spcBef>
          <a:spcPct val="0"/>
        </a:spcBef>
        <a:spcAft>
          <a:spcPct val="0"/>
        </a:spcAft>
        <a:defRPr sz="2100" b="1">
          <a:solidFill>
            <a:schemeClr val="tx1"/>
          </a:solidFill>
          <a:latin typeface="Arial" panose="020B0604020202020204" pitchFamily="34" charset="0"/>
          <a:ea typeface="MS PGothic" panose="020B0600070205080204" pitchFamily="34" charset="-128"/>
          <a:cs typeface="Arial" panose="020B0604020202020204" pitchFamily="34" charset="0"/>
        </a:defRPr>
      </a:lvl2pPr>
      <a:lvl3pPr marL="342900" indent="-342900" algn="l" rtl="0" fontAlgn="base">
        <a:spcBef>
          <a:spcPct val="0"/>
        </a:spcBef>
        <a:spcAft>
          <a:spcPct val="0"/>
        </a:spcAft>
        <a:defRPr sz="2100" b="1">
          <a:solidFill>
            <a:schemeClr val="tx1"/>
          </a:solidFill>
          <a:latin typeface="Arial" panose="020B0604020202020204" pitchFamily="34" charset="0"/>
          <a:ea typeface="MS PGothic" panose="020B0600070205080204" pitchFamily="34" charset="-128"/>
          <a:cs typeface="Arial" panose="020B0604020202020204" pitchFamily="34" charset="0"/>
        </a:defRPr>
      </a:lvl3pPr>
      <a:lvl4pPr marL="342900" indent="-342900" algn="l" rtl="0" fontAlgn="base">
        <a:spcBef>
          <a:spcPct val="0"/>
        </a:spcBef>
        <a:spcAft>
          <a:spcPct val="0"/>
        </a:spcAft>
        <a:defRPr sz="2100" b="1">
          <a:solidFill>
            <a:schemeClr val="tx1"/>
          </a:solidFill>
          <a:latin typeface="Arial" panose="020B0604020202020204" pitchFamily="34" charset="0"/>
          <a:ea typeface="MS PGothic" panose="020B0600070205080204" pitchFamily="34" charset="-128"/>
          <a:cs typeface="Arial" panose="020B0604020202020204" pitchFamily="34" charset="0"/>
        </a:defRPr>
      </a:lvl4pPr>
      <a:lvl5pPr marL="342900" indent="-342900" algn="l" rtl="0" fontAlgn="base">
        <a:spcBef>
          <a:spcPct val="0"/>
        </a:spcBef>
        <a:spcAft>
          <a:spcPct val="0"/>
        </a:spcAft>
        <a:defRPr sz="2100" b="1">
          <a:solidFill>
            <a:schemeClr val="tx1"/>
          </a:solidFill>
          <a:latin typeface="Arial" panose="020B0604020202020204" pitchFamily="34" charset="0"/>
          <a:ea typeface="MS PGothic" panose="020B0600070205080204" pitchFamily="34" charset="-128"/>
          <a:cs typeface="Arial" panose="020B0604020202020204" pitchFamily="34" charset="0"/>
        </a:defRPr>
      </a:lvl5pPr>
      <a:lvl6pPr marL="685800" indent="-342900" algn="l" rtl="0" eaLnBrk="1" fontAlgn="base" hangingPunct="1">
        <a:spcBef>
          <a:spcPct val="0"/>
        </a:spcBef>
        <a:spcAft>
          <a:spcPct val="0"/>
        </a:spcAft>
        <a:defRPr sz="2400" b="1">
          <a:solidFill>
            <a:schemeClr val="tx2"/>
          </a:solidFill>
          <a:latin typeface="Univers" pitchFamily="34" charset="-18"/>
          <a:ea typeface="ＭＳ Ｐゴシック" pitchFamily="20" charset="-128"/>
        </a:defRPr>
      </a:lvl6pPr>
      <a:lvl7pPr marL="1028700" indent="-342900" algn="l" rtl="0" eaLnBrk="1" fontAlgn="base" hangingPunct="1">
        <a:spcBef>
          <a:spcPct val="0"/>
        </a:spcBef>
        <a:spcAft>
          <a:spcPct val="0"/>
        </a:spcAft>
        <a:defRPr sz="2400" b="1">
          <a:solidFill>
            <a:schemeClr val="tx2"/>
          </a:solidFill>
          <a:latin typeface="Univers" pitchFamily="34" charset="-18"/>
          <a:ea typeface="ＭＳ Ｐゴシック" pitchFamily="20" charset="-128"/>
        </a:defRPr>
      </a:lvl7pPr>
      <a:lvl8pPr marL="1371600" indent="-342900" algn="l" rtl="0" eaLnBrk="1" fontAlgn="base" hangingPunct="1">
        <a:spcBef>
          <a:spcPct val="0"/>
        </a:spcBef>
        <a:spcAft>
          <a:spcPct val="0"/>
        </a:spcAft>
        <a:defRPr sz="2400" b="1">
          <a:solidFill>
            <a:schemeClr val="tx2"/>
          </a:solidFill>
          <a:latin typeface="Univers" pitchFamily="34" charset="-18"/>
          <a:ea typeface="ＭＳ Ｐゴシック" pitchFamily="20" charset="-128"/>
        </a:defRPr>
      </a:lvl8pPr>
      <a:lvl9pPr marL="1714500" indent="-342900" algn="l" rtl="0" eaLnBrk="1" fontAlgn="base" hangingPunct="1">
        <a:spcBef>
          <a:spcPct val="0"/>
        </a:spcBef>
        <a:spcAft>
          <a:spcPct val="0"/>
        </a:spcAft>
        <a:defRPr sz="2400" b="1">
          <a:solidFill>
            <a:schemeClr val="tx2"/>
          </a:solidFill>
          <a:latin typeface="Univers" pitchFamily="34" charset="-18"/>
          <a:ea typeface="ＭＳ Ｐゴシック" pitchFamily="20" charset="-128"/>
        </a:defRPr>
      </a:lvl9pPr>
    </p:titleStyle>
    <p:bodyStyle>
      <a:lvl1pPr marL="171450" indent="-171450" algn="l" rtl="0" fontAlgn="base">
        <a:spcBef>
          <a:spcPct val="20000"/>
        </a:spcBef>
        <a:spcAft>
          <a:spcPct val="0"/>
        </a:spcAft>
        <a:buChar char="•"/>
        <a:defRPr sz="1500">
          <a:solidFill>
            <a:schemeClr val="tx1"/>
          </a:solidFill>
          <a:latin typeface="Arial" panose="020B0604020202020204" pitchFamily="34" charset="0"/>
          <a:ea typeface="MS PGothic" panose="020B0600070205080204" pitchFamily="34" charset="-128"/>
          <a:cs typeface="Arial" pitchFamily="34" charset="0"/>
        </a:defRPr>
      </a:lvl1pPr>
      <a:lvl2pPr marL="342900" indent="-171450" algn="l" rtl="0" fontAlgn="base">
        <a:spcBef>
          <a:spcPct val="20000"/>
        </a:spcBef>
        <a:spcAft>
          <a:spcPct val="0"/>
        </a:spcAft>
        <a:buChar char="•"/>
        <a:defRPr sz="1300">
          <a:solidFill>
            <a:schemeClr val="tx1"/>
          </a:solidFill>
          <a:latin typeface="Arial" panose="020B0604020202020204" pitchFamily="34" charset="0"/>
          <a:ea typeface="MS PGothic" panose="020B0600070205080204" pitchFamily="34" charset="-128"/>
          <a:cs typeface="Arial" pitchFamily="34" charset="0"/>
        </a:defRPr>
      </a:lvl2pPr>
      <a:lvl3pPr marL="514350" indent="-171450" algn="l" rtl="0" fontAlgn="base">
        <a:spcBef>
          <a:spcPct val="20000"/>
        </a:spcBef>
        <a:spcAft>
          <a:spcPct val="0"/>
        </a:spcAft>
        <a:buChar char="•"/>
        <a:defRPr sz="1200">
          <a:solidFill>
            <a:schemeClr val="tx1"/>
          </a:solidFill>
          <a:latin typeface="Arial" panose="020B0604020202020204" pitchFamily="34" charset="0"/>
          <a:ea typeface="MS PGothic" panose="020B0600070205080204" pitchFamily="34" charset="-128"/>
          <a:cs typeface="Arial" pitchFamily="34" charset="0"/>
        </a:defRPr>
      </a:lvl3pPr>
      <a:lvl4pPr marL="685800" indent="-171450" algn="l" rtl="0" fontAlgn="base">
        <a:spcBef>
          <a:spcPct val="20000"/>
        </a:spcBef>
        <a:spcAft>
          <a:spcPct val="0"/>
        </a:spcAft>
        <a:buFont typeface="Times" panose="02020603050405020304" pitchFamily="18" charset="0"/>
        <a:buChar char="•"/>
        <a:defRPr sz="1000">
          <a:solidFill>
            <a:schemeClr val="tx1"/>
          </a:solidFill>
          <a:latin typeface="Arial" panose="020B0604020202020204" pitchFamily="34" charset="0"/>
          <a:ea typeface="MS PGothic" panose="020B0600070205080204" pitchFamily="34" charset="-128"/>
          <a:cs typeface="Arial" pitchFamily="34" charset="0"/>
        </a:defRPr>
      </a:lvl4pPr>
      <a:lvl5pPr marL="857250" indent="-171450" algn="l" rtl="0" fontAlgn="base">
        <a:spcBef>
          <a:spcPct val="20000"/>
        </a:spcBef>
        <a:spcAft>
          <a:spcPct val="0"/>
        </a:spcAft>
        <a:buFont typeface="Times" panose="02020603050405020304" pitchFamily="18" charset="0"/>
        <a:buChar char="•"/>
        <a:defRPr sz="1000">
          <a:solidFill>
            <a:schemeClr val="tx1"/>
          </a:solidFill>
          <a:latin typeface="Arial" panose="020B0604020202020204" pitchFamily="34" charset="0"/>
          <a:ea typeface="MS PGothic" panose="020B0600070205080204" pitchFamily="34" charset="-128"/>
          <a:cs typeface="Arial" pitchFamily="34" charset="0"/>
        </a:defRPr>
      </a:lvl5pPr>
      <a:lvl6pPr marL="1885950" indent="-171450" algn="l" rtl="0" eaLnBrk="1" fontAlgn="base" hangingPunct="1">
        <a:spcBef>
          <a:spcPct val="20000"/>
        </a:spcBef>
        <a:spcAft>
          <a:spcPct val="0"/>
        </a:spcAft>
        <a:buFont typeface="Times" pitchFamily="18" charset="0"/>
        <a:buChar char="•"/>
        <a:defRPr sz="1050">
          <a:solidFill>
            <a:schemeClr val="tx1"/>
          </a:solidFill>
          <a:latin typeface="+mn-lt"/>
          <a:ea typeface="+mn-ea"/>
        </a:defRPr>
      </a:lvl6pPr>
      <a:lvl7pPr marL="2228850" indent="-171450" algn="l" rtl="0" eaLnBrk="1" fontAlgn="base" hangingPunct="1">
        <a:spcBef>
          <a:spcPct val="20000"/>
        </a:spcBef>
        <a:spcAft>
          <a:spcPct val="0"/>
        </a:spcAft>
        <a:buFont typeface="Times" pitchFamily="18" charset="0"/>
        <a:buChar char="•"/>
        <a:defRPr sz="1050">
          <a:solidFill>
            <a:schemeClr val="tx1"/>
          </a:solidFill>
          <a:latin typeface="+mn-lt"/>
          <a:ea typeface="+mn-ea"/>
        </a:defRPr>
      </a:lvl7pPr>
      <a:lvl8pPr marL="2571750" indent="-171450" algn="l" rtl="0" eaLnBrk="1" fontAlgn="base" hangingPunct="1">
        <a:spcBef>
          <a:spcPct val="20000"/>
        </a:spcBef>
        <a:spcAft>
          <a:spcPct val="0"/>
        </a:spcAft>
        <a:buFont typeface="Times" pitchFamily="18" charset="0"/>
        <a:buChar char="•"/>
        <a:defRPr sz="1050">
          <a:solidFill>
            <a:schemeClr val="tx1"/>
          </a:solidFill>
          <a:latin typeface="+mn-lt"/>
          <a:ea typeface="+mn-ea"/>
        </a:defRPr>
      </a:lvl8pPr>
      <a:lvl9pPr marL="2914650" indent="-171450" algn="l" rtl="0" eaLnBrk="1" fontAlgn="base" hangingPunct="1">
        <a:spcBef>
          <a:spcPct val="20000"/>
        </a:spcBef>
        <a:spcAft>
          <a:spcPct val="0"/>
        </a:spcAft>
        <a:buFont typeface="Times" pitchFamily="18" charset="0"/>
        <a:buChar char="•"/>
        <a:defRPr sz="1050">
          <a:solidFill>
            <a:schemeClr val="tx1"/>
          </a:solidFill>
          <a:latin typeface="+mn-lt"/>
          <a:ea typeface="+mn-ea"/>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11.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jpeg"/></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hyperlink" Target="http://www.sam.gov/"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hyperlink" Target="http://www.sam.gov/"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ctrTitle"/>
          </p:nvPr>
        </p:nvSpPr>
        <p:spPr>
          <a:xfrm>
            <a:off x="9262374" y="5728396"/>
            <a:ext cx="2263085" cy="915700"/>
          </a:xfrm>
        </p:spPr>
        <p:txBody>
          <a:bodyPr/>
          <a:lstStyle/>
          <a:p>
            <a:pPr eaLnBrk="1" hangingPunct="1"/>
            <a:r>
              <a:rPr lang="en-US" altLang="en-US" sz="2000" kern="0">
                <a:solidFill>
                  <a:schemeClr val="tx1"/>
                </a:solidFill>
                <a:latin typeface="Arial" panose="020B0604020202020204" pitchFamily="34" charset="0"/>
                <a:cs typeface="Arial" panose="020B0604020202020204" pitchFamily="34" charset="0"/>
              </a:rPr>
              <a:t>31 March</a:t>
            </a:r>
            <a:r>
              <a:rPr lang="en-US" altLang="en-US" sz="2000" kern="0">
                <a:latin typeface="Arial" panose="020B0604020202020204" pitchFamily="34" charset="0"/>
                <a:cs typeface="Arial" panose="020B0604020202020204" pitchFamily="34" charset="0"/>
              </a:rPr>
              <a:t> 2026</a:t>
            </a:r>
            <a:br>
              <a:rPr lang="en-US" altLang="en-US" sz="2000" kern="0">
                <a:latin typeface="Arial" panose="020B0604020202020204" pitchFamily="34" charset="0"/>
                <a:cs typeface="Arial" panose="020B0604020202020204" pitchFamily="34" charset="0"/>
              </a:rPr>
            </a:br>
            <a:endParaRPr lang="en-US" altLang="en-US" sz="2000" kern="0" dirty="0">
              <a:latin typeface="Arial" panose="020B0604020202020204" pitchFamily="34" charset="0"/>
              <a:cs typeface="Arial" panose="020B0604020202020204" pitchFamily="34" charset="0"/>
            </a:endParaRPr>
          </a:p>
        </p:txBody>
      </p:sp>
      <p:sp>
        <p:nvSpPr>
          <p:cNvPr id="8" name="Rectangle 131"/>
          <p:cNvSpPr>
            <a:spLocks noChangeArrowheads="1"/>
          </p:cNvSpPr>
          <p:nvPr/>
        </p:nvSpPr>
        <p:spPr bwMode="auto">
          <a:xfrm>
            <a:off x="5430838" y="64619"/>
            <a:ext cx="1322387"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1200" b="1">
                <a:solidFill>
                  <a:schemeClr val="bg1"/>
                </a:solidFill>
                <a:latin typeface="Univers" pitchFamily="34" charset="0"/>
              </a:rPr>
              <a:t>UNCLASSIFIED</a:t>
            </a:r>
          </a:p>
        </p:txBody>
      </p:sp>
      <p:sp>
        <p:nvSpPr>
          <p:cNvPr id="9" name="Rectangle 59"/>
          <p:cNvSpPr>
            <a:spLocks noChangeArrowheads="1"/>
          </p:cNvSpPr>
          <p:nvPr/>
        </p:nvSpPr>
        <p:spPr bwMode="auto">
          <a:xfrm>
            <a:off x="5703031" y="6505597"/>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a:ln>
                  <a:noFill/>
                </a:ln>
                <a:solidFill>
                  <a:srgbClr val="1F497D"/>
                </a:solidFill>
                <a:effectLst/>
                <a:uLnTx/>
                <a:uFillTx/>
                <a:latin typeface="Arial" panose="020B0604020202020204" pitchFamily="34" charset="0"/>
                <a:ea typeface="ＭＳ Ｐゴシック"/>
                <a:cs typeface="+mn-cs"/>
              </a:rPr>
              <a:t>UNCLASSIFIED</a:t>
            </a:r>
          </a:p>
        </p:txBody>
      </p:sp>
      <p:sp>
        <p:nvSpPr>
          <p:cNvPr id="7" name="Title 1">
            <a:extLst>
              <a:ext uri="{FF2B5EF4-FFF2-40B4-BE49-F238E27FC236}">
                <a16:creationId xmlns:a16="http://schemas.microsoft.com/office/drawing/2014/main" id="{8019D56F-0EEF-A048-A1D2-84367211CBBD}"/>
              </a:ext>
            </a:extLst>
          </p:cNvPr>
          <p:cNvSpPr txBox="1">
            <a:spLocks/>
          </p:cNvSpPr>
          <p:nvPr/>
        </p:nvSpPr>
        <p:spPr>
          <a:xfrm>
            <a:off x="7727877" y="3780347"/>
            <a:ext cx="4078937" cy="915700"/>
          </a:xfrm>
          <a:prstGeom prst="rect">
            <a:avLst/>
          </a:prstGeom>
        </p:spPr>
        <p:txBody>
          <a:bodyPr anchor="b"/>
          <a:lstStyle>
            <a:lvl1pPr algn="l" rtl="0" eaLnBrk="0" fontAlgn="base" hangingPunct="0">
              <a:spcBef>
                <a:spcPct val="0"/>
              </a:spcBef>
              <a:spcAft>
                <a:spcPct val="0"/>
              </a:spcAft>
              <a:defRPr sz="4000" b="1" i="1" kern="1200">
                <a:solidFill>
                  <a:schemeClr val="tx2"/>
                </a:solidFill>
                <a:latin typeface="+mj-lt"/>
                <a:ea typeface="MS PGothic" panose="020B0600070205080204" pitchFamily="34" charset="-128"/>
                <a:cs typeface="+mj-cs"/>
              </a:defRPr>
            </a:lvl1pPr>
            <a:lvl2pPr algn="l" rtl="0" eaLnBrk="0" fontAlgn="base" hangingPunct="0">
              <a:spcBef>
                <a:spcPct val="0"/>
              </a:spcBef>
              <a:spcAft>
                <a:spcPct val="0"/>
              </a:spcAft>
              <a:defRPr sz="3600" b="1" i="1">
                <a:solidFill>
                  <a:schemeClr val="tx2"/>
                </a:solidFill>
                <a:latin typeface="Univers" pitchFamily="34" charset="0"/>
                <a:ea typeface="MS PGothic" panose="020B0600070205080204" pitchFamily="34" charset="-128"/>
              </a:defRPr>
            </a:lvl2pPr>
            <a:lvl3pPr algn="l" rtl="0" eaLnBrk="0" fontAlgn="base" hangingPunct="0">
              <a:spcBef>
                <a:spcPct val="0"/>
              </a:spcBef>
              <a:spcAft>
                <a:spcPct val="0"/>
              </a:spcAft>
              <a:defRPr sz="3600" b="1" i="1">
                <a:solidFill>
                  <a:schemeClr val="tx2"/>
                </a:solidFill>
                <a:latin typeface="Univers" pitchFamily="34" charset="0"/>
                <a:ea typeface="MS PGothic" panose="020B0600070205080204" pitchFamily="34" charset="-128"/>
              </a:defRPr>
            </a:lvl3pPr>
            <a:lvl4pPr algn="l" rtl="0" eaLnBrk="0" fontAlgn="base" hangingPunct="0">
              <a:spcBef>
                <a:spcPct val="0"/>
              </a:spcBef>
              <a:spcAft>
                <a:spcPct val="0"/>
              </a:spcAft>
              <a:defRPr sz="3600" b="1" i="1">
                <a:solidFill>
                  <a:schemeClr val="tx2"/>
                </a:solidFill>
                <a:latin typeface="Univers" pitchFamily="34" charset="0"/>
                <a:ea typeface="MS PGothic" panose="020B0600070205080204" pitchFamily="34" charset="-128"/>
              </a:defRPr>
            </a:lvl4pPr>
            <a:lvl5pPr algn="l" rtl="0" eaLnBrk="0" fontAlgn="base" hangingPunct="0">
              <a:spcBef>
                <a:spcPct val="0"/>
              </a:spcBef>
              <a:spcAft>
                <a:spcPct val="0"/>
              </a:spcAft>
              <a:defRPr sz="3600" b="1" i="1">
                <a:solidFill>
                  <a:schemeClr val="tx2"/>
                </a:solidFill>
                <a:latin typeface="Univers" pitchFamily="34" charset="0"/>
                <a:ea typeface="MS PGothic" panose="020B0600070205080204" pitchFamily="34" charset="-128"/>
              </a:defRPr>
            </a:lvl5pPr>
            <a:lvl6pPr marL="457200" algn="l" rtl="0" fontAlgn="base">
              <a:spcBef>
                <a:spcPct val="0"/>
              </a:spcBef>
              <a:spcAft>
                <a:spcPct val="0"/>
              </a:spcAft>
              <a:defRPr sz="3600" b="1" i="1">
                <a:solidFill>
                  <a:schemeClr val="tx2"/>
                </a:solidFill>
                <a:latin typeface="Univers" pitchFamily="34" charset="0"/>
                <a:ea typeface="ＭＳ Ｐゴシック" panose="020B0600070205080204" pitchFamily="34" charset="-128"/>
              </a:defRPr>
            </a:lvl6pPr>
            <a:lvl7pPr marL="914400" algn="l" rtl="0" fontAlgn="base">
              <a:spcBef>
                <a:spcPct val="0"/>
              </a:spcBef>
              <a:spcAft>
                <a:spcPct val="0"/>
              </a:spcAft>
              <a:defRPr sz="3600" b="1" i="1">
                <a:solidFill>
                  <a:schemeClr val="tx2"/>
                </a:solidFill>
                <a:latin typeface="Univers" pitchFamily="34" charset="0"/>
                <a:ea typeface="ＭＳ Ｐゴシック" panose="020B0600070205080204" pitchFamily="34" charset="-128"/>
              </a:defRPr>
            </a:lvl7pPr>
            <a:lvl8pPr marL="1371600" algn="l" rtl="0" fontAlgn="base">
              <a:spcBef>
                <a:spcPct val="0"/>
              </a:spcBef>
              <a:spcAft>
                <a:spcPct val="0"/>
              </a:spcAft>
              <a:defRPr sz="3600" b="1" i="1">
                <a:solidFill>
                  <a:schemeClr val="tx2"/>
                </a:solidFill>
                <a:latin typeface="Univers" pitchFamily="34" charset="0"/>
                <a:ea typeface="ＭＳ Ｐゴシック" panose="020B0600070205080204" pitchFamily="34" charset="-128"/>
              </a:defRPr>
            </a:lvl8pPr>
            <a:lvl9pPr marL="1828800" algn="l" rtl="0" fontAlgn="base">
              <a:spcBef>
                <a:spcPct val="0"/>
              </a:spcBef>
              <a:spcAft>
                <a:spcPct val="0"/>
              </a:spcAft>
              <a:defRPr sz="3600" b="1" i="1">
                <a:solidFill>
                  <a:schemeClr val="tx2"/>
                </a:solidFill>
                <a:latin typeface="Univers" pitchFamily="34" charset="0"/>
                <a:ea typeface="ＭＳ Ｐゴシック" panose="020B0600070205080204" pitchFamily="34" charset="-128"/>
              </a:defRPr>
            </a:lvl9pPr>
          </a:lstStyle>
          <a:p>
            <a:pPr lvl="0" eaLnBrk="1" hangingPunct="1">
              <a:defRPr/>
            </a:pPr>
            <a:r>
              <a:rPr lang="en-US" altLang="en-US" sz="2400" kern="0" dirty="0">
                <a:solidFill>
                  <a:srgbClr val="FFFFFF"/>
                </a:solidFill>
                <a:latin typeface="Arial" panose="020B0604020202020204" pitchFamily="34" charset="0"/>
                <a:cs typeface="Arial" panose="020B0604020202020204" pitchFamily="34" charset="0"/>
              </a:rPr>
              <a:t>DTRA Industry Day: </a:t>
            </a:r>
            <a:br>
              <a:rPr lang="en-US" altLang="en-US" sz="2400" kern="0" dirty="0">
                <a:solidFill>
                  <a:srgbClr val="FFFFFF"/>
                </a:solidFill>
                <a:latin typeface="Arial" panose="020B0604020202020204" pitchFamily="34" charset="0"/>
                <a:cs typeface="Arial" panose="020B0604020202020204" pitchFamily="34" charset="0"/>
              </a:rPr>
            </a:br>
            <a:r>
              <a:rPr lang="en-US" altLang="en-US" sz="2400" kern="0" dirty="0">
                <a:solidFill>
                  <a:srgbClr val="FFFFFF"/>
                </a:solidFill>
                <a:latin typeface="Arial" panose="020B0604020202020204" pitchFamily="34" charset="0"/>
                <a:cs typeface="Arial" panose="020B0604020202020204" pitchFamily="34" charset="0"/>
              </a:rPr>
              <a:t>TRIDENT (Decisive Action </a:t>
            </a:r>
            <a:br>
              <a:rPr lang="en-US" altLang="en-US" sz="2400" kern="0" dirty="0">
                <a:solidFill>
                  <a:srgbClr val="FFFFFF"/>
                </a:solidFill>
                <a:latin typeface="Arial" panose="020B0604020202020204" pitchFamily="34" charset="0"/>
                <a:cs typeface="Arial" panose="020B0604020202020204" pitchFamily="34" charset="0"/>
              </a:rPr>
            </a:br>
            <a:r>
              <a:rPr lang="en-US" altLang="en-US" sz="2400" kern="0" dirty="0">
                <a:solidFill>
                  <a:srgbClr val="FFFFFF"/>
                </a:solidFill>
                <a:latin typeface="Arial" panose="020B0604020202020204" pitchFamily="34" charset="0"/>
                <a:cs typeface="Arial" panose="020B0604020202020204" pitchFamily="34" charset="0"/>
              </a:rPr>
              <a:t>Follow-On)</a:t>
            </a:r>
          </a:p>
        </p:txBody>
      </p:sp>
      <p:sp>
        <p:nvSpPr>
          <p:cNvPr id="2" name="Title 1">
            <a:extLst>
              <a:ext uri="{FF2B5EF4-FFF2-40B4-BE49-F238E27FC236}">
                <a16:creationId xmlns:a16="http://schemas.microsoft.com/office/drawing/2014/main" id="{48D033D7-AA0A-A09E-425B-2EC900AB82DD}"/>
              </a:ext>
            </a:extLst>
          </p:cNvPr>
          <p:cNvSpPr txBox="1">
            <a:spLocks/>
          </p:cNvSpPr>
          <p:nvPr/>
        </p:nvSpPr>
        <p:spPr>
          <a:xfrm>
            <a:off x="8094697" y="5270546"/>
            <a:ext cx="3712117" cy="915700"/>
          </a:xfrm>
          <a:prstGeom prst="rect">
            <a:avLst/>
          </a:prstGeom>
        </p:spPr>
        <p:txBody>
          <a:bodyPr anchor="b"/>
          <a:lstStyle>
            <a:lvl1pPr algn="l" rtl="0" eaLnBrk="0" fontAlgn="base" hangingPunct="0">
              <a:spcBef>
                <a:spcPct val="0"/>
              </a:spcBef>
              <a:spcAft>
                <a:spcPct val="0"/>
              </a:spcAft>
              <a:defRPr sz="4000" b="1" i="1" kern="1200">
                <a:solidFill>
                  <a:schemeClr val="tx2"/>
                </a:solidFill>
                <a:latin typeface="+mj-lt"/>
                <a:ea typeface="MS PGothic" panose="020B0600070205080204" pitchFamily="34" charset="-128"/>
                <a:cs typeface="+mj-cs"/>
              </a:defRPr>
            </a:lvl1pPr>
            <a:lvl2pPr algn="l" rtl="0" eaLnBrk="0" fontAlgn="base" hangingPunct="0">
              <a:spcBef>
                <a:spcPct val="0"/>
              </a:spcBef>
              <a:spcAft>
                <a:spcPct val="0"/>
              </a:spcAft>
              <a:defRPr sz="3600" b="1" i="1">
                <a:solidFill>
                  <a:schemeClr val="tx2"/>
                </a:solidFill>
                <a:latin typeface="Univers" pitchFamily="34" charset="0"/>
                <a:ea typeface="MS PGothic" panose="020B0600070205080204" pitchFamily="34" charset="-128"/>
              </a:defRPr>
            </a:lvl2pPr>
            <a:lvl3pPr algn="l" rtl="0" eaLnBrk="0" fontAlgn="base" hangingPunct="0">
              <a:spcBef>
                <a:spcPct val="0"/>
              </a:spcBef>
              <a:spcAft>
                <a:spcPct val="0"/>
              </a:spcAft>
              <a:defRPr sz="3600" b="1" i="1">
                <a:solidFill>
                  <a:schemeClr val="tx2"/>
                </a:solidFill>
                <a:latin typeface="Univers" pitchFamily="34" charset="0"/>
                <a:ea typeface="MS PGothic" panose="020B0600070205080204" pitchFamily="34" charset="-128"/>
              </a:defRPr>
            </a:lvl3pPr>
            <a:lvl4pPr algn="l" rtl="0" eaLnBrk="0" fontAlgn="base" hangingPunct="0">
              <a:spcBef>
                <a:spcPct val="0"/>
              </a:spcBef>
              <a:spcAft>
                <a:spcPct val="0"/>
              </a:spcAft>
              <a:defRPr sz="3600" b="1" i="1">
                <a:solidFill>
                  <a:schemeClr val="tx2"/>
                </a:solidFill>
                <a:latin typeface="Univers" pitchFamily="34" charset="0"/>
                <a:ea typeface="MS PGothic" panose="020B0600070205080204" pitchFamily="34" charset="-128"/>
              </a:defRPr>
            </a:lvl4pPr>
            <a:lvl5pPr algn="l" rtl="0" eaLnBrk="0" fontAlgn="base" hangingPunct="0">
              <a:spcBef>
                <a:spcPct val="0"/>
              </a:spcBef>
              <a:spcAft>
                <a:spcPct val="0"/>
              </a:spcAft>
              <a:defRPr sz="3600" b="1" i="1">
                <a:solidFill>
                  <a:schemeClr val="tx2"/>
                </a:solidFill>
                <a:latin typeface="Univers" pitchFamily="34" charset="0"/>
                <a:ea typeface="MS PGothic" panose="020B0600070205080204" pitchFamily="34" charset="-128"/>
              </a:defRPr>
            </a:lvl5pPr>
            <a:lvl6pPr marL="457200" algn="l" rtl="0" fontAlgn="base">
              <a:spcBef>
                <a:spcPct val="0"/>
              </a:spcBef>
              <a:spcAft>
                <a:spcPct val="0"/>
              </a:spcAft>
              <a:defRPr sz="3600" b="1" i="1">
                <a:solidFill>
                  <a:schemeClr val="tx2"/>
                </a:solidFill>
                <a:latin typeface="Univers" pitchFamily="34" charset="0"/>
                <a:ea typeface="ＭＳ Ｐゴシック" panose="020B0600070205080204" pitchFamily="34" charset="-128"/>
              </a:defRPr>
            </a:lvl6pPr>
            <a:lvl7pPr marL="914400" algn="l" rtl="0" fontAlgn="base">
              <a:spcBef>
                <a:spcPct val="0"/>
              </a:spcBef>
              <a:spcAft>
                <a:spcPct val="0"/>
              </a:spcAft>
              <a:defRPr sz="3600" b="1" i="1">
                <a:solidFill>
                  <a:schemeClr val="tx2"/>
                </a:solidFill>
                <a:latin typeface="Univers" pitchFamily="34" charset="0"/>
                <a:ea typeface="ＭＳ Ｐゴシック" panose="020B0600070205080204" pitchFamily="34" charset="-128"/>
              </a:defRPr>
            </a:lvl7pPr>
            <a:lvl8pPr marL="1371600" algn="l" rtl="0" fontAlgn="base">
              <a:spcBef>
                <a:spcPct val="0"/>
              </a:spcBef>
              <a:spcAft>
                <a:spcPct val="0"/>
              </a:spcAft>
              <a:defRPr sz="3600" b="1" i="1">
                <a:solidFill>
                  <a:schemeClr val="tx2"/>
                </a:solidFill>
                <a:latin typeface="Univers" pitchFamily="34" charset="0"/>
                <a:ea typeface="ＭＳ Ｐゴシック" panose="020B0600070205080204" pitchFamily="34" charset="-128"/>
              </a:defRPr>
            </a:lvl8pPr>
            <a:lvl9pPr marL="1828800" algn="l" rtl="0" fontAlgn="base">
              <a:spcBef>
                <a:spcPct val="0"/>
              </a:spcBef>
              <a:spcAft>
                <a:spcPct val="0"/>
              </a:spcAft>
              <a:defRPr sz="3600" b="1" i="1">
                <a:solidFill>
                  <a:schemeClr val="tx2"/>
                </a:solidFill>
                <a:latin typeface="Univers" pitchFamily="34" charset="0"/>
                <a:ea typeface="ＭＳ Ｐゴシック" panose="020B0600070205080204" pitchFamily="34" charset="-128"/>
              </a:defRPr>
            </a:lvl9pPr>
          </a:lstStyle>
          <a:p>
            <a:pPr eaLnBrk="1" hangingPunct="1"/>
            <a:r>
              <a:rPr lang="en-US" altLang="en-US" sz="2000" kern="0">
                <a:latin typeface="Arial" panose="020B0604020202020204" pitchFamily="34" charset="0"/>
                <a:cs typeface="Arial" panose="020B0604020202020204" pitchFamily="34" charset="0"/>
              </a:rPr>
              <a:t>Combat Support (CZ) Directorate, Program Management Office (PMO) </a:t>
            </a:r>
            <a:br>
              <a:rPr lang="en-US" altLang="en-US" sz="2000" kern="0">
                <a:latin typeface="Arial" panose="020B0604020202020204" pitchFamily="34" charset="0"/>
                <a:cs typeface="Arial" panose="020B0604020202020204" pitchFamily="34" charset="0"/>
              </a:rPr>
            </a:br>
            <a:endParaRPr lang="en-US" altLang="en-US" sz="2000" kern="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1051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a:noFill/>
          </a:ln>
        </p:spPr>
        <p:txBody>
          <a:bodyPr vert="horz" wrap="square" lIns="91440" tIns="45720" rIns="91440" bIns="45720" numCol="1" anchor="ctr" anchorCtr="0" compatLnSpc="1">
            <a:prstTxWarp prst="textNoShape">
              <a:avLst/>
            </a:prstTxWarp>
          </a:bodyPr>
          <a:lstStyle/>
          <a:p>
            <a:pPr eaLnBrk="1" hangingPunct="1"/>
            <a:r>
              <a:rPr lang="en-US" altLang="en-US">
                <a:latin typeface="Arial" panose="020B0604020202020204" pitchFamily="34" charset="0"/>
              </a:rPr>
              <a:t>Agenda</a:t>
            </a:r>
          </a:p>
        </p:txBody>
      </p:sp>
      <p:sp>
        <p:nvSpPr>
          <p:cNvPr id="10244" name="Rectangle 2"/>
          <p:cNvSpPr>
            <a:spLocks noChangeArrowheads="1"/>
          </p:cNvSpPr>
          <p:nvPr/>
        </p:nvSpPr>
        <p:spPr bwMode="auto">
          <a:xfrm>
            <a:off x="618159" y="1606666"/>
            <a:ext cx="10964239" cy="3120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800">
                <a:solidFill>
                  <a:schemeClr val="tx1"/>
                </a:solidFill>
                <a:latin typeface="Univers"/>
                <a:ea typeface="MS PGothic" panose="020B0600070205080204" pitchFamily="34" charset="-128"/>
              </a:defRPr>
            </a:lvl1pPr>
            <a:lvl2pPr marL="742950" indent="-285750">
              <a:spcBef>
                <a:spcPct val="20000"/>
              </a:spcBef>
              <a:buFont typeface="Times" panose="02020603050405020304" pitchFamily="18" charset="0"/>
              <a:buChar char="•"/>
              <a:defRPr sz="2400">
                <a:solidFill>
                  <a:schemeClr val="tx1"/>
                </a:solidFill>
                <a:latin typeface="Univers"/>
                <a:ea typeface="MS PGothic" panose="020B0600070205080204" pitchFamily="34" charset="-128"/>
              </a:defRPr>
            </a:lvl2pPr>
            <a:lvl3pPr marL="1143000" indent="-228600">
              <a:spcBef>
                <a:spcPct val="20000"/>
              </a:spcBef>
              <a:buChar char="•"/>
              <a:defRPr sz="2000">
                <a:solidFill>
                  <a:schemeClr val="tx1"/>
                </a:solidFill>
                <a:latin typeface="Univers"/>
                <a:ea typeface="MS PGothic" panose="020B0600070205080204" pitchFamily="34" charset="-128"/>
              </a:defRPr>
            </a:lvl3pPr>
            <a:lvl4pPr marL="1600200" indent="-228600">
              <a:spcBef>
                <a:spcPct val="20000"/>
              </a:spcBef>
              <a:buFont typeface="Times" panose="02020603050405020304" pitchFamily="18" charset="0"/>
              <a:buChar char="•"/>
              <a:defRPr sz="1600">
                <a:solidFill>
                  <a:schemeClr val="tx1"/>
                </a:solidFill>
                <a:latin typeface="Univers"/>
                <a:ea typeface="MS PGothic" panose="020B0600070205080204" pitchFamily="34" charset="-128"/>
              </a:defRPr>
            </a:lvl4pPr>
            <a:lvl5pPr marL="2057400" indent="-228600">
              <a:spcBef>
                <a:spcPct val="20000"/>
              </a:spcBef>
              <a:buFont typeface="Times" panose="02020603050405020304" pitchFamily="18" charset="0"/>
              <a:buChar char="•"/>
              <a:defRPr sz="1400">
                <a:solidFill>
                  <a:schemeClr val="tx1"/>
                </a:solidFill>
                <a:latin typeface="Univers"/>
                <a:ea typeface="MS PGothic" panose="020B0600070205080204" pitchFamily="34" charset="-128"/>
              </a:defRPr>
            </a:lvl5pPr>
            <a:lvl6pPr marL="2514600" indent="-228600" eaLnBrk="0" fontAlgn="base" hangingPunct="0">
              <a:spcBef>
                <a:spcPct val="20000"/>
              </a:spcBef>
              <a:spcAft>
                <a:spcPct val="0"/>
              </a:spcAft>
              <a:buFont typeface="Times" panose="02020603050405020304" pitchFamily="18" charset="0"/>
              <a:buChar char="•"/>
              <a:defRPr sz="1400">
                <a:solidFill>
                  <a:schemeClr val="tx1"/>
                </a:solidFill>
                <a:latin typeface="Univers"/>
                <a:ea typeface="MS PGothic" panose="020B0600070205080204" pitchFamily="34" charset="-128"/>
              </a:defRPr>
            </a:lvl6pPr>
            <a:lvl7pPr marL="2971800" indent="-228600" eaLnBrk="0" fontAlgn="base" hangingPunct="0">
              <a:spcBef>
                <a:spcPct val="20000"/>
              </a:spcBef>
              <a:spcAft>
                <a:spcPct val="0"/>
              </a:spcAft>
              <a:buFont typeface="Times" panose="02020603050405020304" pitchFamily="18" charset="0"/>
              <a:buChar char="•"/>
              <a:defRPr sz="1400">
                <a:solidFill>
                  <a:schemeClr val="tx1"/>
                </a:solidFill>
                <a:latin typeface="Univers"/>
                <a:ea typeface="MS PGothic" panose="020B0600070205080204" pitchFamily="34" charset="-128"/>
              </a:defRPr>
            </a:lvl7pPr>
            <a:lvl8pPr marL="3429000" indent="-228600" eaLnBrk="0" fontAlgn="base" hangingPunct="0">
              <a:spcBef>
                <a:spcPct val="20000"/>
              </a:spcBef>
              <a:spcAft>
                <a:spcPct val="0"/>
              </a:spcAft>
              <a:buFont typeface="Times" panose="02020603050405020304" pitchFamily="18" charset="0"/>
              <a:buChar char="•"/>
              <a:defRPr sz="1400">
                <a:solidFill>
                  <a:schemeClr val="tx1"/>
                </a:solidFill>
                <a:latin typeface="Univers"/>
                <a:ea typeface="MS PGothic" panose="020B0600070205080204" pitchFamily="34" charset="-128"/>
              </a:defRPr>
            </a:lvl8pPr>
            <a:lvl9pPr marL="3886200" indent="-228600" eaLnBrk="0" fontAlgn="base" hangingPunct="0">
              <a:spcBef>
                <a:spcPct val="20000"/>
              </a:spcBef>
              <a:spcAft>
                <a:spcPct val="0"/>
              </a:spcAft>
              <a:buFont typeface="Times" panose="02020603050405020304" pitchFamily="18" charset="0"/>
              <a:buChar char="•"/>
              <a:defRPr sz="1400">
                <a:solidFill>
                  <a:schemeClr val="tx1"/>
                </a:solidFill>
                <a:latin typeface="Univers"/>
                <a:ea typeface="MS PGothic" panose="020B0600070205080204" pitchFamily="34" charset="-128"/>
              </a:defRPr>
            </a:lvl9pPr>
          </a:lstStyle>
          <a:p>
            <a:pPr marL="342900" indent="-342900" eaLnBrk="1" hangingPunct="1">
              <a:buFont typeface="Arial" panose="020B0604020202020204" pitchFamily="34" charset="0"/>
              <a:buChar char="•"/>
            </a:pPr>
            <a:r>
              <a:rPr lang="en-US" altLang="en-US" sz="2400" kern="0" dirty="0">
                <a:latin typeface="Arial Regular"/>
              </a:rPr>
              <a:t>Introductions and Logistics</a:t>
            </a:r>
          </a:p>
          <a:p>
            <a:pPr marL="342900" indent="-342900" eaLnBrk="1" hangingPunct="1">
              <a:buFont typeface="Arial" panose="020B0604020202020204" pitchFamily="34" charset="0"/>
              <a:buChar char="•"/>
            </a:pPr>
            <a:r>
              <a:rPr lang="en-US" altLang="en-US" sz="2400" kern="0" dirty="0">
                <a:latin typeface="Arial Regular"/>
              </a:rPr>
              <a:t>Defense Threat Reduction Agency (DTRA) Overview</a:t>
            </a:r>
          </a:p>
          <a:p>
            <a:pPr marL="342900" indent="-342900" eaLnBrk="1" hangingPunct="1">
              <a:buFont typeface="Arial" panose="020B0604020202020204" pitchFamily="34" charset="0"/>
              <a:buChar char="•"/>
            </a:pPr>
            <a:r>
              <a:rPr lang="en-US" altLang="en-US" sz="2400" kern="0" dirty="0">
                <a:latin typeface="Arial Regular"/>
              </a:rPr>
              <a:t>Combat Support (CZ) Overview</a:t>
            </a:r>
          </a:p>
          <a:p>
            <a:pPr marL="342900" indent="-342900" eaLnBrk="1" hangingPunct="1">
              <a:buFont typeface="Arial" panose="020B0604020202020204" pitchFamily="34" charset="0"/>
              <a:buChar char="•"/>
            </a:pPr>
            <a:r>
              <a:rPr lang="en-US" altLang="en-US" sz="2400" kern="0" dirty="0">
                <a:latin typeface="Arial Regular"/>
              </a:rPr>
              <a:t>CZ Programs and Organizational Structure</a:t>
            </a:r>
          </a:p>
          <a:p>
            <a:pPr marL="342900" indent="-342900" eaLnBrk="1" hangingPunct="1">
              <a:buFont typeface="Arial" panose="020B0604020202020204" pitchFamily="34" charset="0"/>
              <a:buChar char="•"/>
            </a:pPr>
            <a:r>
              <a:rPr lang="en-US" altLang="en-US" sz="2400" kern="0" dirty="0">
                <a:latin typeface="Arial Regular"/>
              </a:rPr>
              <a:t>Timeline and Next Steps</a:t>
            </a:r>
          </a:p>
          <a:p>
            <a:pPr marL="342900" indent="-342900" eaLnBrk="1" hangingPunct="1">
              <a:buFont typeface="Arial" panose="020B0604020202020204" pitchFamily="34" charset="0"/>
              <a:buChar char="•"/>
            </a:pPr>
            <a:r>
              <a:rPr lang="en-US" altLang="en-US" sz="2400" kern="0" dirty="0">
                <a:latin typeface="Arial Regular"/>
              </a:rPr>
              <a:t>RFI Response Detail</a:t>
            </a:r>
          </a:p>
          <a:p>
            <a:pPr marL="342900" indent="-342900" eaLnBrk="1" hangingPunct="1">
              <a:buFont typeface="Arial" panose="020B0604020202020204" pitchFamily="34" charset="0"/>
              <a:buChar char="•"/>
            </a:pPr>
            <a:r>
              <a:rPr lang="en-US" altLang="en-US" sz="2400" kern="0" dirty="0">
                <a:latin typeface="Arial Regular"/>
              </a:rPr>
              <a:t>Questions</a:t>
            </a:r>
          </a:p>
        </p:txBody>
      </p:sp>
      <p:sp>
        <p:nvSpPr>
          <p:cNvPr id="32" name="Rectangle 59"/>
          <p:cNvSpPr>
            <a:spLocks noChangeArrowheads="1"/>
          </p:cNvSpPr>
          <p:nvPr/>
        </p:nvSpPr>
        <p:spPr bwMode="auto">
          <a:xfrm>
            <a:off x="5435402" y="-1892"/>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sp>
        <p:nvSpPr>
          <p:cNvPr id="33" name="Slide Number Placeholder 13"/>
          <p:cNvSpPr>
            <a:spLocks noGrp="1"/>
          </p:cNvSpPr>
          <p:nvPr>
            <p:ph type="sldNum" sz="quarter" idx="11"/>
          </p:nvPr>
        </p:nvSpPr>
        <p:spPr>
          <a:xfrm>
            <a:off x="11103231" y="6541657"/>
            <a:ext cx="533400" cy="200025"/>
          </a:xfrm>
        </p:spPr>
        <p:txBody>
          <a:bodyPr anchor="ctr"/>
          <a:lstStyle/>
          <a:p>
            <a:fld id="{FFAE6822-EB53-4D7A-8239-6F9883F241C9}" type="slidenum">
              <a:rPr lang="en-US" smtClean="0"/>
              <a:pPr/>
              <a:t>2</a:t>
            </a:fld>
            <a:endParaRPr lang="en-US"/>
          </a:p>
        </p:txBody>
      </p:sp>
      <p:sp>
        <p:nvSpPr>
          <p:cNvPr id="34" name="Rectangle 59"/>
          <p:cNvSpPr>
            <a:spLocks noChangeArrowheads="1"/>
          </p:cNvSpPr>
          <p:nvPr/>
        </p:nvSpPr>
        <p:spPr bwMode="auto">
          <a:xfrm>
            <a:off x="5435402" y="6501627"/>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a:ln>
                  <a:noFill/>
                </a:ln>
                <a:solidFill>
                  <a:srgbClr val="00B050"/>
                </a:solidFill>
                <a:effectLst/>
                <a:uLnTx/>
                <a:uFillTx/>
                <a:ea typeface="ＭＳ Ｐゴシック"/>
                <a:cs typeface="Arial" panose="020B0604020202020204" pitchFamily="34" charset="0"/>
              </a:rPr>
              <a:t>UNCLASSIFIED</a:t>
            </a:r>
          </a:p>
        </p:txBody>
      </p:sp>
    </p:spTree>
    <p:extLst>
      <p:ext uri="{BB962C8B-B14F-4D97-AF65-F5344CB8AC3E}">
        <p14:creationId xmlns:p14="http://schemas.microsoft.com/office/powerpoint/2010/main" val="680656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8D09A3-54C8-773D-A2A2-FAF10F4295D5}"/>
              </a:ext>
            </a:extLst>
          </p:cNvPr>
          <p:cNvSpPr>
            <a:spLocks noGrp="1"/>
          </p:cNvSpPr>
          <p:nvPr>
            <p:ph type="sldNum" sz="quarter" idx="11"/>
          </p:nvPr>
        </p:nvSpPr>
        <p:spPr/>
        <p:txBody>
          <a:bodyPr/>
          <a:lstStyle/>
          <a:p>
            <a:fld id="{8701F072-8BDC-4214-AD48-BDFCA27B0618}" type="slidenum">
              <a:rPr lang="en-US" smtClean="0"/>
              <a:pPr/>
              <a:t>3</a:t>
            </a:fld>
            <a:endParaRPr lang="en-US"/>
          </a:p>
        </p:txBody>
      </p:sp>
      <p:sp>
        <p:nvSpPr>
          <p:cNvPr id="3" name="Title 1">
            <a:extLst>
              <a:ext uri="{FF2B5EF4-FFF2-40B4-BE49-F238E27FC236}">
                <a16:creationId xmlns:a16="http://schemas.microsoft.com/office/drawing/2014/main" id="{18F0DAEA-3578-88AE-D2DE-C8D18C0ECD9D}"/>
              </a:ext>
            </a:extLst>
          </p:cNvPr>
          <p:cNvSpPr txBox="1">
            <a:spLocks/>
          </p:cNvSpPr>
          <p:nvPr/>
        </p:nvSpPr>
        <p:spPr>
          <a:xfrm>
            <a:off x="1973664" y="261468"/>
            <a:ext cx="7033846" cy="557142"/>
          </a:xfrm>
          <a:prstGeom prst="rect">
            <a:avLst/>
          </a:prstGeom>
        </p:spPr>
        <p:txBody>
          <a:bodyPr/>
          <a:lstStyle>
            <a:lvl1pPr marL="342900" indent="-342900" algn="l" rtl="0" eaLnBrk="0" fontAlgn="base" hangingPunct="0">
              <a:spcBef>
                <a:spcPct val="0"/>
              </a:spcBef>
              <a:spcAft>
                <a:spcPct val="0"/>
              </a:spcAft>
              <a:defRPr sz="2400" b="0" i="0">
                <a:solidFill>
                  <a:schemeClr val="tx2"/>
                </a:solidFill>
                <a:latin typeface="Arial Regular"/>
                <a:ea typeface="+mj-ea"/>
                <a:cs typeface="Arial" pitchFamily="34" charset="0"/>
              </a:defRPr>
            </a:lvl1pPr>
            <a:lvl2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2pPr>
            <a:lvl3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3pPr>
            <a:lvl4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4pPr>
            <a:lvl5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5pPr>
            <a:lvl6pPr marL="685800" indent="-342900" algn="l" rtl="0" fontAlgn="base">
              <a:spcBef>
                <a:spcPct val="0"/>
              </a:spcBef>
              <a:spcAft>
                <a:spcPct val="0"/>
              </a:spcAft>
              <a:defRPr sz="2400" b="1">
                <a:solidFill>
                  <a:schemeClr val="tx2"/>
                </a:solidFill>
                <a:latin typeface="Univers" pitchFamily="34" charset="-18"/>
                <a:ea typeface="ＭＳ Ｐゴシック" pitchFamily="20" charset="-128"/>
              </a:defRPr>
            </a:lvl6pPr>
            <a:lvl7pPr marL="1028700" indent="-342900" algn="l" rtl="0" fontAlgn="base">
              <a:spcBef>
                <a:spcPct val="0"/>
              </a:spcBef>
              <a:spcAft>
                <a:spcPct val="0"/>
              </a:spcAft>
              <a:defRPr sz="2400" b="1">
                <a:solidFill>
                  <a:schemeClr val="tx2"/>
                </a:solidFill>
                <a:latin typeface="Univers" pitchFamily="34" charset="-18"/>
                <a:ea typeface="ＭＳ Ｐゴシック" pitchFamily="20" charset="-128"/>
              </a:defRPr>
            </a:lvl7pPr>
            <a:lvl8pPr marL="1371600" indent="-342900" algn="l" rtl="0" fontAlgn="base">
              <a:spcBef>
                <a:spcPct val="0"/>
              </a:spcBef>
              <a:spcAft>
                <a:spcPct val="0"/>
              </a:spcAft>
              <a:defRPr sz="2400" b="1">
                <a:solidFill>
                  <a:schemeClr val="tx2"/>
                </a:solidFill>
                <a:latin typeface="Univers" pitchFamily="34" charset="-18"/>
                <a:ea typeface="ＭＳ Ｐゴシック" pitchFamily="20" charset="-128"/>
              </a:defRPr>
            </a:lvl8pPr>
            <a:lvl9pPr marL="1714500" indent="-342900" algn="l" rtl="0" fontAlgn="base">
              <a:spcBef>
                <a:spcPct val="0"/>
              </a:spcBef>
              <a:spcAft>
                <a:spcPct val="0"/>
              </a:spcAft>
              <a:defRPr sz="2400" b="1">
                <a:solidFill>
                  <a:schemeClr val="tx2"/>
                </a:solidFill>
                <a:latin typeface="Univers" pitchFamily="34" charset="-18"/>
                <a:ea typeface="ＭＳ Ｐゴシック" pitchFamily="20" charset="-128"/>
              </a:defRPr>
            </a:lvl9pPr>
          </a:lstStyle>
          <a:p>
            <a:r>
              <a:rPr lang="en-US" sz="3200" b="1" kern="0" dirty="0">
                <a:solidFill>
                  <a:schemeClr val="tx1"/>
                </a:solidFill>
              </a:rPr>
              <a:t>Welcome &amp; Introductions</a:t>
            </a:r>
          </a:p>
        </p:txBody>
      </p:sp>
      <p:sp>
        <p:nvSpPr>
          <p:cNvPr id="5" name="Google Shape;114;p22">
            <a:extLst>
              <a:ext uri="{FF2B5EF4-FFF2-40B4-BE49-F238E27FC236}">
                <a16:creationId xmlns:a16="http://schemas.microsoft.com/office/drawing/2014/main" id="{BF723092-B150-9E41-B385-A4AB40BD3481}"/>
              </a:ext>
            </a:extLst>
          </p:cNvPr>
          <p:cNvSpPr txBox="1">
            <a:spLocks/>
          </p:cNvSpPr>
          <p:nvPr/>
        </p:nvSpPr>
        <p:spPr>
          <a:xfrm>
            <a:off x="348544" y="1567405"/>
            <a:ext cx="11497091" cy="5011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lvl="0" indent="-387350">
              <a:buSzPts val="2500"/>
            </a:pPr>
            <a:r>
              <a:rPr lang="en-US" sz="2800" dirty="0">
                <a:solidFill>
                  <a:schemeClr val="tx1"/>
                </a:solidFill>
              </a:rPr>
              <a:t>DTRA PMO POCs:</a:t>
            </a:r>
          </a:p>
          <a:p>
            <a:pPr lvl="1" indent="-361950">
              <a:spcBef>
                <a:spcPts val="0"/>
              </a:spcBef>
              <a:buSzPts val="2100"/>
            </a:pPr>
            <a:r>
              <a:rPr lang="en-US" sz="2400" dirty="0">
                <a:solidFill>
                  <a:schemeClr val="tx1"/>
                </a:solidFill>
              </a:rPr>
              <a:t>Michael Hunt – Program Manager</a:t>
            </a:r>
          </a:p>
          <a:p>
            <a:pPr lvl="1" indent="-361950">
              <a:spcBef>
                <a:spcPts val="0"/>
              </a:spcBef>
              <a:buSzPts val="2100"/>
            </a:pPr>
            <a:r>
              <a:rPr lang="en-US" sz="2400" dirty="0">
                <a:solidFill>
                  <a:schemeClr val="tx1"/>
                </a:solidFill>
              </a:rPr>
              <a:t>Moronda Gage – Program Manager</a:t>
            </a:r>
          </a:p>
          <a:p>
            <a:pPr marL="552450" lvl="1" indent="0">
              <a:spcBef>
                <a:spcPts val="0"/>
              </a:spcBef>
              <a:buSzPts val="2100"/>
              <a:buNone/>
            </a:pPr>
            <a:endParaRPr lang="en-US" sz="2400" dirty="0">
              <a:solidFill>
                <a:schemeClr val="tx1"/>
              </a:solidFill>
            </a:endParaRPr>
          </a:p>
          <a:p>
            <a:pPr lvl="0" indent="-361950">
              <a:buSzPts val="2100"/>
            </a:pPr>
            <a:r>
              <a:rPr lang="en-US" sz="2800" dirty="0">
                <a:solidFill>
                  <a:schemeClr val="tx1"/>
                </a:solidFill>
              </a:rPr>
              <a:t>DTRA Contracts POCs:</a:t>
            </a:r>
          </a:p>
          <a:p>
            <a:pPr lvl="1" indent="-361950">
              <a:spcBef>
                <a:spcPts val="0"/>
              </a:spcBef>
              <a:buSzPts val="2100"/>
            </a:pPr>
            <a:r>
              <a:rPr lang="en-US" sz="2400" dirty="0">
                <a:solidFill>
                  <a:schemeClr val="tx1"/>
                </a:solidFill>
              </a:rPr>
              <a:t>Christina Clark – Contracting Officer</a:t>
            </a:r>
          </a:p>
          <a:p>
            <a:pPr lvl="1" indent="-361950">
              <a:spcBef>
                <a:spcPts val="0"/>
              </a:spcBef>
              <a:buSzPts val="2100"/>
            </a:pPr>
            <a:r>
              <a:rPr lang="en-US" sz="2400" dirty="0">
                <a:solidFill>
                  <a:schemeClr val="tx1"/>
                </a:solidFill>
              </a:rPr>
              <a:t>Shaneice Brown – Contract Specialist</a:t>
            </a:r>
          </a:p>
          <a:p>
            <a:pPr marL="552450" lvl="1" indent="0">
              <a:spcBef>
                <a:spcPts val="0"/>
              </a:spcBef>
              <a:buSzPts val="2100"/>
              <a:buNone/>
            </a:pPr>
            <a:endParaRPr lang="en-US" sz="2400" dirty="0"/>
          </a:p>
          <a:p>
            <a:pPr marL="552450" lvl="1" indent="0">
              <a:spcBef>
                <a:spcPts val="0"/>
              </a:spcBef>
              <a:buSzPts val="2100"/>
              <a:buNone/>
            </a:pPr>
            <a:endParaRPr lang="en-US" sz="2400" dirty="0"/>
          </a:p>
        </p:txBody>
      </p:sp>
      <p:sp>
        <p:nvSpPr>
          <p:cNvPr id="4" name="Rectangle 59">
            <a:extLst>
              <a:ext uri="{FF2B5EF4-FFF2-40B4-BE49-F238E27FC236}">
                <a16:creationId xmlns:a16="http://schemas.microsoft.com/office/drawing/2014/main" id="{A3818FBD-D229-9061-958D-8D2770294347}"/>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lvl="0" eaLnBrk="1" fontAlgn="auto" hangingPunct="1">
              <a:spcBef>
                <a:spcPts val="0"/>
              </a:spcBef>
              <a:spcAft>
                <a:spcPts val="0"/>
              </a:spcAft>
              <a:defRPr/>
            </a:pPr>
            <a:r>
              <a:rPr lang="en-US" altLang="en-US" sz="1200" b="1" dirty="0">
                <a:solidFill>
                  <a:srgbClr val="00B050"/>
                </a:solidFill>
                <a:ea typeface="ＭＳ Ｐゴシック"/>
                <a:cs typeface="Arial" panose="020B0604020202020204" pitchFamily="34" charset="0"/>
              </a:rPr>
              <a:t>UNCLASSIFIED</a:t>
            </a:r>
            <a:endPar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endParaRPr>
          </a:p>
        </p:txBody>
      </p:sp>
      <p:sp>
        <p:nvSpPr>
          <p:cNvPr id="6" name="Rectangle 59">
            <a:extLst>
              <a:ext uri="{FF2B5EF4-FFF2-40B4-BE49-F238E27FC236}">
                <a16:creationId xmlns:a16="http://schemas.microsoft.com/office/drawing/2014/main" id="{7AEB8270-F13C-764A-B509-D506F0DB4D2D}"/>
              </a:ext>
            </a:extLst>
          </p:cNvPr>
          <p:cNvSpPr>
            <a:spLocks noChangeArrowheads="1"/>
          </p:cNvSpPr>
          <p:nvPr/>
        </p:nvSpPr>
        <p:spPr bwMode="auto">
          <a:xfrm>
            <a:off x="5587238" y="6578605"/>
            <a:ext cx="1321196" cy="276999"/>
          </a:xfrm>
          <a:prstGeom prst="rect">
            <a:avLst/>
          </a:prstGeom>
          <a:noFill/>
          <a:ln>
            <a:noFill/>
          </a:ln>
        </p:spPr>
        <p:txBody>
          <a:bodyPr wrap="none">
            <a:spAutoFit/>
          </a:bodyPr>
          <a:lstStyle/>
          <a:p>
            <a:pPr lvl="0" eaLnBrk="1" fontAlgn="auto" hangingPunct="1">
              <a:spcBef>
                <a:spcPts val="0"/>
              </a:spcBef>
              <a:spcAft>
                <a:spcPts val="0"/>
              </a:spcAft>
              <a:defRPr/>
            </a:pPr>
            <a:r>
              <a:rPr lang="en-US" altLang="en-US" sz="1200" b="1" dirty="0">
                <a:solidFill>
                  <a:srgbClr val="00B050"/>
                </a:solidFill>
                <a:ea typeface="ＭＳ Ｐゴシック"/>
                <a:cs typeface="Arial" panose="020B0604020202020204" pitchFamily="34" charset="0"/>
              </a:rPr>
              <a:t>UNCLASSIFIED</a:t>
            </a:r>
            <a:endPar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endParaRPr>
          </a:p>
        </p:txBody>
      </p:sp>
    </p:spTree>
    <p:extLst>
      <p:ext uri="{BB962C8B-B14F-4D97-AF65-F5344CB8AC3E}">
        <p14:creationId xmlns:p14="http://schemas.microsoft.com/office/powerpoint/2010/main" val="683304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a:xfrm>
            <a:off x="616227" y="1616766"/>
            <a:ext cx="10962860" cy="4495800"/>
          </a:xfrm>
        </p:spPr>
        <p:txBody>
          <a:bodyPr/>
          <a:lstStyle/>
          <a:p>
            <a:r>
              <a:rPr lang="en-US" altLang="en-US" sz="2400" dirty="0">
                <a:latin typeface="Arial"/>
                <a:cs typeface="Arial"/>
              </a:rPr>
              <a:t>All information, discussions and questions must be kept at the Unclassified level. There will be availability for Classified Discussions during pre-scheduled 1:1 session events.</a:t>
            </a:r>
            <a:endParaRPr lang="en-US" sz="2400" dirty="0"/>
          </a:p>
          <a:p>
            <a:r>
              <a:rPr lang="en-US" altLang="en-US" sz="2400" dirty="0">
                <a:latin typeface="Arial"/>
                <a:cs typeface="Arial"/>
              </a:rPr>
              <a:t>Industry day is for research and planning purposes only; information provided does not represent a binding commitment by the U.S. Government.</a:t>
            </a:r>
          </a:p>
          <a:p>
            <a:r>
              <a:rPr lang="en-US" sz="2400" dirty="0"/>
              <a:t>This exchange of information does NOT constitute a Request for Proposal and is not to be construed as a commitment, implied or otherwise, by the Government that a procurement action will be issued.</a:t>
            </a:r>
          </a:p>
          <a:p>
            <a:r>
              <a:rPr lang="en-US" sz="2400" dirty="0">
                <a:ea typeface="Proxima Nova"/>
                <a:sym typeface="Proxima Nova"/>
              </a:rPr>
              <a:t>Information in this presentation is subject to change.</a:t>
            </a:r>
          </a:p>
          <a:p>
            <a:r>
              <a:rPr lang="en-US" sz="2400" dirty="0">
                <a:ea typeface="Proxima Nova"/>
                <a:sym typeface="Proxima Nova"/>
              </a:rPr>
              <a:t>The Government may not respond to any specific questions or comments. Any information submitted by respondents during this exchange is strictly voluntary.</a:t>
            </a:r>
          </a:p>
          <a:p>
            <a:pPr marL="0" indent="0">
              <a:buNone/>
            </a:pPr>
            <a:endParaRPr lang="en-US" sz="2400" dirty="0"/>
          </a:p>
        </p:txBody>
      </p:sp>
      <p:sp>
        <p:nvSpPr>
          <p:cNvPr id="3" name="Title 2">
            <a:extLst>
              <a:ext uri="{FF2B5EF4-FFF2-40B4-BE49-F238E27FC236}">
                <a16:creationId xmlns:a16="http://schemas.microsoft.com/office/drawing/2014/main" id="{A5EE6BFE-074F-DF84-FFAC-64D81E1CA90A}"/>
              </a:ext>
            </a:extLst>
          </p:cNvPr>
          <p:cNvSpPr>
            <a:spLocks noGrp="1"/>
          </p:cNvSpPr>
          <p:nvPr>
            <p:ph type="title"/>
          </p:nvPr>
        </p:nvSpPr>
        <p:spPr/>
        <p:txBody>
          <a:bodyPr/>
          <a:lstStyle/>
          <a:p>
            <a:r>
              <a:rPr lang="en-US"/>
              <a:t>Industry Day Rules of the Road</a:t>
            </a:r>
          </a:p>
        </p:txBody>
      </p:sp>
      <p:sp>
        <p:nvSpPr>
          <p:cNvPr id="2" name="Rectangle 59">
            <a:extLst>
              <a:ext uri="{FF2B5EF4-FFF2-40B4-BE49-F238E27FC236}">
                <a16:creationId xmlns:a16="http://schemas.microsoft.com/office/drawing/2014/main" id="{A08DD426-33C2-3309-A3CA-2D96343E743E}"/>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a:ln>
                  <a:noFill/>
                </a:ln>
                <a:solidFill>
                  <a:srgbClr val="00B050"/>
                </a:solidFill>
                <a:effectLst/>
                <a:uLnTx/>
                <a:uFillTx/>
                <a:ea typeface="ＭＳ Ｐゴシック"/>
                <a:cs typeface="Arial" panose="020B0604020202020204" pitchFamily="34" charset="0"/>
              </a:rPr>
              <a:t>UNCLASSIFIED</a:t>
            </a:r>
          </a:p>
        </p:txBody>
      </p:sp>
      <p:sp>
        <p:nvSpPr>
          <p:cNvPr id="4" name="Rectangle 59">
            <a:extLst>
              <a:ext uri="{FF2B5EF4-FFF2-40B4-BE49-F238E27FC236}">
                <a16:creationId xmlns:a16="http://schemas.microsoft.com/office/drawing/2014/main" id="{9580B08D-D00B-6105-3F68-7BCC677D1520}"/>
              </a:ext>
            </a:extLst>
          </p:cNvPr>
          <p:cNvSpPr>
            <a:spLocks noChangeArrowheads="1"/>
          </p:cNvSpPr>
          <p:nvPr/>
        </p:nvSpPr>
        <p:spPr bwMode="auto">
          <a:xfrm>
            <a:off x="5435402" y="6501627"/>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a:ln>
                  <a:noFill/>
                </a:ln>
                <a:solidFill>
                  <a:srgbClr val="00B050"/>
                </a:solidFill>
                <a:effectLst/>
                <a:uLnTx/>
                <a:uFillTx/>
                <a:ea typeface="ＭＳ Ｐゴシック"/>
                <a:cs typeface="Arial" panose="020B0604020202020204" pitchFamily="34" charset="0"/>
              </a:rPr>
              <a:t>UNCLASSIFIED</a:t>
            </a:r>
          </a:p>
        </p:txBody>
      </p:sp>
      <p:sp>
        <p:nvSpPr>
          <p:cNvPr id="5" name="Slide Number Placeholder 13">
            <a:extLst>
              <a:ext uri="{FF2B5EF4-FFF2-40B4-BE49-F238E27FC236}">
                <a16:creationId xmlns:a16="http://schemas.microsoft.com/office/drawing/2014/main" id="{C501811A-96F0-3D03-B814-4C98FCB1D1E3}"/>
              </a:ext>
            </a:extLst>
          </p:cNvPr>
          <p:cNvSpPr>
            <a:spLocks noGrp="1"/>
          </p:cNvSpPr>
          <p:nvPr>
            <p:ph type="sldNum" sz="quarter" idx="11"/>
          </p:nvPr>
        </p:nvSpPr>
        <p:spPr>
          <a:xfrm>
            <a:off x="11103231" y="6541657"/>
            <a:ext cx="533400" cy="200025"/>
          </a:xfrm>
        </p:spPr>
        <p:txBody>
          <a:bodyPr anchor="ctr"/>
          <a:lstStyle/>
          <a:p>
            <a:fld id="{FFAE6822-EB53-4D7A-8239-6F9883F241C9}"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45604-3B61-E37F-BDEE-16F1907EC8B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4A64B1-3497-F4B8-EC96-1E9E26B87E77}"/>
              </a:ext>
            </a:extLst>
          </p:cNvPr>
          <p:cNvSpPr>
            <a:spLocks noGrp="1"/>
          </p:cNvSpPr>
          <p:nvPr>
            <p:ph type="sldNum" sz="quarter" idx="11"/>
          </p:nvPr>
        </p:nvSpPr>
        <p:spPr/>
        <p:txBody>
          <a:bodyPr/>
          <a:lstStyle/>
          <a:p>
            <a:fld id="{8701F072-8BDC-4214-AD48-BDFCA27B0618}" type="slidenum">
              <a:rPr lang="en-US" smtClean="0"/>
              <a:pPr/>
              <a:t>5</a:t>
            </a:fld>
            <a:endParaRPr lang="en-US"/>
          </a:p>
        </p:txBody>
      </p:sp>
      <p:sp>
        <p:nvSpPr>
          <p:cNvPr id="3" name="Google Shape;142;p26">
            <a:extLst>
              <a:ext uri="{FF2B5EF4-FFF2-40B4-BE49-F238E27FC236}">
                <a16:creationId xmlns:a16="http://schemas.microsoft.com/office/drawing/2014/main" id="{25524E62-3834-F27C-ED0F-CAA37A14F852}"/>
              </a:ext>
            </a:extLst>
          </p:cNvPr>
          <p:cNvSpPr txBox="1">
            <a:spLocks/>
          </p:cNvSpPr>
          <p:nvPr/>
        </p:nvSpPr>
        <p:spPr>
          <a:xfrm>
            <a:off x="1929484" y="304476"/>
            <a:ext cx="8520600" cy="763500"/>
          </a:xfrm>
          <a:prstGeom prst="rect">
            <a:avLst/>
          </a:prstGeom>
          <a:noFill/>
          <a:ln>
            <a:noFill/>
          </a:ln>
        </p:spPr>
        <p:txBody>
          <a:bodyPr spcFirstLastPara="1" wrap="square" lIns="91425" tIns="91425" rIns="91425" bIns="91425" anchor="t" anchorCtr="0">
            <a:noAutofit/>
          </a:bodyPr>
          <a:lstStyle>
            <a:lvl1pPr marL="342900" indent="-342900" algn="l" rtl="0" eaLnBrk="0" fontAlgn="base" hangingPunct="0">
              <a:spcBef>
                <a:spcPct val="0"/>
              </a:spcBef>
              <a:spcAft>
                <a:spcPct val="0"/>
              </a:spcAft>
              <a:defRPr sz="2400" b="0" i="0">
                <a:solidFill>
                  <a:schemeClr val="tx2"/>
                </a:solidFill>
                <a:latin typeface="Arial Regular"/>
                <a:ea typeface="+mj-ea"/>
                <a:cs typeface="Arial" pitchFamily="34" charset="0"/>
              </a:defRPr>
            </a:lvl1pPr>
            <a:lvl2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2pPr>
            <a:lvl3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3pPr>
            <a:lvl4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4pPr>
            <a:lvl5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5pPr>
            <a:lvl6pPr marL="685800" indent="-342900" algn="l" rtl="0" fontAlgn="base">
              <a:spcBef>
                <a:spcPct val="0"/>
              </a:spcBef>
              <a:spcAft>
                <a:spcPct val="0"/>
              </a:spcAft>
              <a:defRPr sz="2400" b="1">
                <a:solidFill>
                  <a:schemeClr val="tx2"/>
                </a:solidFill>
                <a:latin typeface="Univers" pitchFamily="34" charset="-18"/>
                <a:ea typeface="ＭＳ Ｐゴシック" pitchFamily="20" charset="-128"/>
              </a:defRPr>
            </a:lvl6pPr>
            <a:lvl7pPr marL="1028700" indent="-342900" algn="l" rtl="0" fontAlgn="base">
              <a:spcBef>
                <a:spcPct val="0"/>
              </a:spcBef>
              <a:spcAft>
                <a:spcPct val="0"/>
              </a:spcAft>
              <a:defRPr sz="2400" b="1">
                <a:solidFill>
                  <a:schemeClr val="tx2"/>
                </a:solidFill>
                <a:latin typeface="Univers" pitchFamily="34" charset="-18"/>
                <a:ea typeface="ＭＳ Ｐゴシック" pitchFamily="20" charset="-128"/>
              </a:defRPr>
            </a:lvl7pPr>
            <a:lvl8pPr marL="1371600" indent="-342900" algn="l" rtl="0" fontAlgn="base">
              <a:spcBef>
                <a:spcPct val="0"/>
              </a:spcBef>
              <a:spcAft>
                <a:spcPct val="0"/>
              </a:spcAft>
              <a:defRPr sz="2400" b="1">
                <a:solidFill>
                  <a:schemeClr val="tx2"/>
                </a:solidFill>
                <a:latin typeface="Univers" pitchFamily="34" charset="-18"/>
                <a:ea typeface="ＭＳ Ｐゴシック" pitchFamily="20" charset="-128"/>
              </a:defRPr>
            </a:lvl8pPr>
            <a:lvl9pPr marL="1714500" indent="-342900" algn="l" rtl="0" fontAlgn="base">
              <a:spcBef>
                <a:spcPct val="0"/>
              </a:spcBef>
              <a:spcAft>
                <a:spcPct val="0"/>
              </a:spcAft>
              <a:defRPr sz="2400" b="1">
                <a:solidFill>
                  <a:schemeClr val="tx2"/>
                </a:solidFill>
                <a:latin typeface="Univers" pitchFamily="34" charset="-18"/>
                <a:ea typeface="ＭＳ Ｐゴシック" pitchFamily="20" charset="-128"/>
              </a:defRPr>
            </a:lvl9pPr>
          </a:lstStyle>
          <a:p>
            <a:pPr marL="0" indent="0">
              <a:spcBef>
                <a:spcPts val="0"/>
              </a:spcBef>
              <a:spcAft>
                <a:spcPts val="0"/>
              </a:spcAft>
              <a:buClr>
                <a:srgbClr val="434343"/>
              </a:buClr>
              <a:buSzPts val="3000"/>
              <a:buFont typeface="Proxima Nova"/>
              <a:buNone/>
            </a:pPr>
            <a:r>
              <a:rPr lang="en-US" sz="3200" b="1" kern="0" dirty="0">
                <a:solidFill>
                  <a:schemeClr val="dk1"/>
                </a:solidFill>
              </a:rPr>
              <a:t>Industry Day Purpose &amp; Objectives</a:t>
            </a:r>
          </a:p>
        </p:txBody>
      </p:sp>
      <p:graphicFrame>
        <p:nvGraphicFramePr>
          <p:cNvPr id="7" name="Diagram 6">
            <a:extLst>
              <a:ext uri="{FF2B5EF4-FFF2-40B4-BE49-F238E27FC236}">
                <a16:creationId xmlns:a16="http://schemas.microsoft.com/office/drawing/2014/main" id="{7BABBD4B-449F-C87D-DC14-33F429F51D64}"/>
              </a:ext>
            </a:extLst>
          </p:cNvPr>
          <p:cNvGraphicFramePr/>
          <p:nvPr>
            <p:extLst>
              <p:ext uri="{D42A27DB-BD31-4B8C-83A1-F6EECF244321}">
                <p14:modId xmlns:p14="http://schemas.microsoft.com/office/powerpoint/2010/main" val="553734416"/>
              </p:ext>
            </p:extLst>
          </p:nvPr>
        </p:nvGraphicFramePr>
        <p:xfrm>
          <a:off x="1727054" y="1441242"/>
          <a:ext cx="8737891" cy="46049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59">
            <a:extLst>
              <a:ext uri="{FF2B5EF4-FFF2-40B4-BE49-F238E27FC236}">
                <a16:creationId xmlns:a16="http://schemas.microsoft.com/office/drawing/2014/main" id="{055D58E6-CD25-C160-4FB3-B9DF37E91ECA}"/>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lvl="0" eaLnBrk="1" fontAlgn="auto" hangingPunct="1">
              <a:spcBef>
                <a:spcPts val="0"/>
              </a:spcBef>
              <a:spcAft>
                <a:spcPts val="0"/>
              </a:spcAft>
              <a:defRPr/>
            </a:pPr>
            <a:r>
              <a:rPr lang="en-US" altLang="en-US" sz="1200" b="1" dirty="0">
                <a:solidFill>
                  <a:srgbClr val="00B050"/>
                </a:solidFill>
                <a:ea typeface="ＭＳ Ｐゴシック"/>
                <a:cs typeface="Arial" panose="020B0604020202020204" pitchFamily="34" charset="0"/>
              </a:rPr>
              <a:t>UNCLASSIFIED</a:t>
            </a:r>
            <a:endPar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endParaRPr>
          </a:p>
        </p:txBody>
      </p:sp>
      <p:sp>
        <p:nvSpPr>
          <p:cNvPr id="6" name="Rectangle 59">
            <a:extLst>
              <a:ext uri="{FF2B5EF4-FFF2-40B4-BE49-F238E27FC236}">
                <a16:creationId xmlns:a16="http://schemas.microsoft.com/office/drawing/2014/main" id="{75F6158C-F694-6531-76B8-FF2B47EE2DB4}"/>
              </a:ext>
            </a:extLst>
          </p:cNvPr>
          <p:cNvSpPr>
            <a:spLocks noChangeArrowheads="1"/>
          </p:cNvSpPr>
          <p:nvPr/>
        </p:nvSpPr>
        <p:spPr bwMode="auto">
          <a:xfrm>
            <a:off x="5587238" y="6578605"/>
            <a:ext cx="1321196" cy="276999"/>
          </a:xfrm>
          <a:prstGeom prst="rect">
            <a:avLst/>
          </a:prstGeom>
          <a:noFill/>
          <a:ln>
            <a:noFill/>
          </a:ln>
        </p:spPr>
        <p:txBody>
          <a:bodyPr wrap="none">
            <a:spAutoFit/>
          </a:bodyPr>
          <a:lstStyle/>
          <a:p>
            <a:pPr lvl="0" eaLnBrk="1" fontAlgn="auto" hangingPunct="1">
              <a:spcBef>
                <a:spcPts val="0"/>
              </a:spcBef>
              <a:spcAft>
                <a:spcPts val="0"/>
              </a:spcAft>
              <a:defRPr/>
            </a:pPr>
            <a:r>
              <a:rPr lang="en-US" altLang="en-US" sz="1200" b="1" dirty="0">
                <a:solidFill>
                  <a:srgbClr val="00B050"/>
                </a:solidFill>
                <a:ea typeface="ＭＳ Ｐゴシック"/>
                <a:cs typeface="Arial" panose="020B0604020202020204" pitchFamily="34" charset="0"/>
              </a:rPr>
              <a:t>UNCLASSIFIED</a:t>
            </a:r>
            <a:endPar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endParaRPr>
          </a:p>
        </p:txBody>
      </p:sp>
    </p:spTree>
    <p:extLst>
      <p:ext uri="{BB962C8B-B14F-4D97-AF65-F5344CB8AC3E}">
        <p14:creationId xmlns:p14="http://schemas.microsoft.com/office/powerpoint/2010/main" val="288230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31AB15-3F51-0A80-4734-437FEE90E65E}"/>
              </a:ext>
            </a:extLst>
          </p:cNvPr>
          <p:cNvSpPr>
            <a:spLocks noGrp="1"/>
          </p:cNvSpPr>
          <p:nvPr>
            <p:ph type="sldNum" sz="quarter" idx="11"/>
          </p:nvPr>
        </p:nvSpPr>
        <p:spPr/>
        <p:txBody>
          <a:bodyPr/>
          <a:lstStyle/>
          <a:p>
            <a:fld id="{8701F072-8BDC-4214-AD48-BDFCA27B0618}" type="slidenum">
              <a:rPr lang="en-US" smtClean="0"/>
              <a:pPr/>
              <a:t>6</a:t>
            </a:fld>
            <a:endParaRPr lang="en-US"/>
          </a:p>
        </p:txBody>
      </p:sp>
      <p:sp>
        <p:nvSpPr>
          <p:cNvPr id="3" name="Google Shape;142;p26">
            <a:extLst>
              <a:ext uri="{FF2B5EF4-FFF2-40B4-BE49-F238E27FC236}">
                <a16:creationId xmlns:a16="http://schemas.microsoft.com/office/drawing/2014/main" id="{E8FC1665-55F4-077B-ACF4-7DA36C903538}"/>
              </a:ext>
            </a:extLst>
          </p:cNvPr>
          <p:cNvSpPr txBox="1">
            <a:spLocks/>
          </p:cNvSpPr>
          <p:nvPr/>
        </p:nvSpPr>
        <p:spPr>
          <a:xfrm>
            <a:off x="1929484" y="304476"/>
            <a:ext cx="8520600" cy="763500"/>
          </a:xfrm>
          <a:prstGeom prst="rect">
            <a:avLst/>
          </a:prstGeom>
          <a:noFill/>
          <a:ln>
            <a:noFill/>
          </a:ln>
        </p:spPr>
        <p:txBody>
          <a:bodyPr spcFirstLastPara="1" wrap="square" lIns="91425" tIns="91425" rIns="91425" bIns="91425" anchor="t" anchorCtr="0">
            <a:noAutofit/>
          </a:bodyPr>
          <a:lstStyle>
            <a:lvl1pPr marL="342900" indent="-342900" algn="l" rtl="0" eaLnBrk="0" fontAlgn="base" hangingPunct="0">
              <a:spcBef>
                <a:spcPct val="0"/>
              </a:spcBef>
              <a:spcAft>
                <a:spcPct val="0"/>
              </a:spcAft>
              <a:defRPr sz="2400" b="0" i="0">
                <a:solidFill>
                  <a:schemeClr val="tx2"/>
                </a:solidFill>
                <a:latin typeface="Arial Regular"/>
                <a:ea typeface="+mj-ea"/>
                <a:cs typeface="Arial" pitchFamily="34" charset="0"/>
              </a:defRPr>
            </a:lvl1pPr>
            <a:lvl2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2pPr>
            <a:lvl3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3pPr>
            <a:lvl4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4pPr>
            <a:lvl5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5pPr>
            <a:lvl6pPr marL="685800" indent="-342900" algn="l" rtl="0" fontAlgn="base">
              <a:spcBef>
                <a:spcPct val="0"/>
              </a:spcBef>
              <a:spcAft>
                <a:spcPct val="0"/>
              </a:spcAft>
              <a:defRPr sz="2400" b="1">
                <a:solidFill>
                  <a:schemeClr val="tx2"/>
                </a:solidFill>
                <a:latin typeface="Univers" pitchFamily="34" charset="-18"/>
                <a:ea typeface="ＭＳ Ｐゴシック" pitchFamily="20" charset="-128"/>
              </a:defRPr>
            </a:lvl6pPr>
            <a:lvl7pPr marL="1028700" indent="-342900" algn="l" rtl="0" fontAlgn="base">
              <a:spcBef>
                <a:spcPct val="0"/>
              </a:spcBef>
              <a:spcAft>
                <a:spcPct val="0"/>
              </a:spcAft>
              <a:defRPr sz="2400" b="1">
                <a:solidFill>
                  <a:schemeClr val="tx2"/>
                </a:solidFill>
                <a:latin typeface="Univers" pitchFamily="34" charset="-18"/>
                <a:ea typeface="ＭＳ Ｐゴシック" pitchFamily="20" charset="-128"/>
              </a:defRPr>
            </a:lvl7pPr>
            <a:lvl8pPr marL="1371600" indent="-342900" algn="l" rtl="0" fontAlgn="base">
              <a:spcBef>
                <a:spcPct val="0"/>
              </a:spcBef>
              <a:spcAft>
                <a:spcPct val="0"/>
              </a:spcAft>
              <a:defRPr sz="2400" b="1">
                <a:solidFill>
                  <a:schemeClr val="tx2"/>
                </a:solidFill>
                <a:latin typeface="Univers" pitchFamily="34" charset="-18"/>
                <a:ea typeface="ＭＳ Ｐゴシック" pitchFamily="20" charset="-128"/>
              </a:defRPr>
            </a:lvl8pPr>
            <a:lvl9pPr marL="1714500" indent="-342900" algn="l" rtl="0" fontAlgn="base">
              <a:spcBef>
                <a:spcPct val="0"/>
              </a:spcBef>
              <a:spcAft>
                <a:spcPct val="0"/>
              </a:spcAft>
              <a:defRPr sz="2400" b="1">
                <a:solidFill>
                  <a:schemeClr val="tx2"/>
                </a:solidFill>
                <a:latin typeface="Univers" pitchFamily="34" charset="-18"/>
                <a:ea typeface="ＭＳ Ｐゴシック" pitchFamily="20" charset="-128"/>
              </a:defRPr>
            </a:lvl9pPr>
          </a:lstStyle>
          <a:p>
            <a:pPr marL="0" indent="0">
              <a:spcBef>
                <a:spcPts val="0"/>
              </a:spcBef>
              <a:spcAft>
                <a:spcPts val="0"/>
              </a:spcAft>
              <a:buClr>
                <a:srgbClr val="434343"/>
              </a:buClr>
              <a:buSzPts val="3000"/>
              <a:buFont typeface="Proxima Nova"/>
              <a:buNone/>
            </a:pPr>
            <a:r>
              <a:rPr lang="en-US" sz="3200" b="1" kern="0" dirty="0">
                <a:solidFill>
                  <a:schemeClr val="dk1"/>
                </a:solidFill>
              </a:rPr>
              <a:t>Mission Overview</a:t>
            </a:r>
          </a:p>
        </p:txBody>
      </p:sp>
      <p:sp>
        <p:nvSpPr>
          <p:cNvPr id="4" name="Google Shape;143;p26">
            <a:extLst>
              <a:ext uri="{FF2B5EF4-FFF2-40B4-BE49-F238E27FC236}">
                <a16:creationId xmlns:a16="http://schemas.microsoft.com/office/drawing/2014/main" id="{EDC94019-E3E1-977F-E1ED-40E04366F01C}"/>
              </a:ext>
            </a:extLst>
          </p:cNvPr>
          <p:cNvSpPr txBox="1">
            <a:spLocks/>
          </p:cNvSpPr>
          <p:nvPr/>
        </p:nvSpPr>
        <p:spPr>
          <a:xfrm>
            <a:off x="555399" y="1329274"/>
            <a:ext cx="10286773" cy="5071526"/>
          </a:xfrm>
          <a:prstGeom prst="rect">
            <a:avLst/>
          </a:prstGeom>
          <a:noFill/>
          <a:ln>
            <a:noFill/>
          </a:ln>
        </p:spPr>
        <p:txBody>
          <a:bodyPr spcFirstLastPara="1" wrap="square" lIns="91425" tIns="91425" rIns="91425" bIns="91425" anchor="t" anchorCtr="0">
            <a:noAutofit/>
          </a:bodyPr>
          <a:lstStyle>
            <a:lvl1pPr marL="257175" indent="-257175" algn="l" rtl="0" eaLnBrk="0" fontAlgn="base" hangingPunct="0">
              <a:spcBef>
                <a:spcPct val="20000"/>
              </a:spcBef>
              <a:spcAft>
                <a:spcPct val="0"/>
              </a:spcAft>
              <a:buChar char="•"/>
              <a:defRPr sz="2100" b="0" i="0">
                <a:solidFill>
                  <a:schemeClr val="tx1"/>
                </a:solidFill>
                <a:latin typeface="Arial Regular"/>
                <a:ea typeface="+mn-ea"/>
                <a:cs typeface="Arial" pitchFamily="34" charset="0"/>
              </a:defRPr>
            </a:lvl1pPr>
            <a:lvl2pPr marL="557213" indent="-214313" algn="l" rtl="0" eaLnBrk="0" fontAlgn="base" hangingPunct="0">
              <a:spcBef>
                <a:spcPct val="20000"/>
              </a:spcBef>
              <a:spcAft>
                <a:spcPct val="0"/>
              </a:spcAft>
              <a:buChar char="•"/>
              <a:defRPr sz="1800" b="0" i="0">
                <a:solidFill>
                  <a:schemeClr val="tx1"/>
                </a:solidFill>
                <a:latin typeface="Arial Regular"/>
                <a:ea typeface="+mn-ea"/>
                <a:cs typeface="Arial" pitchFamily="34" charset="0"/>
              </a:defRPr>
            </a:lvl2pPr>
            <a:lvl3pPr marL="857250" indent="-171450" algn="l" rtl="0" eaLnBrk="0" fontAlgn="base" hangingPunct="0">
              <a:spcBef>
                <a:spcPct val="20000"/>
              </a:spcBef>
              <a:spcAft>
                <a:spcPct val="0"/>
              </a:spcAft>
              <a:buChar char="•"/>
              <a:defRPr sz="1500" b="0" i="0">
                <a:solidFill>
                  <a:schemeClr val="tx1"/>
                </a:solidFill>
                <a:latin typeface="Arial Regular"/>
                <a:ea typeface="+mn-ea"/>
                <a:cs typeface="Arial" pitchFamily="34" charset="0"/>
              </a:defRPr>
            </a:lvl3pPr>
            <a:lvl4pPr marL="1200150" indent="-171450" algn="l" rtl="0" eaLnBrk="0" fontAlgn="base" hangingPunct="0">
              <a:spcBef>
                <a:spcPct val="20000"/>
              </a:spcBef>
              <a:spcAft>
                <a:spcPct val="0"/>
              </a:spcAft>
              <a:buFont typeface="Times" charset="0"/>
              <a:buChar char="•"/>
              <a:defRPr sz="1200" b="0" i="0">
                <a:solidFill>
                  <a:schemeClr val="tx1"/>
                </a:solidFill>
                <a:latin typeface="Arial Regular"/>
                <a:ea typeface="+mn-ea"/>
                <a:cs typeface="Arial" pitchFamily="34" charset="0"/>
              </a:defRPr>
            </a:lvl4pPr>
            <a:lvl5pPr marL="1543050" indent="-171450" algn="l" rtl="0" eaLnBrk="0" fontAlgn="base" hangingPunct="0">
              <a:spcBef>
                <a:spcPct val="20000"/>
              </a:spcBef>
              <a:spcAft>
                <a:spcPct val="0"/>
              </a:spcAft>
              <a:buFont typeface="Times" charset="0"/>
              <a:buChar char="•"/>
              <a:defRPr sz="1050" b="0" i="0">
                <a:solidFill>
                  <a:schemeClr val="tx1"/>
                </a:solidFill>
                <a:latin typeface="Arial Regular"/>
                <a:ea typeface="+mn-ea"/>
                <a:cs typeface="Arial" pitchFamily="34" charset="0"/>
              </a:defRPr>
            </a:lvl5pPr>
            <a:lvl6pPr marL="1885950" indent="-171450" algn="l" rtl="0" fontAlgn="base">
              <a:spcBef>
                <a:spcPct val="20000"/>
              </a:spcBef>
              <a:spcAft>
                <a:spcPct val="0"/>
              </a:spcAft>
              <a:buFont typeface="Times" pitchFamily="18" charset="0"/>
              <a:buChar char="•"/>
              <a:defRPr sz="1050">
                <a:solidFill>
                  <a:schemeClr val="tx1"/>
                </a:solidFill>
                <a:latin typeface="+mn-lt"/>
                <a:ea typeface="+mn-ea"/>
              </a:defRPr>
            </a:lvl6pPr>
            <a:lvl7pPr marL="2228850" indent="-171450" algn="l" rtl="0" fontAlgn="base">
              <a:spcBef>
                <a:spcPct val="20000"/>
              </a:spcBef>
              <a:spcAft>
                <a:spcPct val="0"/>
              </a:spcAft>
              <a:buFont typeface="Times" pitchFamily="18" charset="0"/>
              <a:buChar char="•"/>
              <a:defRPr sz="1050">
                <a:solidFill>
                  <a:schemeClr val="tx1"/>
                </a:solidFill>
                <a:latin typeface="+mn-lt"/>
                <a:ea typeface="+mn-ea"/>
              </a:defRPr>
            </a:lvl7pPr>
            <a:lvl8pPr marL="2571750" indent="-171450" algn="l" rtl="0" fontAlgn="base">
              <a:spcBef>
                <a:spcPct val="20000"/>
              </a:spcBef>
              <a:spcAft>
                <a:spcPct val="0"/>
              </a:spcAft>
              <a:buFont typeface="Times" pitchFamily="18" charset="0"/>
              <a:buChar char="•"/>
              <a:defRPr sz="1050">
                <a:solidFill>
                  <a:schemeClr val="tx1"/>
                </a:solidFill>
                <a:latin typeface="+mn-lt"/>
                <a:ea typeface="+mn-ea"/>
              </a:defRPr>
            </a:lvl8pPr>
            <a:lvl9pPr marL="2914650" indent="-171450" algn="l" rtl="0" fontAlgn="base">
              <a:spcBef>
                <a:spcPct val="20000"/>
              </a:spcBef>
              <a:spcAft>
                <a:spcPct val="0"/>
              </a:spcAft>
              <a:buFont typeface="Times" pitchFamily="18" charset="0"/>
              <a:buChar char="•"/>
              <a:defRPr sz="1050">
                <a:solidFill>
                  <a:schemeClr val="tx1"/>
                </a:solidFill>
                <a:latin typeface="+mn-lt"/>
                <a:ea typeface="+mn-ea"/>
              </a:defRPr>
            </a:lvl9pPr>
          </a:lstStyle>
          <a:p>
            <a:pPr marL="457200" indent="-320040">
              <a:spcBef>
                <a:spcPts val="200"/>
              </a:spcBef>
              <a:spcAft>
                <a:spcPts val="0"/>
              </a:spcAft>
              <a:buClr>
                <a:srgbClr val="000000"/>
              </a:buClr>
              <a:buSzPts val="1404"/>
              <a:buFontTx/>
              <a:buChar char="●"/>
            </a:pPr>
            <a:r>
              <a:rPr lang="en-US" sz="2400" b="1" u="sng" kern="0" dirty="0">
                <a:solidFill>
                  <a:srgbClr val="000000"/>
                </a:solidFill>
                <a:latin typeface="Arial" panose="020B0604020202020204" pitchFamily="34" charset="0"/>
                <a:ea typeface="Proxima Nova"/>
                <a:sym typeface="Proxima Nova"/>
              </a:rPr>
              <a:t>DTRA Mission: </a:t>
            </a:r>
            <a:endParaRPr lang="en-US" sz="2400" u="sng" kern="0" dirty="0">
              <a:solidFill>
                <a:srgbClr val="000000"/>
              </a:solidFill>
              <a:latin typeface="Arial" panose="020B0604020202020204" pitchFamily="34" charset="0"/>
            </a:endParaRPr>
          </a:p>
          <a:p>
            <a:pPr marL="914400" lvl="1" indent="-317500">
              <a:spcBef>
                <a:spcPts val="200"/>
              </a:spcBef>
              <a:spcAft>
                <a:spcPts val="0"/>
              </a:spcAft>
              <a:buClr>
                <a:srgbClr val="000000"/>
              </a:buClr>
              <a:buSzPts val="1400"/>
              <a:buFontTx/>
              <a:buChar char="○"/>
            </a:pPr>
            <a:r>
              <a:rPr lang="en-US" sz="2000" kern="0" dirty="0">
                <a:solidFill>
                  <a:srgbClr val="000000"/>
                </a:solidFill>
                <a:latin typeface="Arial" panose="020B0604020202020204" pitchFamily="34" charset="0"/>
                <a:ea typeface="Proxima Nova"/>
                <a:sym typeface="Proxima Nova"/>
              </a:rPr>
              <a:t>DTRA provides cross-cutting solutions to enable the Department of War, the United States Government, and international partners to </a:t>
            </a:r>
            <a:r>
              <a:rPr lang="en-US" sz="2000" b="1" kern="0" dirty="0">
                <a:solidFill>
                  <a:srgbClr val="000000"/>
                </a:solidFill>
                <a:latin typeface="Arial" panose="020B0604020202020204" pitchFamily="34" charset="0"/>
                <a:ea typeface="Proxima Nova"/>
                <a:sym typeface="Proxima Nova"/>
              </a:rPr>
              <a:t>Deter</a:t>
            </a:r>
            <a:r>
              <a:rPr lang="en-US" sz="2000" kern="0" dirty="0">
                <a:solidFill>
                  <a:srgbClr val="000000"/>
                </a:solidFill>
                <a:latin typeface="Arial" panose="020B0604020202020204" pitchFamily="34" charset="0"/>
                <a:ea typeface="Proxima Nova"/>
                <a:sym typeface="Proxima Nova"/>
              </a:rPr>
              <a:t> strategic attacks against the U.S. and its allies; </a:t>
            </a:r>
            <a:r>
              <a:rPr lang="en-US" sz="2000" b="1" kern="0" dirty="0">
                <a:solidFill>
                  <a:srgbClr val="000000"/>
                </a:solidFill>
                <a:latin typeface="Arial" panose="020B0604020202020204" pitchFamily="34" charset="0"/>
                <a:ea typeface="Proxima Nova"/>
                <a:sym typeface="Proxima Nova"/>
              </a:rPr>
              <a:t>Prevent</a:t>
            </a:r>
            <a:r>
              <a:rPr lang="en-US" sz="2000" kern="0" dirty="0">
                <a:solidFill>
                  <a:srgbClr val="000000"/>
                </a:solidFill>
                <a:latin typeface="Arial" panose="020B0604020202020204" pitchFamily="34" charset="0"/>
                <a:ea typeface="Proxima Nova"/>
                <a:sym typeface="Proxima Nova"/>
              </a:rPr>
              <a:t>, reduce, and counter WMD and emerging threats; and </a:t>
            </a:r>
            <a:r>
              <a:rPr lang="en-US" sz="2000" b="1" kern="0" dirty="0">
                <a:solidFill>
                  <a:srgbClr val="000000"/>
                </a:solidFill>
                <a:latin typeface="Arial" panose="020B0604020202020204" pitchFamily="34" charset="0"/>
                <a:ea typeface="Proxima Nova"/>
                <a:sym typeface="Proxima Nova"/>
              </a:rPr>
              <a:t>Prevail</a:t>
            </a:r>
            <a:r>
              <a:rPr lang="en-US" sz="2000" kern="0" dirty="0">
                <a:solidFill>
                  <a:srgbClr val="000000"/>
                </a:solidFill>
                <a:latin typeface="Arial" panose="020B0604020202020204" pitchFamily="34" charset="0"/>
                <a:ea typeface="Proxima Nova"/>
                <a:sym typeface="Proxima Nova"/>
              </a:rPr>
              <a:t> against WMD-armed adversaries in crisis and conflict. </a:t>
            </a:r>
          </a:p>
          <a:p>
            <a:pPr marL="914400" lvl="1" indent="-317500">
              <a:spcBef>
                <a:spcPts val="200"/>
              </a:spcBef>
              <a:spcAft>
                <a:spcPts val="0"/>
              </a:spcAft>
              <a:buClr>
                <a:srgbClr val="000000"/>
              </a:buClr>
              <a:buSzPts val="1400"/>
              <a:buFontTx/>
              <a:buChar char="○"/>
            </a:pPr>
            <a:endParaRPr lang="en-US" sz="2000" kern="0" dirty="0">
              <a:solidFill>
                <a:srgbClr val="000000"/>
              </a:solidFill>
              <a:latin typeface="Arial" panose="020B0604020202020204" pitchFamily="34" charset="0"/>
              <a:ea typeface="Proxima Nova"/>
              <a:sym typeface="Proxima Nova"/>
            </a:endParaRPr>
          </a:p>
          <a:p>
            <a:pPr marL="457200" indent="-320040">
              <a:spcBef>
                <a:spcPts val="0"/>
              </a:spcBef>
              <a:spcAft>
                <a:spcPts val="0"/>
              </a:spcAft>
              <a:buClr>
                <a:srgbClr val="000000"/>
              </a:buClr>
              <a:buSzPts val="1404"/>
              <a:buFontTx/>
              <a:buChar char="●"/>
            </a:pPr>
            <a:r>
              <a:rPr lang="en-US" sz="2400" b="1" u="sng" kern="0" dirty="0">
                <a:solidFill>
                  <a:srgbClr val="000000"/>
                </a:solidFill>
                <a:latin typeface="Arial" panose="020B0604020202020204" pitchFamily="34" charset="0"/>
                <a:ea typeface="Proxima Nova"/>
                <a:sym typeface="Proxima Nova"/>
              </a:rPr>
              <a:t>CZ Directorate Mission: </a:t>
            </a:r>
          </a:p>
          <a:p>
            <a:pPr marL="914400" lvl="1" indent="-317500">
              <a:spcBef>
                <a:spcPts val="200"/>
              </a:spcBef>
              <a:spcAft>
                <a:spcPts val="0"/>
              </a:spcAft>
              <a:buClr>
                <a:srgbClr val="000000"/>
              </a:buClr>
              <a:buSzPts val="1400"/>
              <a:buFontTx/>
              <a:buChar char="○"/>
            </a:pPr>
            <a:r>
              <a:rPr lang="en-US" sz="2000" kern="0" dirty="0">
                <a:solidFill>
                  <a:srgbClr val="000000"/>
                </a:solidFill>
                <a:latin typeface="Arial" panose="020B0604020202020204" pitchFamily="34" charset="0"/>
                <a:ea typeface="Proxima Nova"/>
                <a:sym typeface="Proxima Nova"/>
              </a:rPr>
              <a:t>CZ provides advisory and operational support to Combatant Commands (CCMDs), Interagency partners, and Special Operations Forces (SOF) to enhance Countering Weapons of Mass Destruction (CWMD) capabilities. This support includes campaign management, operational planning, irregular warfare support, and WMD defeat advisory services.</a:t>
            </a:r>
          </a:p>
          <a:p>
            <a:pPr marL="914400" lvl="1" indent="-317500">
              <a:spcBef>
                <a:spcPts val="200"/>
              </a:spcBef>
              <a:spcAft>
                <a:spcPts val="0"/>
              </a:spcAft>
              <a:buClr>
                <a:srgbClr val="000000"/>
              </a:buClr>
              <a:buSzPts val="1400"/>
              <a:buFontTx/>
              <a:buChar char="○"/>
            </a:pPr>
            <a:endParaRPr lang="en-US" sz="1400" kern="0" dirty="0">
              <a:solidFill>
                <a:srgbClr val="000000"/>
              </a:solidFill>
            </a:endParaRPr>
          </a:p>
          <a:p>
            <a:pPr marL="457200" indent="-228600">
              <a:lnSpc>
                <a:spcPct val="115000"/>
              </a:lnSpc>
              <a:spcBef>
                <a:spcPts val="0"/>
              </a:spcBef>
              <a:spcAft>
                <a:spcPts val="0"/>
              </a:spcAft>
              <a:buSzPts val="1800"/>
              <a:buFontTx/>
              <a:buNone/>
            </a:pPr>
            <a:endParaRPr lang="en-US" kern="0" dirty="0">
              <a:solidFill>
                <a:srgbClr val="E36C0A"/>
              </a:solidFill>
            </a:endParaRPr>
          </a:p>
        </p:txBody>
      </p:sp>
      <p:sp>
        <p:nvSpPr>
          <p:cNvPr id="5" name="Rectangle 59">
            <a:extLst>
              <a:ext uri="{FF2B5EF4-FFF2-40B4-BE49-F238E27FC236}">
                <a16:creationId xmlns:a16="http://schemas.microsoft.com/office/drawing/2014/main" id="{CF80C0E4-CEAF-CFA1-E26C-AAD3EF6FB5A0}"/>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lvl="0" eaLnBrk="1" fontAlgn="auto" hangingPunct="1">
              <a:spcBef>
                <a:spcPts val="0"/>
              </a:spcBef>
              <a:spcAft>
                <a:spcPts val="0"/>
              </a:spcAft>
              <a:defRPr/>
            </a:pPr>
            <a:r>
              <a:rPr lang="en-US" altLang="en-US" sz="1200" b="1" dirty="0">
                <a:solidFill>
                  <a:srgbClr val="00B050"/>
                </a:solidFill>
                <a:ea typeface="ＭＳ Ｐゴシック"/>
                <a:cs typeface="Arial" panose="020B0604020202020204" pitchFamily="34" charset="0"/>
              </a:rPr>
              <a:t>UNCLASSIFIED</a:t>
            </a:r>
            <a:endPar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endParaRPr>
          </a:p>
        </p:txBody>
      </p:sp>
      <p:sp>
        <p:nvSpPr>
          <p:cNvPr id="6" name="Rectangle 59">
            <a:extLst>
              <a:ext uri="{FF2B5EF4-FFF2-40B4-BE49-F238E27FC236}">
                <a16:creationId xmlns:a16="http://schemas.microsoft.com/office/drawing/2014/main" id="{82389311-587E-B017-A704-EE2E9A86EF54}"/>
              </a:ext>
            </a:extLst>
          </p:cNvPr>
          <p:cNvSpPr>
            <a:spLocks noChangeArrowheads="1"/>
          </p:cNvSpPr>
          <p:nvPr/>
        </p:nvSpPr>
        <p:spPr bwMode="auto">
          <a:xfrm>
            <a:off x="5587238" y="6578605"/>
            <a:ext cx="1321196" cy="276999"/>
          </a:xfrm>
          <a:prstGeom prst="rect">
            <a:avLst/>
          </a:prstGeom>
          <a:noFill/>
          <a:ln>
            <a:noFill/>
          </a:ln>
        </p:spPr>
        <p:txBody>
          <a:bodyPr wrap="none">
            <a:spAutoFit/>
          </a:bodyPr>
          <a:lstStyle/>
          <a:p>
            <a:pPr lvl="0" eaLnBrk="1" fontAlgn="auto" hangingPunct="1">
              <a:spcBef>
                <a:spcPts val="0"/>
              </a:spcBef>
              <a:spcAft>
                <a:spcPts val="0"/>
              </a:spcAft>
              <a:defRPr/>
            </a:pPr>
            <a:r>
              <a:rPr lang="en-US" altLang="en-US" sz="1200" b="1" dirty="0">
                <a:solidFill>
                  <a:srgbClr val="00B050"/>
                </a:solidFill>
                <a:ea typeface="ＭＳ Ｐゴシック"/>
                <a:cs typeface="Arial" panose="020B0604020202020204" pitchFamily="34" charset="0"/>
              </a:rPr>
              <a:t>UNCLASSIFIED</a:t>
            </a:r>
            <a:endPar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endParaRPr>
          </a:p>
        </p:txBody>
      </p:sp>
    </p:spTree>
    <p:extLst>
      <p:ext uri="{BB962C8B-B14F-4D97-AF65-F5344CB8AC3E}">
        <p14:creationId xmlns:p14="http://schemas.microsoft.com/office/powerpoint/2010/main" val="2767213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06287" y="1684607"/>
            <a:ext cx="11014213" cy="1569660"/>
          </a:xfrm>
          <a:prstGeom prst="rect">
            <a:avLst/>
          </a:prstGeom>
          <a:solidFill>
            <a:srgbClr val="DAE4ED"/>
          </a:solidFill>
          <a:ln w="12700">
            <a:solidFill>
              <a:schemeClr val="tx1"/>
            </a:solidFill>
          </a:ln>
          <a:effectLst>
            <a:outerShdw blurRad="107950" dist="12700" dir="5400000" algn="ctr">
              <a:srgbClr val="000000"/>
            </a:outerShdw>
          </a:effectLst>
        </p:spPr>
        <p:txBody>
          <a:bodyPr wrap="square" rtlCol="0">
            <a:spAutoFit/>
          </a:bodyPr>
          <a:lstStyle/>
          <a:p>
            <a:pPr marL="0" marR="0" lvl="0" indent="0" defTabSz="914400" rtl="0" eaLnBrk="0" fontAlgn="base" latinLnBrk="0" hangingPunct="0">
              <a:lnSpc>
                <a:spcPct val="100000"/>
              </a:lnSpc>
              <a:spcBef>
                <a:spcPct val="20000"/>
              </a:spcBef>
              <a:spcAft>
                <a:spcPct val="0"/>
              </a:spcAft>
              <a:buClrTx/>
              <a:buSzTx/>
              <a:buFontTx/>
              <a:buNone/>
              <a:tabLst/>
              <a:defRPr/>
            </a:pPr>
            <a:r>
              <a:rPr kumimoji="0" lang="en-US" b="1"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The CZ delivers specialized CWMD expertise, training plans, exercises, wargames, and innovative operational concepts that advance </a:t>
            </a:r>
            <a:r>
              <a:rPr kumimoji="0" lang="en-US" b="1" u="none" strike="noStrike" kern="1200" cap="none" spc="0" normalizeH="0" baseline="0" noProof="0" dirty="0" err="1">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DoW’s</a:t>
            </a:r>
            <a:r>
              <a:rPr kumimoji="0" lang="en-US" b="1"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rPr>
              <a:t> CWMD capabilities and provide CCMDs with options to counter WMD-capable adversaries.</a:t>
            </a:r>
          </a:p>
        </p:txBody>
      </p:sp>
      <p:grpSp>
        <p:nvGrpSpPr>
          <p:cNvPr id="2" name="Group 1">
            <a:extLst>
              <a:ext uri="{FF2B5EF4-FFF2-40B4-BE49-F238E27FC236}">
                <a16:creationId xmlns:a16="http://schemas.microsoft.com/office/drawing/2014/main" id="{C2A66E88-0808-4FAC-540B-81C44DDAD277}"/>
              </a:ext>
            </a:extLst>
          </p:cNvPr>
          <p:cNvGrpSpPr/>
          <p:nvPr/>
        </p:nvGrpSpPr>
        <p:grpSpPr>
          <a:xfrm>
            <a:off x="606287" y="3495066"/>
            <a:ext cx="10979426" cy="2311812"/>
            <a:chOff x="606287" y="3495066"/>
            <a:chExt cx="10979426" cy="2311812"/>
          </a:xfrm>
        </p:grpSpPr>
        <p:sp>
          <p:nvSpPr>
            <p:cNvPr id="7" name="Round Single Corner Rectangle 4"/>
            <p:cNvSpPr/>
            <p:nvPr/>
          </p:nvSpPr>
          <p:spPr>
            <a:xfrm>
              <a:off x="606287" y="3495067"/>
              <a:ext cx="2011680" cy="2309389"/>
            </a:xfrm>
            <a:prstGeom prst="rect">
              <a:avLst/>
            </a:prstGeom>
            <a:solidFill>
              <a:srgbClr val="336699"/>
            </a:solidFill>
            <a:ln w="12700"/>
          </p:spPr>
          <p:style>
            <a:lnRef idx="0">
              <a:scrgbClr r="0" g="0" b="0"/>
            </a:lnRef>
            <a:fillRef idx="0">
              <a:scrgbClr r="0" g="0" b="0"/>
            </a:fillRef>
            <a:effectRef idx="0">
              <a:scrgbClr r="0" g="0" b="0"/>
            </a:effectRef>
            <a:fontRef idx="minor">
              <a:schemeClr val="lt1"/>
            </a:fontRef>
          </p:style>
          <p:txBody>
            <a:bodyPr lIns="112014" tIns="112014" rIns="112014" bIns="13716" spcCol="1270" anchor="b" anchorCtr="1"/>
            <a:lstStyle/>
            <a:p>
              <a:pPr marL="0" marR="0" lvl="0" indent="0" algn="ctr" defTabSz="700088" rtl="0" eaLnBrk="1" fontAlgn="auto" latinLnBrk="0" hangingPunct="1">
                <a:lnSpc>
                  <a:spcPct val="90000"/>
                </a:lnSpc>
                <a:spcBef>
                  <a:spcPts val="0"/>
                </a:spcBef>
                <a:spcAft>
                  <a:spcPct val="35000"/>
                </a:spcAft>
                <a:buClrTx/>
                <a:buSzTx/>
                <a:buFontTx/>
                <a:buNone/>
                <a:tabLst/>
                <a:defRPr/>
              </a:pPr>
              <a:r>
                <a:rPr kumimoji="0" lang="en-US" sz="1300" b="1" i="0" u="none" strike="noStrike" kern="1200" cap="none" spc="0" normalizeH="0" baseline="0" noProof="0" dirty="0">
                  <a:ln>
                    <a:noFill/>
                  </a:ln>
                  <a:solidFill>
                    <a:prstClr val="white"/>
                  </a:solidFill>
                  <a:effectLst/>
                  <a:uLnTx/>
                  <a:uFillTx/>
                  <a:latin typeface="Arial" panose="020B0604020202020204" pitchFamily="34" charset="0"/>
                  <a:ea typeface="ＭＳ Ｐゴシック"/>
                  <a:cs typeface="Arial" panose="020B0604020202020204" pitchFamily="34" charset="0"/>
                </a:rPr>
                <a:t>Plans, Exercises, and Wargaming (PL)</a:t>
              </a:r>
            </a:p>
            <a:p>
              <a:pPr marL="0" marR="0" lvl="0" indent="0" algn="ctr" defTabSz="700088" rtl="0" eaLnBrk="1" fontAlgn="auto" latinLnBrk="0" hangingPunct="1">
                <a:lnSpc>
                  <a:spcPct val="90000"/>
                </a:lnSpc>
                <a:spcBef>
                  <a:spcPts val="0"/>
                </a:spcBef>
                <a:spcAft>
                  <a:spcPct val="35000"/>
                </a:spcAft>
                <a:buClrTx/>
                <a:buSzTx/>
                <a:buFontTx/>
                <a:buNone/>
                <a:tabLst/>
                <a:defRPr/>
              </a:pPr>
              <a:endParaRPr kumimoji="0" lang="en-US" sz="800" b="1" i="0" u="none" strike="noStrike" kern="1200" cap="none" spc="0" normalizeH="0" baseline="0" noProof="0" dirty="0">
                <a:ln>
                  <a:noFill/>
                </a:ln>
                <a:solidFill>
                  <a:prstClr val="white"/>
                </a:solidFill>
                <a:effectLst/>
                <a:uLnTx/>
                <a:uFillTx/>
                <a:latin typeface="Arial" panose="020B0604020202020204" pitchFamily="34" charset="0"/>
                <a:ea typeface="ＭＳ Ｐゴシック"/>
                <a:cs typeface="Arial" panose="020B0604020202020204" pitchFamily="34" charset="0"/>
              </a:endParaRPr>
            </a:p>
          </p:txBody>
        </p:sp>
        <p:sp>
          <p:nvSpPr>
            <p:cNvPr id="9" name="Round Single Corner Rectangle 4"/>
            <p:cNvSpPr/>
            <p:nvPr/>
          </p:nvSpPr>
          <p:spPr>
            <a:xfrm>
              <a:off x="9574033" y="3495066"/>
              <a:ext cx="2011680" cy="2308042"/>
            </a:xfrm>
            <a:prstGeom prst="rect">
              <a:avLst/>
            </a:prstGeom>
            <a:solidFill>
              <a:srgbClr val="336699"/>
            </a:solidFill>
            <a:ln w="12700"/>
          </p:spPr>
          <p:style>
            <a:lnRef idx="0">
              <a:scrgbClr r="0" g="0" b="0"/>
            </a:lnRef>
            <a:fillRef idx="0">
              <a:scrgbClr r="0" g="0" b="0"/>
            </a:fillRef>
            <a:effectRef idx="0">
              <a:scrgbClr r="0" g="0" b="0"/>
            </a:effectRef>
            <a:fontRef idx="minor">
              <a:schemeClr val="lt1"/>
            </a:fontRef>
          </p:style>
          <p:txBody>
            <a:bodyPr lIns="112014" tIns="112014" rIns="112014" bIns="13716" spcCol="1270" anchor="b" anchorCtr="1"/>
            <a:lstStyle/>
            <a:p>
              <a:pPr marL="0" marR="0" lvl="0" indent="0" algn="ctr" defTabSz="700088" rtl="0" eaLnBrk="1" fontAlgn="auto" latinLnBrk="0" hangingPunct="1">
                <a:lnSpc>
                  <a:spcPct val="90000"/>
                </a:lnSpc>
                <a:spcBef>
                  <a:spcPts val="0"/>
                </a:spcBef>
                <a:spcAft>
                  <a:spcPct val="35000"/>
                </a:spcAft>
                <a:buClrTx/>
                <a:buSzTx/>
                <a:buFontTx/>
                <a:buNone/>
                <a:tabLst/>
                <a:defRPr/>
              </a:pPr>
              <a:r>
                <a:rPr kumimoji="0" lang="en-US" sz="1300" b="1" i="0" u="none" strike="noStrike" kern="1200" cap="none" spc="0" normalizeH="0" baseline="0" noProof="0" dirty="0">
                  <a:ln>
                    <a:noFill/>
                  </a:ln>
                  <a:solidFill>
                    <a:prstClr val="white"/>
                  </a:solidFill>
                  <a:effectLst/>
                  <a:uLnTx/>
                  <a:uFillTx/>
                  <a:latin typeface="Arial" panose="020B0604020202020204" pitchFamily="34" charset="0"/>
                  <a:ea typeface="ＭＳ Ｐゴシック"/>
                  <a:cs typeface="Arial" panose="020B0604020202020204" pitchFamily="34" charset="0"/>
                </a:rPr>
                <a:t>WMD Defeat (WD)</a:t>
              </a:r>
            </a:p>
            <a:p>
              <a:pPr marL="0" marR="0" lvl="0" indent="0" algn="ctr" defTabSz="700088" rtl="0" eaLnBrk="1" fontAlgn="auto" latinLnBrk="0" hangingPunct="1">
                <a:lnSpc>
                  <a:spcPct val="90000"/>
                </a:lnSpc>
                <a:spcBef>
                  <a:spcPts val="0"/>
                </a:spcBef>
                <a:spcAft>
                  <a:spcPct val="35000"/>
                </a:spcAft>
                <a:buClrTx/>
                <a:buSzTx/>
                <a:buFontTx/>
                <a:buNone/>
                <a:tabLst/>
                <a:defRPr/>
              </a:pPr>
              <a:endParaRPr kumimoji="0" lang="en-US" sz="800" b="1" i="0" u="none" strike="noStrike" kern="1200" cap="none" spc="0" normalizeH="0" baseline="0" noProof="0" dirty="0">
                <a:ln>
                  <a:noFill/>
                </a:ln>
                <a:solidFill>
                  <a:prstClr val="white"/>
                </a:solidFill>
                <a:effectLst/>
                <a:uLnTx/>
                <a:uFillTx/>
                <a:latin typeface="Arial" panose="020B0604020202020204" pitchFamily="34" charset="0"/>
                <a:ea typeface="ＭＳ Ｐゴシック"/>
                <a:cs typeface="Arial" panose="020B0604020202020204" pitchFamily="34" charset="0"/>
              </a:endParaRPr>
            </a:p>
          </p:txBody>
        </p:sp>
        <p:sp>
          <p:nvSpPr>
            <p:cNvPr id="11" name="Round Single Corner Rectangle 4"/>
            <p:cNvSpPr/>
            <p:nvPr/>
          </p:nvSpPr>
          <p:spPr>
            <a:xfrm>
              <a:off x="7310109" y="3498836"/>
              <a:ext cx="2011680" cy="2308042"/>
            </a:xfrm>
            <a:prstGeom prst="rect">
              <a:avLst/>
            </a:prstGeom>
            <a:solidFill>
              <a:srgbClr val="336699"/>
            </a:solidFill>
            <a:ln w="12700"/>
          </p:spPr>
          <p:style>
            <a:lnRef idx="0">
              <a:scrgbClr r="0" g="0" b="0"/>
            </a:lnRef>
            <a:fillRef idx="0">
              <a:scrgbClr r="0" g="0" b="0"/>
            </a:fillRef>
            <a:effectRef idx="0">
              <a:scrgbClr r="0" g="0" b="0"/>
            </a:effectRef>
            <a:fontRef idx="minor">
              <a:schemeClr val="lt1"/>
            </a:fontRef>
          </p:style>
          <p:txBody>
            <a:bodyPr lIns="112014" tIns="112014" rIns="112014" bIns="13716" spcCol="1270" anchor="b" anchorCtr="1"/>
            <a:lstStyle/>
            <a:p>
              <a:pPr marL="0" marR="0" lvl="0" indent="0" algn="ctr" defTabSz="700088" rtl="0" eaLnBrk="1" fontAlgn="auto" latinLnBrk="0" hangingPunct="1">
                <a:spcBef>
                  <a:spcPts val="0"/>
                </a:spcBef>
                <a:spcAft>
                  <a:spcPts val="0"/>
                </a:spcAft>
                <a:buClrTx/>
                <a:buSzTx/>
                <a:buFontTx/>
                <a:buNone/>
                <a:tabLst/>
                <a:defRPr/>
              </a:pPr>
              <a:r>
                <a:rPr kumimoji="0" lang="en-US" sz="1300" b="1" i="0" u="none" strike="noStrike" kern="1200" cap="none" spc="0" normalizeH="0" baseline="0" noProof="0" dirty="0">
                  <a:ln>
                    <a:noFill/>
                  </a:ln>
                  <a:solidFill>
                    <a:prstClr val="white"/>
                  </a:solidFill>
                  <a:effectLst/>
                  <a:uLnTx/>
                  <a:uFillTx/>
                  <a:latin typeface="Arial" panose="020B0604020202020204" pitchFamily="34" charset="0"/>
                  <a:ea typeface="ＭＳ Ｐゴシック"/>
                  <a:cs typeface="Arial" panose="020B0604020202020204" pitchFamily="34" charset="0"/>
                </a:rPr>
                <a:t>Contingency Operations (CO)</a:t>
              </a:r>
            </a:p>
            <a:p>
              <a:pPr marL="0" marR="0" lvl="0" indent="0" algn="ctr" defTabSz="700088" rtl="0" eaLnBrk="1" fontAlgn="auto" latinLnBrk="0" hangingPunct="1">
                <a:spcBef>
                  <a:spcPts val="0"/>
                </a:spcBef>
                <a:spcAft>
                  <a:spcPts val="0"/>
                </a:spcAft>
                <a:buClrTx/>
                <a:buSzTx/>
                <a:buFontTx/>
                <a:buNone/>
                <a:tabLst/>
                <a:defRPr/>
              </a:pPr>
              <a:endParaRPr kumimoji="0" lang="en-US" sz="1400" b="1" i="0" u="none" strike="noStrike" kern="1200" cap="none" spc="0" normalizeH="0" baseline="0" noProof="0" dirty="0">
                <a:ln>
                  <a:noFill/>
                </a:ln>
                <a:solidFill>
                  <a:prstClr val="white"/>
                </a:solidFill>
                <a:effectLst/>
                <a:uLnTx/>
                <a:uFillTx/>
                <a:latin typeface="Arial" panose="020B0604020202020204" pitchFamily="34" charset="0"/>
                <a:ea typeface="ＭＳ Ｐゴシック"/>
                <a:cs typeface="Arial" panose="020B0604020202020204" pitchFamily="34" charset="0"/>
              </a:endParaRPr>
            </a:p>
          </p:txBody>
        </p:sp>
        <p:sp>
          <p:nvSpPr>
            <p:cNvPr id="13" name="Round Single Corner Rectangle 4"/>
            <p:cNvSpPr/>
            <p:nvPr/>
          </p:nvSpPr>
          <p:spPr>
            <a:xfrm>
              <a:off x="2870211" y="3495067"/>
              <a:ext cx="2011680" cy="2308042"/>
            </a:xfrm>
            <a:prstGeom prst="rect">
              <a:avLst/>
            </a:prstGeom>
            <a:solidFill>
              <a:srgbClr val="336699"/>
            </a:solidFill>
            <a:ln w="12700"/>
          </p:spPr>
          <p:style>
            <a:lnRef idx="0">
              <a:scrgbClr r="0" g="0" b="0"/>
            </a:lnRef>
            <a:fillRef idx="0">
              <a:scrgbClr r="0" g="0" b="0"/>
            </a:fillRef>
            <a:effectRef idx="0">
              <a:scrgbClr r="0" g="0" b="0"/>
            </a:effectRef>
            <a:fontRef idx="minor">
              <a:schemeClr val="lt1"/>
            </a:fontRef>
          </p:style>
          <p:txBody>
            <a:bodyPr lIns="112014" tIns="112014" rIns="112014" bIns="13716" spcCol="1270" anchor="b" anchorCtr="1"/>
            <a:lstStyle/>
            <a:p>
              <a:pPr marL="0" marR="0" lvl="0" indent="0" algn="ctr" defTabSz="700088" rtl="0" eaLnBrk="1" fontAlgn="auto" latinLnBrk="0" hangingPunct="1">
                <a:spcBef>
                  <a:spcPts val="300"/>
                </a:spcBef>
                <a:spcAft>
                  <a:spcPts val="0"/>
                </a:spcAft>
                <a:buClrTx/>
                <a:buSzTx/>
                <a:buFontTx/>
                <a:buNone/>
                <a:tabLst/>
                <a:defRPr/>
              </a:pPr>
              <a:r>
                <a:rPr kumimoji="0" lang="en-US" sz="1300" b="1" i="0" u="none" strike="noStrike" kern="1200" cap="none" spc="0" normalizeH="0" baseline="0" noProof="0" dirty="0">
                  <a:ln>
                    <a:noFill/>
                  </a:ln>
                  <a:solidFill>
                    <a:prstClr val="white"/>
                  </a:solidFill>
                  <a:effectLst/>
                  <a:uLnTx/>
                  <a:uFillTx/>
                  <a:latin typeface="Arial" panose="020B0604020202020204" pitchFamily="34" charset="0"/>
                  <a:ea typeface="ＭＳ Ｐゴシック"/>
                  <a:cs typeface="Arial" panose="020B0604020202020204" pitchFamily="34" charset="0"/>
                </a:rPr>
                <a:t>Global Engagement (GE)</a:t>
              </a:r>
            </a:p>
            <a:p>
              <a:pPr marL="0" marR="0" lvl="0" indent="0" algn="ctr" defTabSz="700088" rtl="0" eaLnBrk="1" fontAlgn="auto" latinLnBrk="0" hangingPunct="1">
                <a:spcBef>
                  <a:spcPts val="300"/>
                </a:spcBef>
                <a:spcAft>
                  <a:spcPts val="0"/>
                </a:spcAft>
                <a:buClrTx/>
                <a:buSzTx/>
                <a:buFontTx/>
                <a:buNone/>
                <a:tabLst/>
                <a:defRPr/>
              </a:pPr>
              <a:endParaRPr lang="en-US" sz="1400" b="1" dirty="0">
                <a:solidFill>
                  <a:prstClr val="white"/>
                </a:solidFill>
                <a:latin typeface="Arial" panose="020B0604020202020204" pitchFamily="34" charset="0"/>
                <a:ea typeface="ＭＳ Ｐゴシック"/>
                <a:cs typeface="Arial" panose="020B0604020202020204" pitchFamily="34" charset="0"/>
              </a:endParaRPr>
            </a:p>
          </p:txBody>
        </p:sp>
        <p:sp>
          <p:nvSpPr>
            <p:cNvPr id="15" name="Round Single Corner Rectangle 4"/>
            <p:cNvSpPr/>
            <p:nvPr/>
          </p:nvSpPr>
          <p:spPr>
            <a:xfrm>
              <a:off x="5092229" y="3495066"/>
              <a:ext cx="2011680" cy="2308041"/>
            </a:xfrm>
            <a:prstGeom prst="rect">
              <a:avLst/>
            </a:prstGeom>
            <a:solidFill>
              <a:srgbClr val="336699"/>
            </a:solidFill>
            <a:ln w="12700"/>
          </p:spPr>
          <p:style>
            <a:lnRef idx="0">
              <a:scrgbClr r="0" g="0" b="0"/>
            </a:lnRef>
            <a:fillRef idx="0">
              <a:scrgbClr r="0" g="0" b="0"/>
            </a:fillRef>
            <a:effectRef idx="0">
              <a:scrgbClr r="0" g="0" b="0"/>
            </a:effectRef>
            <a:fontRef idx="minor">
              <a:schemeClr val="lt1"/>
            </a:fontRef>
          </p:style>
          <p:txBody>
            <a:bodyPr lIns="112014" tIns="112014" rIns="112014" bIns="13716" spcCol="1270" anchor="b" anchorCtr="1"/>
            <a:lstStyle/>
            <a:p>
              <a:pPr marL="0" marR="0" lvl="0" indent="0" algn="ctr" defTabSz="700088" rtl="0" eaLnBrk="1" fontAlgn="auto" latinLnBrk="0" hangingPunct="1">
                <a:lnSpc>
                  <a:spcPct val="90000"/>
                </a:lnSpc>
                <a:spcBef>
                  <a:spcPts val="0"/>
                </a:spcBef>
                <a:spcAft>
                  <a:spcPct val="35000"/>
                </a:spcAft>
                <a:buClrTx/>
                <a:buSzTx/>
                <a:buFontTx/>
                <a:buNone/>
                <a:tabLst/>
                <a:defRPr/>
              </a:pPr>
              <a:endParaRPr kumimoji="0" lang="en-US" sz="1300" b="1" i="0" u="none" strike="noStrike" kern="1200" cap="none" spc="0" normalizeH="0" baseline="0" noProof="0" dirty="0">
                <a:ln>
                  <a:noFill/>
                </a:ln>
                <a:solidFill>
                  <a:prstClr val="white"/>
                </a:solidFill>
                <a:effectLst/>
                <a:uLnTx/>
                <a:uFillTx/>
                <a:latin typeface="Arial" panose="020B0604020202020204" pitchFamily="34" charset="0"/>
                <a:ea typeface="ＭＳ Ｐゴシック"/>
                <a:cs typeface="Arial" panose="020B0604020202020204" pitchFamily="34" charset="0"/>
              </a:endParaRPr>
            </a:p>
            <a:p>
              <a:pPr marL="0" marR="0" lvl="0" indent="0" algn="ctr" defTabSz="700088" rtl="0" eaLnBrk="1" fontAlgn="auto" latinLnBrk="0" hangingPunct="1">
                <a:lnSpc>
                  <a:spcPct val="90000"/>
                </a:lnSpc>
                <a:spcBef>
                  <a:spcPts val="0"/>
                </a:spcBef>
                <a:spcAft>
                  <a:spcPct val="35000"/>
                </a:spcAft>
                <a:buClrTx/>
                <a:buSzTx/>
                <a:buFontTx/>
                <a:buNone/>
                <a:tabLst/>
                <a:defRPr/>
              </a:pPr>
              <a:endParaRPr lang="en-US" sz="1300" b="1" dirty="0">
                <a:solidFill>
                  <a:prstClr val="white"/>
                </a:solidFill>
                <a:latin typeface="Arial" panose="020B0604020202020204" pitchFamily="34" charset="0"/>
                <a:ea typeface="ＭＳ Ｐゴシック"/>
                <a:cs typeface="Arial" panose="020B0604020202020204" pitchFamily="34" charset="0"/>
              </a:endParaRPr>
            </a:p>
            <a:p>
              <a:pPr marL="0" marR="0" lvl="0" indent="0" algn="ctr" defTabSz="700088" rtl="0" eaLnBrk="1" fontAlgn="auto" latinLnBrk="0" hangingPunct="1">
                <a:lnSpc>
                  <a:spcPct val="90000"/>
                </a:lnSpc>
                <a:spcBef>
                  <a:spcPts val="0"/>
                </a:spcBef>
                <a:spcAft>
                  <a:spcPct val="35000"/>
                </a:spcAft>
                <a:buClrTx/>
                <a:buSzTx/>
                <a:buFontTx/>
                <a:buNone/>
                <a:tabLst/>
                <a:defRPr/>
              </a:pPr>
              <a:endParaRPr kumimoji="0" lang="en-US" sz="1300" b="1" i="0" u="none" strike="noStrike" kern="1200" cap="none" spc="0" normalizeH="0" baseline="0" noProof="0" dirty="0">
                <a:ln>
                  <a:noFill/>
                </a:ln>
                <a:solidFill>
                  <a:prstClr val="white"/>
                </a:solidFill>
                <a:effectLst/>
                <a:uLnTx/>
                <a:uFillTx/>
                <a:latin typeface="Arial" panose="020B0604020202020204" pitchFamily="34" charset="0"/>
                <a:ea typeface="ＭＳ Ｐゴシック"/>
                <a:cs typeface="Arial" panose="020B0604020202020204" pitchFamily="34" charset="0"/>
              </a:endParaRPr>
            </a:p>
            <a:p>
              <a:pPr marL="0" marR="0" lvl="0" indent="0" algn="ctr" defTabSz="700088" rtl="0" eaLnBrk="1" fontAlgn="auto" latinLnBrk="0" hangingPunct="1">
                <a:lnSpc>
                  <a:spcPct val="90000"/>
                </a:lnSpc>
                <a:spcBef>
                  <a:spcPts val="0"/>
                </a:spcBef>
                <a:spcAft>
                  <a:spcPct val="35000"/>
                </a:spcAft>
                <a:buClrTx/>
                <a:buSzTx/>
                <a:buFontTx/>
                <a:buNone/>
                <a:tabLst/>
                <a:defRPr/>
              </a:pPr>
              <a:endParaRPr lang="en-US" sz="1300" b="1" dirty="0">
                <a:solidFill>
                  <a:prstClr val="white"/>
                </a:solidFill>
                <a:latin typeface="Arial" panose="020B0604020202020204" pitchFamily="34" charset="0"/>
                <a:ea typeface="ＭＳ Ｐゴシック"/>
                <a:cs typeface="Arial" panose="020B0604020202020204" pitchFamily="34" charset="0"/>
              </a:endParaRPr>
            </a:p>
            <a:p>
              <a:pPr marL="0" marR="0" lvl="0" indent="0" algn="ctr" defTabSz="700088" rtl="0" eaLnBrk="1" fontAlgn="auto" latinLnBrk="0" hangingPunct="1">
                <a:lnSpc>
                  <a:spcPct val="90000"/>
                </a:lnSpc>
                <a:spcBef>
                  <a:spcPts val="0"/>
                </a:spcBef>
                <a:spcAft>
                  <a:spcPct val="35000"/>
                </a:spcAft>
                <a:buClrTx/>
                <a:buSzTx/>
                <a:buFontTx/>
                <a:buNone/>
                <a:tabLst/>
                <a:defRPr/>
              </a:pPr>
              <a:endParaRPr kumimoji="0" lang="en-US" sz="1300" b="1" i="0" u="none" strike="noStrike" kern="1200" cap="none" spc="0" normalizeH="0" baseline="0" noProof="0" dirty="0">
                <a:ln>
                  <a:noFill/>
                </a:ln>
                <a:solidFill>
                  <a:prstClr val="white"/>
                </a:solidFill>
                <a:effectLst/>
                <a:uLnTx/>
                <a:uFillTx/>
                <a:latin typeface="Arial" panose="020B0604020202020204" pitchFamily="34" charset="0"/>
                <a:ea typeface="ＭＳ Ｐゴシック"/>
                <a:cs typeface="Arial" panose="020B0604020202020204" pitchFamily="34" charset="0"/>
              </a:endParaRPr>
            </a:p>
            <a:p>
              <a:pPr marL="0" marR="0" lvl="0" indent="0" algn="ctr" defTabSz="700088" rtl="0" eaLnBrk="1" fontAlgn="auto" latinLnBrk="0" hangingPunct="1">
                <a:lnSpc>
                  <a:spcPct val="90000"/>
                </a:lnSpc>
                <a:spcBef>
                  <a:spcPts val="0"/>
                </a:spcBef>
                <a:spcAft>
                  <a:spcPct val="35000"/>
                </a:spcAft>
                <a:buClrTx/>
                <a:buSzTx/>
                <a:buFontTx/>
                <a:buNone/>
                <a:tabLst/>
                <a:defRPr/>
              </a:pPr>
              <a:r>
                <a:rPr kumimoji="0" lang="en-US" sz="1300" b="1" i="0" u="none" strike="noStrike" kern="1200" cap="none" spc="0" normalizeH="0" baseline="0" noProof="0" dirty="0">
                  <a:ln>
                    <a:noFill/>
                  </a:ln>
                  <a:solidFill>
                    <a:prstClr val="white"/>
                  </a:solidFill>
                  <a:effectLst/>
                  <a:uLnTx/>
                  <a:uFillTx/>
                  <a:latin typeface="Arial" panose="020B0604020202020204" pitchFamily="34" charset="0"/>
                  <a:ea typeface="ＭＳ Ｐゴシック"/>
                  <a:cs typeface="Arial" panose="020B0604020202020204" pitchFamily="34" charset="0"/>
                </a:rPr>
                <a:t>Program Management Office (PMO) </a:t>
              </a:r>
            </a:p>
            <a:p>
              <a:pPr marL="0" marR="0" lvl="0" indent="0" algn="ctr" defTabSz="700088" rtl="0" eaLnBrk="1" fontAlgn="auto" latinLnBrk="0" hangingPunct="1">
                <a:lnSpc>
                  <a:spcPct val="90000"/>
                </a:lnSpc>
                <a:spcBef>
                  <a:spcPts val="0"/>
                </a:spcBef>
                <a:spcAft>
                  <a:spcPct val="35000"/>
                </a:spcAft>
                <a:buClrTx/>
                <a:buSzTx/>
                <a:buFontTx/>
                <a:buNone/>
                <a:tabLst/>
                <a:defRPr/>
              </a:pPr>
              <a:endParaRPr kumimoji="0" lang="en-US" sz="800" b="1" i="0" u="none" strike="noStrike" kern="1200" cap="none" spc="0" normalizeH="0" baseline="0" noProof="0" dirty="0">
                <a:ln>
                  <a:noFill/>
                </a:ln>
                <a:solidFill>
                  <a:prstClr val="white"/>
                </a:solidFill>
                <a:effectLst/>
                <a:uLnTx/>
                <a:uFillTx/>
                <a:latin typeface="Arial" panose="020B0604020202020204" pitchFamily="34" charset="0"/>
                <a:ea typeface="ＭＳ Ｐゴシック"/>
                <a:cs typeface="Arial" panose="020B0604020202020204" pitchFamily="34" charset="0"/>
              </a:endParaRPr>
            </a:p>
          </p:txBody>
        </p:sp>
        <p:pic>
          <p:nvPicPr>
            <p:cNvPr id="20" name="Picture 5"/>
            <p:cNvPicPr>
              <a:picLocks noChangeAspect="1"/>
            </p:cNvPicPr>
            <p:nvPr/>
          </p:nvPicPr>
          <p:blipFill rotWithShape="1">
            <a:blip r:embed="rId3" cstate="print">
              <a:extLst>
                <a:ext uri="{28A0092B-C50C-407E-A947-70E740481C1C}">
                  <a14:useLocalDpi xmlns:a14="http://schemas.microsoft.com/office/drawing/2010/main" val="0"/>
                </a:ext>
              </a:extLst>
            </a:blip>
            <a:srcRect l="5256" t="7476"/>
            <a:stretch/>
          </p:blipFill>
          <p:spPr bwMode="auto">
            <a:xfrm>
              <a:off x="7401549" y="3601092"/>
              <a:ext cx="1828800" cy="1295008"/>
            </a:xfrm>
            <a:prstGeom prst="rect">
              <a:avLst/>
            </a:prstGeom>
            <a:ln w="28575"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 name="Content Placeholder 4">
              <a:extLst>
                <a:ext uri="{FF2B5EF4-FFF2-40B4-BE49-F238E27FC236}">
                  <a16:creationId xmlns:a16="http://schemas.microsoft.com/office/drawing/2014/main" id="{01D47FAB-ADC1-A40D-0847-7FF8F2C2C1C1}"/>
                </a:ext>
              </a:extLst>
            </p:cNvPr>
            <p:cNvPicPr>
              <a:picLocks noChangeAspect="1"/>
            </p:cNvPicPr>
            <p:nvPr/>
          </p:nvPicPr>
          <p:blipFill rotWithShape="1">
            <a:blip r:embed="rId4"/>
            <a:srcRect l="3128" t="4642" r="5548" b="5778"/>
            <a:stretch/>
          </p:blipFill>
          <p:spPr>
            <a:xfrm>
              <a:off x="9661599" y="3595975"/>
              <a:ext cx="1828800" cy="1314071"/>
            </a:xfrm>
            <a:prstGeom prst="rect">
              <a:avLst/>
            </a:prstGeom>
            <a:ln w="28575" cap="sq">
              <a:solidFill>
                <a:srgbClr val="000000"/>
              </a:solidFill>
              <a:prstDash val="solid"/>
              <a:miter lim="800000"/>
            </a:ln>
            <a:effectLst>
              <a:outerShdw blurRad="50800" dist="38100" dir="2700000" algn="tl" rotWithShape="0">
                <a:srgbClr val="000000">
                  <a:alpha val="43000"/>
                </a:srgbClr>
              </a:outerShdw>
            </a:effectLst>
          </p:spPr>
        </p:pic>
      </p:grpSp>
      <p:sp>
        <p:nvSpPr>
          <p:cNvPr id="16" name="Title 1">
            <a:extLst>
              <a:ext uri="{FF2B5EF4-FFF2-40B4-BE49-F238E27FC236}">
                <a16:creationId xmlns:a16="http://schemas.microsoft.com/office/drawing/2014/main" id="{7DD5BEBB-D5B8-273D-0147-9E2AF383BB68}"/>
              </a:ext>
            </a:extLst>
          </p:cNvPr>
          <p:cNvSpPr txBox="1">
            <a:spLocks/>
          </p:cNvSpPr>
          <p:nvPr/>
        </p:nvSpPr>
        <p:spPr bwMode="auto">
          <a:xfrm>
            <a:off x="1899138" y="173038"/>
            <a:ext cx="7863840" cy="839836"/>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lvl1pPr marL="457200" indent="-457200" algn="l" rtl="0" eaLnBrk="0" fontAlgn="base" hangingPunct="0">
              <a:spcBef>
                <a:spcPct val="0"/>
              </a:spcBef>
              <a:spcAft>
                <a:spcPct val="0"/>
              </a:spcAft>
              <a:defRPr sz="3200" b="1">
                <a:solidFill>
                  <a:schemeClr val="tx1"/>
                </a:solidFill>
                <a:latin typeface="Arial" panose="020B0604020202020204" pitchFamily="34" charset="0"/>
                <a:ea typeface="+mj-ea"/>
                <a:cs typeface="Arial" pitchFamily="34" charset="0"/>
              </a:defRPr>
            </a:lvl1pPr>
            <a:lvl2pPr marL="457200" indent="-457200" algn="l" rtl="0" eaLnBrk="0" fontAlgn="base" hangingPunct="0">
              <a:spcBef>
                <a:spcPct val="0"/>
              </a:spcBef>
              <a:spcAft>
                <a:spcPct val="0"/>
              </a:spcAft>
              <a:defRPr sz="3200" b="1">
                <a:solidFill>
                  <a:schemeClr val="tx2"/>
                </a:solidFill>
                <a:latin typeface="Univers" pitchFamily="34" charset="-18"/>
                <a:ea typeface="ＭＳ Ｐゴシック" pitchFamily="20" charset="-128"/>
                <a:cs typeface="ＭＳ Ｐゴシック" charset="0"/>
              </a:defRPr>
            </a:lvl2pPr>
            <a:lvl3pPr marL="457200" indent="-457200" algn="l" rtl="0" eaLnBrk="0" fontAlgn="base" hangingPunct="0">
              <a:spcBef>
                <a:spcPct val="0"/>
              </a:spcBef>
              <a:spcAft>
                <a:spcPct val="0"/>
              </a:spcAft>
              <a:defRPr sz="3200" b="1">
                <a:solidFill>
                  <a:schemeClr val="tx2"/>
                </a:solidFill>
                <a:latin typeface="Univers" pitchFamily="34" charset="-18"/>
                <a:ea typeface="ＭＳ Ｐゴシック" pitchFamily="20" charset="-128"/>
                <a:cs typeface="ＭＳ Ｐゴシック" charset="0"/>
              </a:defRPr>
            </a:lvl3pPr>
            <a:lvl4pPr marL="457200" indent="-457200" algn="l" rtl="0" eaLnBrk="0" fontAlgn="base" hangingPunct="0">
              <a:spcBef>
                <a:spcPct val="0"/>
              </a:spcBef>
              <a:spcAft>
                <a:spcPct val="0"/>
              </a:spcAft>
              <a:defRPr sz="3200" b="1">
                <a:solidFill>
                  <a:schemeClr val="tx2"/>
                </a:solidFill>
                <a:latin typeface="Univers" pitchFamily="34" charset="-18"/>
                <a:ea typeface="ＭＳ Ｐゴシック" pitchFamily="20" charset="-128"/>
                <a:cs typeface="ＭＳ Ｐゴシック" charset="0"/>
              </a:defRPr>
            </a:lvl4pPr>
            <a:lvl5pPr marL="457200" indent="-457200" algn="l" rtl="0" eaLnBrk="0" fontAlgn="base" hangingPunct="0">
              <a:spcBef>
                <a:spcPct val="0"/>
              </a:spcBef>
              <a:spcAft>
                <a:spcPct val="0"/>
              </a:spcAft>
              <a:defRPr sz="3200" b="1">
                <a:solidFill>
                  <a:schemeClr val="tx2"/>
                </a:solidFill>
                <a:latin typeface="Univers" pitchFamily="34" charset="-18"/>
                <a:ea typeface="ＭＳ Ｐゴシック" pitchFamily="20" charset="-128"/>
                <a:cs typeface="ＭＳ Ｐゴシック" charset="0"/>
              </a:defRPr>
            </a:lvl5pPr>
            <a:lvl6pPr marL="914400" indent="-457200" algn="l" rtl="0" fontAlgn="base">
              <a:spcBef>
                <a:spcPct val="0"/>
              </a:spcBef>
              <a:spcAft>
                <a:spcPct val="0"/>
              </a:spcAft>
              <a:defRPr sz="3200" b="1">
                <a:solidFill>
                  <a:schemeClr val="tx2"/>
                </a:solidFill>
                <a:latin typeface="Univers" pitchFamily="34" charset="-18"/>
                <a:ea typeface="ＭＳ Ｐゴシック" pitchFamily="20" charset="-128"/>
              </a:defRPr>
            </a:lvl6pPr>
            <a:lvl7pPr marL="1371600" indent="-457200" algn="l" rtl="0" fontAlgn="base">
              <a:spcBef>
                <a:spcPct val="0"/>
              </a:spcBef>
              <a:spcAft>
                <a:spcPct val="0"/>
              </a:spcAft>
              <a:defRPr sz="3200" b="1">
                <a:solidFill>
                  <a:schemeClr val="tx2"/>
                </a:solidFill>
                <a:latin typeface="Univers" pitchFamily="34" charset="-18"/>
                <a:ea typeface="ＭＳ Ｐゴシック" pitchFamily="20" charset="-128"/>
              </a:defRPr>
            </a:lvl7pPr>
            <a:lvl8pPr marL="1828800" indent="-457200" algn="l" rtl="0" fontAlgn="base">
              <a:spcBef>
                <a:spcPct val="0"/>
              </a:spcBef>
              <a:spcAft>
                <a:spcPct val="0"/>
              </a:spcAft>
              <a:defRPr sz="3200" b="1">
                <a:solidFill>
                  <a:schemeClr val="tx2"/>
                </a:solidFill>
                <a:latin typeface="Univers" pitchFamily="34" charset="-18"/>
                <a:ea typeface="ＭＳ Ｐゴシック" pitchFamily="20" charset="-128"/>
              </a:defRPr>
            </a:lvl8pPr>
            <a:lvl9pPr marL="2286000" indent="-457200" algn="l" rtl="0" fontAlgn="base">
              <a:spcBef>
                <a:spcPct val="0"/>
              </a:spcBef>
              <a:spcAft>
                <a:spcPct val="0"/>
              </a:spcAft>
              <a:defRPr sz="3200" b="1">
                <a:solidFill>
                  <a:schemeClr val="tx2"/>
                </a:solidFill>
                <a:latin typeface="Univers" pitchFamily="34" charset="-18"/>
                <a:ea typeface="ＭＳ Ｐゴシック" pitchFamily="20" charset="-128"/>
              </a:defRPr>
            </a:lvl9pPr>
          </a:lstStyle>
          <a:p>
            <a:r>
              <a:rPr lang="en-US" kern="0" dirty="0"/>
              <a:t>CZ Mission &amp; Core Functions</a:t>
            </a:r>
          </a:p>
        </p:txBody>
      </p:sp>
      <p:sp>
        <p:nvSpPr>
          <p:cNvPr id="10" name="Rectangle 59">
            <a:extLst>
              <a:ext uri="{FF2B5EF4-FFF2-40B4-BE49-F238E27FC236}">
                <a16:creationId xmlns:a16="http://schemas.microsoft.com/office/drawing/2014/main" id="{A0357715-7C07-FBDB-0E34-9B7AC5656C93}"/>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lvl="0" eaLnBrk="1" fontAlgn="auto" hangingPunct="1">
              <a:spcBef>
                <a:spcPts val="0"/>
              </a:spcBef>
              <a:spcAft>
                <a:spcPts val="0"/>
              </a:spcAft>
              <a:defRPr/>
            </a:pPr>
            <a:r>
              <a:rPr lang="en-US" altLang="en-US" sz="1200" b="1" dirty="0">
                <a:solidFill>
                  <a:srgbClr val="00B050"/>
                </a:solidFill>
                <a:ea typeface="ＭＳ Ｐゴシック"/>
                <a:cs typeface="Arial" panose="020B0604020202020204" pitchFamily="34" charset="0"/>
              </a:rPr>
              <a:t>UNCLASSIFIED</a:t>
            </a:r>
            <a:endPar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endParaRPr>
          </a:p>
        </p:txBody>
      </p:sp>
      <p:sp>
        <p:nvSpPr>
          <p:cNvPr id="12" name="Rectangle 59">
            <a:extLst>
              <a:ext uri="{FF2B5EF4-FFF2-40B4-BE49-F238E27FC236}">
                <a16:creationId xmlns:a16="http://schemas.microsoft.com/office/drawing/2014/main" id="{7B7A8048-23C5-4410-5AA6-AF99F942203F}"/>
              </a:ext>
            </a:extLst>
          </p:cNvPr>
          <p:cNvSpPr>
            <a:spLocks noChangeArrowheads="1"/>
          </p:cNvSpPr>
          <p:nvPr/>
        </p:nvSpPr>
        <p:spPr bwMode="auto">
          <a:xfrm>
            <a:off x="5435402" y="6501627"/>
            <a:ext cx="1321196" cy="276999"/>
          </a:xfrm>
          <a:prstGeom prst="rect">
            <a:avLst/>
          </a:prstGeom>
          <a:noFill/>
          <a:ln>
            <a:noFill/>
          </a:ln>
        </p:spPr>
        <p:txBody>
          <a:bodyPr wrap="none">
            <a:spAutoFit/>
          </a:bodyPr>
          <a:lstStyle/>
          <a:p>
            <a:pPr lvl="0" eaLnBrk="1" fontAlgn="auto" hangingPunct="1">
              <a:spcBef>
                <a:spcPts val="0"/>
              </a:spcBef>
              <a:spcAft>
                <a:spcPts val="0"/>
              </a:spcAft>
              <a:defRPr/>
            </a:pPr>
            <a:r>
              <a:rPr lang="en-US" altLang="en-US" sz="1200" b="1" dirty="0">
                <a:solidFill>
                  <a:srgbClr val="00B050"/>
                </a:solidFill>
                <a:ea typeface="ＭＳ Ｐゴシック"/>
                <a:cs typeface="Arial" panose="020B0604020202020204" pitchFamily="34" charset="0"/>
              </a:rPr>
              <a:t>UNCLASSIFIED</a:t>
            </a:r>
            <a:endPar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endParaRPr>
          </a:p>
        </p:txBody>
      </p:sp>
      <p:sp>
        <p:nvSpPr>
          <p:cNvPr id="14" name="Slide Number Placeholder 13">
            <a:extLst>
              <a:ext uri="{FF2B5EF4-FFF2-40B4-BE49-F238E27FC236}">
                <a16:creationId xmlns:a16="http://schemas.microsoft.com/office/drawing/2014/main" id="{DC44DDA1-FD37-8D44-7FC3-717C51B54C12}"/>
              </a:ext>
            </a:extLst>
          </p:cNvPr>
          <p:cNvSpPr>
            <a:spLocks noGrp="1"/>
          </p:cNvSpPr>
          <p:nvPr>
            <p:ph type="sldNum" sz="quarter" idx="11"/>
          </p:nvPr>
        </p:nvSpPr>
        <p:spPr>
          <a:xfrm>
            <a:off x="11103231" y="6541657"/>
            <a:ext cx="533400" cy="200025"/>
          </a:xfrm>
        </p:spPr>
        <p:txBody>
          <a:bodyPr anchor="ctr"/>
          <a:lstStyle/>
          <a:p>
            <a:fld id="{FFAE6822-EB53-4D7A-8239-6F9883F241C9}" type="slidenum">
              <a:rPr lang="en-US" smtClean="0"/>
              <a:pPr/>
              <a:t>7</a:t>
            </a:fld>
            <a:endParaRPr lang="en-US"/>
          </a:p>
        </p:txBody>
      </p:sp>
      <p:pic>
        <p:nvPicPr>
          <p:cNvPr id="3" name="Picture 11">
            <a:extLst>
              <a:ext uri="{FF2B5EF4-FFF2-40B4-BE49-F238E27FC236}">
                <a16:creationId xmlns:a16="http://schemas.microsoft.com/office/drawing/2014/main" id="{4194E2F7-CCA0-367D-3DF5-C0EE15FAA34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96933" y="3580799"/>
            <a:ext cx="1830387"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descr="DSCF2377">
            <a:extLst>
              <a:ext uri="{FF2B5EF4-FFF2-40B4-BE49-F238E27FC236}">
                <a16:creationId xmlns:a16="http://schemas.microsoft.com/office/drawing/2014/main" id="{90275DE3-DB28-5C04-F140-F01F07D87C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6732" y="3580799"/>
            <a:ext cx="1798637"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0" descr="DSC_3065">
            <a:extLst>
              <a:ext uri="{FF2B5EF4-FFF2-40B4-BE49-F238E27FC236}">
                <a16:creationId xmlns:a16="http://schemas.microsoft.com/office/drawing/2014/main" id="{4FD6DD2E-252B-DCBB-B951-86EC5D2ED45B}"/>
              </a:ext>
            </a:extLst>
          </p:cNvPr>
          <p:cNvPicPr>
            <a:picLocks noChangeAspect="1" noChangeArrowheads="1"/>
          </p:cNvPicPr>
          <p:nvPr/>
        </p:nvPicPr>
        <p:blipFill>
          <a:blip r:embed="rId7" cstate="print">
            <a:lum bright="10000" contrast="40000"/>
            <a:extLst>
              <a:ext uri="{28A0092B-C50C-407E-A947-70E740481C1C}">
                <a14:useLocalDpi xmlns:a14="http://schemas.microsoft.com/office/drawing/2010/main" val="0"/>
              </a:ext>
            </a:extLst>
          </a:blip>
          <a:srcRect/>
          <a:stretch>
            <a:fillRect/>
          </a:stretch>
        </p:blipFill>
        <p:spPr bwMode="auto">
          <a:xfrm>
            <a:off x="5207550" y="3595974"/>
            <a:ext cx="1766006" cy="1364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06988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1521" y="1629571"/>
            <a:ext cx="10962737" cy="1624008"/>
          </a:xfrm>
        </p:spPr>
        <p:txBody>
          <a:bodyPr/>
          <a:lstStyle/>
          <a:p>
            <a:pPr marL="0" indent="0">
              <a:buNone/>
            </a:pPr>
            <a:r>
              <a:rPr lang="en-US" sz="2400" dirty="0"/>
              <a:t>Lead DTRA Operations and Integration Directorate's acquisition portfolio by providing acquisition advice and assistance, program and project management support, requirement development, cost and risk management principles to ensure requirements provide the best value.</a:t>
            </a:r>
            <a:endParaRPr lang="en-US" sz="2000" dirty="0"/>
          </a:p>
        </p:txBody>
      </p:sp>
      <p:sp>
        <p:nvSpPr>
          <p:cNvPr id="15" name="Title 14">
            <a:extLst>
              <a:ext uri="{FF2B5EF4-FFF2-40B4-BE49-F238E27FC236}">
                <a16:creationId xmlns:a16="http://schemas.microsoft.com/office/drawing/2014/main" id="{E1880700-AC84-DA5A-6CA3-32184FA2211B}"/>
              </a:ext>
            </a:extLst>
          </p:cNvPr>
          <p:cNvSpPr>
            <a:spLocks noGrp="1"/>
          </p:cNvSpPr>
          <p:nvPr>
            <p:ph type="title"/>
          </p:nvPr>
        </p:nvSpPr>
        <p:spPr/>
        <p:txBody>
          <a:bodyPr/>
          <a:lstStyle/>
          <a:p>
            <a:r>
              <a:rPr lang="en-US" dirty="0"/>
              <a:t>Program Management Office (PMO)</a:t>
            </a:r>
          </a:p>
        </p:txBody>
      </p:sp>
      <p:sp>
        <p:nvSpPr>
          <p:cNvPr id="2" name="Rectangle 59">
            <a:extLst>
              <a:ext uri="{FF2B5EF4-FFF2-40B4-BE49-F238E27FC236}">
                <a16:creationId xmlns:a16="http://schemas.microsoft.com/office/drawing/2014/main" id="{1E19B566-415B-B89C-A3C9-0F5C5B88B0DB}"/>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lvl="0" eaLnBrk="1" fontAlgn="auto" hangingPunct="1">
              <a:spcBef>
                <a:spcPts val="0"/>
              </a:spcBef>
              <a:spcAft>
                <a:spcPts val="0"/>
              </a:spcAft>
              <a:defRPr/>
            </a:pPr>
            <a:r>
              <a:rPr lang="en-US" altLang="en-US" sz="1200" b="1" dirty="0">
                <a:solidFill>
                  <a:srgbClr val="00B050"/>
                </a:solidFill>
                <a:ea typeface="ＭＳ Ｐゴシック"/>
                <a:cs typeface="Arial" panose="020B0604020202020204" pitchFamily="34" charset="0"/>
              </a:rPr>
              <a:t>UNCLASSIFIED</a:t>
            </a:r>
            <a:endPar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endParaRPr>
          </a:p>
        </p:txBody>
      </p:sp>
      <p:sp>
        <p:nvSpPr>
          <p:cNvPr id="18" name="Rectangle 59">
            <a:extLst>
              <a:ext uri="{FF2B5EF4-FFF2-40B4-BE49-F238E27FC236}">
                <a16:creationId xmlns:a16="http://schemas.microsoft.com/office/drawing/2014/main" id="{365C2F36-2CB8-E5CE-4C06-ECB1F0F7C535}"/>
              </a:ext>
            </a:extLst>
          </p:cNvPr>
          <p:cNvSpPr>
            <a:spLocks noChangeArrowheads="1"/>
          </p:cNvSpPr>
          <p:nvPr/>
        </p:nvSpPr>
        <p:spPr bwMode="auto">
          <a:xfrm>
            <a:off x="5435402" y="6501627"/>
            <a:ext cx="1321196" cy="276999"/>
          </a:xfrm>
          <a:prstGeom prst="rect">
            <a:avLst/>
          </a:prstGeom>
          <a:noFill/>
          <a:ln>
            <a:noFill/>
          </a:ln>
        </p:spPr>
        <p:txBody>
          <a:bodyPr wrap="none">
            <a:spAutoFit/>
          </a:bodyPr>
          <a:lstStyle/>
          <a:p>
            <a:pPr lvl="0" eaLnBrk="1" fontAlgn="auto" hangingPunct="1">
              <a:spcBef>
                <a:spcPts val="0"/>
              </a:spcBef>
              <a:spcAft>
                <a:spcPts val="0"/>
              </a:spcAft>
              <a:defRPr/>
            </a:pPr>
            <a:r>
              <a:rPr lang="en-US" altLang="en-US" sz="1200" b="1" dirty="0">
                <a:solidFill>
                  <a:srgbClr val="00B050"/>
                </a:solidFill>
                <a:ea typeface="ＭＳ Ｐゴシック"/>
                <a:cs typeface="Arial" panose="020B0604020202020204" pitchFamily="34" charset="0"/>
              </a:rPr>
              <a:t>UNCLASSIFIED</a:t>
            </a:r>
            <a:endPar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endParaRPr>
          </a:p>
        </p:txBody>
      </p:sp>
      <p:sp>
        <p:nvSpPr>
          <p:cNvPr id="19" name="Slide Number Placeholder 13">
            <a:extLst>
              <a:ext uri="{FF2B5EF4-FFF2-40B4-BE49-F238E27FC236}">
                <a16:creationId xmlns:a16="http://schemas.microsoft.com/office/drawing/2014/main" id="{9CE5C682-6CD0-B9AC-4D0D-17C4E22893C1}"/>
              </a:ext>
            </a:extLst>
          </p:cNvPr>
          <p:cNvSpPr>
            <a:spLocks noGrp="1"/>
          </p:cNvSpPr>
          <p:nvPr>
            <p:ph type="sldNum" sz="quarter" idx="11"/>
          </p:nvPr>
        </p:nvSpPr>
        <p:spPr>
          <a:xfrm>
            <a:off x="11103231" y="6541657"/>
            <a:ext cx="533400" cy="200025"/>
          </a:xfrm>
        </p:spPr>
        <p:txBody>
          <a:bodyPr anchor="ctr"/>
          <a:lstStyle/>
          <a:p>
            <a:fld id="{FFAE6822-EB53-4D7A-8239-6F9883F241C9}" type="slidenum">
              <a:rPr lang="en-US" smtClean="0"/>
              <a:pPr/>
              <a:t>8</a:t>
            </a:fld>
            <a:endParaRPr lang="en-US"/>
          </a:p>
        </p:txBody>
      </p:sp>
      <p:pic>
        <p:nvPicPr>
          <p:cNvPr id="4098" name="Picture 2" descr="Build-an-Integrated-and-Forward ...">
            <a:extLst>
              <a:ext uri="{FF2B5EF4-FFF2-40B4-BE49-F238E27FC236}">
                <a16:creationId xmlns:a16="http://schemas.microsoft.com/office/drawing/2014/main" id="{31A5E831-AECF-6BE3-846E-96AEF208B8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176" y="4068942"/>
            <a:ext cx="2460570" cy="153803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Operations and Integration">
            <a:extLst>
              <a:ext uri="{FF2B5EF4-FFF2-40B4-BE49-F238E27FC236}">
                <a16:creationId xmlns:a16="http://schemas.microsoft.com/office/drawing/2014/main" id="{55077B10-CF8D-B084-0A09-3A94299836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8808" y="4068943"/>
            <a:ext cx="2563393" cy="153803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Research and Development">
            <a:extLst>
              <a:ext uri="{FF2B5EF4-FFF2-40B4-BE49-F238E27FC236}">
                <a16:creationId xmlns:a16="http://schemas.microsoft.com/office/drawing/2014/main" id="{79864BA5-C6C4-3D09-3D9B-51B2AD8D8D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88263" y="4048928"/>
            <a:ext cx="2697347" cy="1624008"/>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Gray Zone Warfare ...">
            <a:extLst>
              <a:ext uri="{FF2B5EF4-FFF2-40B4-BE49-F238E27FC236}">
                <a16:creationId xmlns:a16="http://schemas.microsoft.com/office/drawing/2014/main" id="{69169F9E-F8AC-6BAE-52EB-1A422E5327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41673" y="4026081"/>
            <a:ext cx="2562240" cy="17050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439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4" descr="G:\202.03 Cooperative Threat Reduction - CTO\Projects\SS-24 (Ukraine)\Photos_Videos\EEF Ceremony May 21, 2013\IMG_5476.JPG"/>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047" y="3450511"/>
            <a:ext cx="2606040" cy="19568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2" name="Picture 11"/>
          <p:cNvPicPr preferRelativeResize="0">
            <a:picLocks/>
          </p:cNvPicPr>
          <p:nvPr/>
        </p:nvPicPr>
        <p:blipFill>
          <a:blip r:embed="rId4" cstate="print">
            <a:extLst>
              <a:ext uri="{28A0092B-C50C-407E-A947-70E740481C1C}">
                <a14:useLocalDpi xmlns:a14="http://schemas.microsoft.com/office/drawing/2010/main" val="0"/>
              </a:ext>
            </a:extLst>
          </a:blip>
          <a:stretch>
            <a:fillRect/>
          </a:stretch>
        </p:blipFill>
        <p:spPr>
          <a:xfrm>
            <a:off x="8998792" y="3450511"/>
            <a:ext cx="2606040" cy="19568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5" name="Picture 14"/>
          <p:cNvPicPr preferRelativeResize="0">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7208" y="3450511"/>
            <a:ext cx="2606040" cy="19568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14" name="Content Placeholder 2"/>
          <p:cNvSpPr>
            <a:spLocks noGrp="1"/>
          </p:cNvSpPr>
          <p:nvPr>
            <p:ph idx="1"/>
          </p:nvPr>
        </p:nvSpPr>
        <p:spPr>
          <a:xfrm>
            <a:off x="637048" y="1604048"/>
            <a:ext cx="10895590" cy="1531038"/>
          </a:xfrm>
        </p:spPr>
        <p:txBody>
          <a:bodyPr/>
          <a:lstStyle/>
          <a:p>
            <a:pPr marL="0" indent="0" eaLnBrk="1" hangingPunct="1">
              <a:buNone/>
            </a:pPr>
            <a:r>
              <a:rPr lang="en-US" altLang="en-US" sz="2400" dirty="0"/>
              <a:t>The CZ-WD Department enables Joint, Interagency, and Allied forces to prevent, reduce, and counter the proliferation of weapons of mass destruction, protecting the United States and its vital interests through a global network of Sensitive Activities Advisors (SAA) and WMD Defeat Advisors (WDA).</a:t>
            </a:r>
            <a:endParaRPr lang="en-US" altLang="en-US" strike="sngStrike" dirty="0">
              <a:solidFill>
                <a:srgbClr val="FF0000"/>
              </a:solidFill>
            </a:endParaRPr>
          </a:p>
        </p:txBody>
      </p:sp>
      <p:sp>
        <p:nvSpPr>
          <p:cNvPr id="6" name="Title 5">
            <a:extLst>
              <a:ext uri="{FF2B5EF4-FFF2-40B4-BE49-F238E27FC236}">
                <a16:creationId xmlns:a16="http://schemas.microsoft.com/office/drawing/2014/main" id="{FAFF870F-9AF3-05B4-2BF4-F74ED74C15F9}"/>
              </a:ext>
            </a:extLst>
          </p:cNvPr>
          <p:cNvSpPr>
            <a:spLocks noGrp="1"/>
          </p:cNvSpPr>
          <p:nvPr>
            <p:ph type="title"/>
          </p:nvPr>
        </p:nvSpPr>
        <p:spPr/>
        <p:txBody>
          <a:bodyPr/>
          <a:lstStyle/>
          <a:p>
            <a:r>
              <a:rPr lang="en-US" dirty="0"/>
              <a:t>WMD Defeat (WD)</a:t>
            </a:r>
          </a:p>
        </p:txBody>
      </p:sp>
      <p:sp>
        <p:nvSpPr>
          <p:cNvPr id="2" name="Rectangle 59">
            <a:extLst>
              <a:ext uri="{FF2B5EF4-FFF2-40B4-BE49-F238E27FC236}">
                <a16:creationId xmlns:a16="http://schemas.microsoft.com/office/drawing/2014/main" id="{7DCF5BCF-3C36-2C71-E16E-0166D75265A3}"/>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lvl="0" eaLnBrk="1" fontAlgn="auto" hangingPunct="1">
              <a:spcBef>
                <a:spcPts val="0"/>
              </a:spcBef>
              <a:spcAft>
                <a:spcPts val="0"/>
              </a:spcAft>
              <a:defRPr/>
            </a:pPr>
            <a:r>
              <a:rPr lang="en-US" altLang="en-US" sz="1200" b="1" dirty="0">
                <a:solidFill>
                  <a:srgbClr val="00B050"/>
                </a:solidFill>
                <a:ea typeface="ＭＳ Ｐゴシック"/>
                <a:cs typeface="Arial" panose="020B0604020202020204" pitchFamily="34" charset="0"/>
              </a:rPr>
              <a:t>UNCLASSIFIED</a:t>
            </a:r>
            <a:endPar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endParaRPr>
          </a:p>
        </p:txBody>
      </p:sp>
      <p:sp>
        <p:nvSpPr>
          <p:cNvPr id="4" name="Rectangle 59">
            <a:extLst>
              <a:ext uri="{FF2B5EF4-FFF2-40B4-BE49-F238E27FC236}">
                <a16:creationId xmlns:a16="http://schemas.microsoft.com/office/drawing/2014/main" id="{1EEF2A1A-1C02-B725-DCBE-E05298489554}"/>
              </a:ext>
            </a:extLst>
          </p:cNvPr>
          <p:cNvSpPr>
            <a:spLocks noChangeArrowheads="1"/>
          </p:cNvSpPr>
          <p:nvPr/>
        </p:nvSpPr>
        <p:spPr bwMode="auto">
          <a:xfrm>
            <a:off x="5435402" y="6501627"/>
            <a:ext cx="1321196" cy="276999"/>
          </a:xfrm>
          <a:prstGeom prst="rect">
            <a:avLst/>
          </a:prstGeom>
          <a:noFill/>
          <a:ln>
            <a:noFill/>
          </a:ln>
        </p:spPr>
        <p:txBody>
          <a:bodyPr wrap="none">
            <a:spAutoFit/>
          </a:bodyPr>
          <a:lstStyle/>
          <a:p>
            <a:pPr lvl="0" eaLnBrk="1" fontAlgn="auto" hangingPunct="1">
              <a:spcBef>
                <a:spcPts val="0"/>
              </a:spcBef>
              <a:spcAft>
                <a:spcPts val="0"/>
              </a:spcAft>
              <a:defRPr/>
            </a:pPr>
            <a:r>
              <a:rPr lang="en-US" altLang="en-US" sz="1200" b="1" dirty="0">
                <a:solidFill>
                  <a:srgbClr val="00B050"/>
                </a:solidFill>
                <a:ea typeface="ＭＳ Ｐゴシック"/>
                <a:cs typeface="Arial" panose="020B0604020202020204" pitchFamily="34" charset="0"/>
              </a:rPr>
              <a:t>UNCLASSIFIED</a:t>
            </a:r>
            <a:endPar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endParaRPr>
          </a:p>
        </p:txBody>
      </p:sp>
      <p:sp>
        <p:nvSpPr>
          <p:cNvPr id="17" name="Slide Number Placeholder 13">
            <a:extLst>
              <a:ext uri="{FF2B5EF4-FFF2-40B4-BE49-F238E27FC236}">
                <a16:creationId xmlns:a16="http://schemas.microsoft.com/office/drawing/2014/main" id="{4F26BA16-E09C-2B81-ED07-3B6B22C6EADB}"/>
              </a:ext>
            </a:extLst>
          </p:cNvPr>
          <p:cNvSpPr>
            <a:spLocks noGrp="1"/>
          </p:cNvSpPr>
          <p:nvPr>
            <p:ph type="sldNum" sz="quarter" idx="11"/>
          </p:nvPr>
        </p:nvSpPr>
        <p:spPr>
          <a:xfrm>
            <a:off x="11103231" y="6541657"/>
            <a:ext cx="533400" cy="200025"/>
          </a:xfrm>
        </p:spPr>
        <p:txBody>
          <a:bodyPr anchor="ctr"/>
          <a:lstStyle/>
          <a:p>
            <a:fld id="{FFAE6822-EB53-4D7A-8239-6F9883F241C9}" type="slidenum">
              <a:rPr lang="en-US" smtClean="0"/>
              <a:pPr/>
              <a:t>9</a:t>
            </a:fld>
            <a:endParaRPr lang="en-US"/>
          </a:p>
        </p:txBody>
      </p:sp>
      <p:pic>
        <p:nvPicPr>
          <p:cNvPr id="3074" name="Picture 2" descr="Featured Videos">
            <a:extLst>
              <a:ext uri="{FF2B5EF4-FFF2-40B4-BE49-F238E27FC236}">
                <a16:creationId xmlns:a16="http://schemas.microsoft.com/office/drawing/2014/main" id="{9248DA43-7F9A-B6FC-2A8E-95D8ABFCB0C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72391" y="3450511"/>
            <a:ext cx="2734869" cy="1956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2196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preferRelativeResize="0">
            <a:picLocks/>
          </p:cNvPicPr>
          <p:nvPr/>
        </p:nvPicPr>
        <p:blipFill>
          <a:blip r:embed="rId3" cstate="print">
            <a:extLst>
              <a:ext uri="{28A0092B-C50C-407E-A947-70E740481C1C}">
                <a14:useLocalDpi xmlns:a14="http://schemas.microsoft.com/office/drawing/2010/main" val="0"/>
              </a:ext>
            </a:extLst>
          </a:blip>
          <a:stretch>
            <a:fillRect/>
          </a:stretch>
        </p:blipFill>
        <p:spPr>
          <a:xfrm>
            <a:off x="616227" y="3434882"/>
            <a:ext cx="2606040" cy="19568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4" name="Content Placeholder 2"/>
          <p:cNvSpPr>
            <a:spLocks noGrp="1"/>
          </p:cNvSpPr>
          <p:nvPr>
            <p:ph idx="1"/>
          </p:nvPr>
        </p:nvSpPr>
        <p:spPr>
          <a:xfrm>
            <a:off x="616227" y="1600796"/>
            <a:ext cx="10941471" cy="1528619"/>
          </a:xfrm>
        </p:spPr>
        <p:txBody>
          <a:bodyPr/>
          <a:lstStyle/>
          <a:p>
            <a:pPr marL="0" indent="0" eaLnBrk="1" hangingPunct="1">
              <a:buNone/>
            </a:pPr>
            <a:r>
              <a:rPr lang="en-US" altLang="en-US" sz="2000" dirty="0">
                <a:latin typeface="Arial" panose="020B0604020202020204" pitchFamily="34" charset="0"/>
              </a:rPr>
              <a:t>Engage the warfighters and broader CWMD community of interest to drive the Agency external focus as the face of DTRA at Combatant Commands (CCMDs), NATO, UK, AUS and the Joint Staff.  Integrate Agency operations, key leader engagements, operations, activities and investments (OAIs) for effects to include the interagency and FVEY partners (CAN/UK/AUS).</a:t>
            </a:r>
            <a:endParaRPr lang="en-US" altLang="en-US" sz="2400" strike="sngStrike" dirty="0">
              <a:solidFill>
                <a:srgbClr val="000000"/>
              </a:solidFill>
            </a:endParaRPr>
          </a:p>
        </p:txBody>
      </p:sp>
      <p:sp>
        <p:nvSpPr>
          <p:cNvPr id="11" name="Title 10">
            <a:extLst>
              <a:ext uri="{FF2B5EF4-FFF2-40B4-BE49-F238E27FC236}">
                <a16:creationId xmlns:a16="http://schemas.microsoft.com/office/drawing/2014/main" id="{7D71102A-017F-EAC5-8884-E1C843403FC4}"/>
              </a:ext>
            </a:extLst>
          </p:cNvPr>
          <p:cNvSpPr>
            <a:spLocks noGrp="1"/>
          </p:cNvSpPr>
          <p:nvPr>
            <p:ph type="title"/>
          </p:nvPr>
        </p:nvSpPr>
        <p:spPr/>
        <p:txBody>
          <a:bodyPr/>
          <a:lstStyle/>
          <a:p>
            <a:r>
              <a:rPr lang="en-US" dirty="0"/>
              <a:t>Global Engagement &amp; Operations (GE)</a:t>
            </a:r>
          </a:p>
        </p:txBody>
      </p:sp>
      <p:sp>
        <p:nvSpPr>
          <p:cNvPr id="2" name="Rectangle 59">
            <a:extLst>
              <a:ext uri="{FF2B5EF4-FFF2-40B4-BE49-F238E27FC236}">
                <a16:creationId xmlns:a16="http://schemas.microsoft.com/office/drawing/2014/main" id="{C0AFCF52-D167-13E2-50C3-27A0153E3896}"/>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lvl="0" eaLnBrk="1" fontAlgn="auto" hangingPunct="1">
              <a:spcBef>
                <a:spcPts val="0"/>
              </a:spcBef>
              <a:spcAft>
                <a:spcPts val="0"/>
              </a:spcAft>
              <a:defRPr/>
            </a:pPr>
            <a:r>
              <a:rPr lang="en-US" altLang="en-US" sz="1200" b="1" dirty="0">
                <a:solidFill>
                  <a:srgbClr val="00B050"/>
                </a:solidFill>
                <a:ea typeface="ＭＳ Ｐゴシック"/>
                <a:cs typeface="Arial" panose="020B0604020202020204" pitchFamily="34" charset="0"/>
              </a:rPr>
              <a:t>UNCLASSIFIED</a:t>
            </a:r>
            <a:endPar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endParaRPr>
          </a:p>
        </p:txBody>
      </p:sp>
      <p:sp>
        <p:nvSpPr>
          <p:cNvPr id="4" name="Rectangle 59">
            <a:extLst>
              <a:ext uri="{FF2B5EF4-FFF2-40B4-BE49-F238E27FC236}">
                <a16:creationId xmlns:a16="http://schemas.microsoft.com/office/drawing/2014/main" id="{30602A12-E814-C9C3-DFD6-5B5082392F4B}"/>
              </a:ext>
            </a:extLst>
          </p:cNvPr>
          <p:cNvSpPr>
            <a:spLocks noChangeArrowheads="1"/>
          </p:cNvSpPr>
          <p:nvPr/>
        </p:nvSpPr>
        <p:spPr bwMode="auto">
          <a:xfrm>
            <a:off x="5435402" y="6501627"/>
            <a:ext cx="1321196" cy="276999"/>
          </a:xfrm>
          <a:prstGeom prst="rect">
            <a:avLst/>
          </a:prstGeom>
          <a:noFill/>
          <a:ln>
            <a:noFill/>
          </a:ln>
        </p:spPr>
        <p:txBody>
          <a:bodyPr wrap="none">
            <a:spAutoFit/>
          </a:bodyPr>
          <a:lstStyle/>
          <a:p>
            <a:pPr lvl="0" eaLnBrk="1" fontAlgn="auto" hangingPunct="1">
              <a:spcBef>
                <a:spcPts val="0"/>
              </a:spcBef>
              <a:spcAft>
                <a:spcPts val="0"/>
              </a:spcAft>
              <a:defRPr/>
            </a:pPr>
            <a:r>
              <a:rPr lang="en-US" altLang="en-US" sz="1200" b="1" dirty="0">
                <a:solidFill>
                  <a:srgbClr val="00B050"/>
                </a:solidFill>
                <a:ea typeface="ＭＳ Ｐゴシック"/>
                <a:cs typeface="Arial" panose="020B0604020202020204" pitchFamily="34" charset="0"/>
              </a:rPr>
              <a:t>UNCLASSIFIED</a:t>
            </a:r>
            <a:endPar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endParaRPr>
          </a:p>
        </p:txBody>
      </p:sp>
      <p:sp>
        <p:nvSpPr>
          <p:cNvPr id="17" name="Slide Number Placeholder 13">
            <a:extLst>
              <a:ext uri="{FF2B5EF4-FFF2-40B4-BE49-F238E27FC236}">
                <a16:creationId xmlns:a16="http://schemas.microsoft.com/office/drawing/2014/main" id="{6B474991-C513-4AB1-B492-AB7C091BA583}"/>
              </a:ext>
            </a:extLst>
          </p:cNvPr>
          <p:cNvSpPr>
            <a:spLocks noGrp="1"/>
          </p:cNvSpPr>
          <p:nvPr>
            <p:ph type="sldNum" sz="quarter" idx="11"/>
          </p:nvPr>
        </p:nvSpPr>
        <p:spPr>
          <a:xfrm>
            <a:off x="11103231" y="6541657"/>
            <a:ext cx="533400" cy="200025"/>
          </a:xfrm>
        </p:spPr>
        <p:txBody>
          <a:bodyPr anchor="ctr"/>
          <a:lstStyle/>
          <a:p>
            <a:fld id="{FFAE6822-EB53-4D7A-8239-6F9883F241C9}" type="slidenum">
              <a:rPr lang="en-US" smtClean="0"/>
              <a:pPr/>
              <a:t>10</a:t>
            </a:fld>
            <a:endParaRPr lang="en-US"/>
          </a:p>
        </p:txBody>
      </p:sp>
      <p:pic>
        <p:nvPicPr>
          <p:cNvPr id="2052" name="Picture 4" descr="Defense Threat Reduction Agency (DTRA ...">
            <a:extLst>
              <a:ext uri="{FF2B5EF4-FFF2-40B4-BE49-F238E27FC236}">
                <a16:creationId xmlns:a16="http://schemas.microsoft.com/office/drawing/2014/main" id="{535B04C9-8437-1910-27E9-90DE3BCA8F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3024" y="3954820"/>
            <a:ext cx="2606040" cy="91694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DTRA repatriates usable radioactive ...">
            <a:extLst>
              <a:ext uri="{FF2B5EF4-FFF2-40B4-BE49-F238E27FC236}">
                <a16:creationId xmlns:a16="http://schemas.microsoft.com/office/drawing/2014/main" id="{14758230-500E-FD28-3896-5180100471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86962" y="3647319"/>
            <a:ext cx="2729677" cy="1528619"/>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The Importance of Global Engagement in ...">
            <a:extLst>
              <a:ext uri="{FF2B5EF4-FFF2-40B4-BE49-F238E27FC236}">
                <a16:creationId xmlns:a16="http://schemas.microsoft.com/office/drawing/2014/main" id="{E8870C5E-DCFC-4259-56F2-C5919C5B7E6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69735" y="3678112"/>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53881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a:spLocks noChangeArrowheads="1"/>
          </p:cNvSpPr>
          <p:nvPr/>
        </p:nvSpPr>
        <p:spPr bwMode="auto">
          <a:xfrm>
            <a:off x="3359425" y="5696525"/>
            <a:ext cx="2602025" cy="365760"/>
          </a:xfrm>
          <a:prstGeom prst="rect">
            <a:avLst/>
          </a:prstGeom>
          <a:noFill/>
          <a:ln w="12700" algn="ctr">
            <a:noFill/>
            <a:miter lim="800000"/>
            <a:headEnd/>
            <a:tailEnd/>
          </a:ln>
        </p:spPr>
        <p:txBody>
          <a:bodyPr lIns="77322" tIns="38661" rIns="77322" bIns="38661" anchor="t"/>
          <a:lstStyle>
            <a:lvl1pPr defTabSz="774700">
              <a:spcBef>
                <a:spcPct val="20000"/>
              </a:spcBef>
              <a:buChar char="•"/>
              <a:defRPr sz="2800">
                <a:solidFill>
                  <a:schemeClr val="tx1"/>
                </a:solidFill>
                <a:latin typeface="Univers" pitchFamily="34" charset="0"/>
                <a:ea typeface="ＭＳ Ｐゴシック" panose="020B0600070205080204" pitchFamily="34" charset="-128"/>
              </a:defRPr>
            </a:lvl1pPr>
            <a:lvl2pPr marL="742950" indent="-285750" defTabSz="774700">
              <a:spcBef>
                <a:spcPct val="20000"/>
              </a:spcBef>
              <a:buFont typeface="Times" panose="02020603050405020304" pitchFamily="18" charset="0"/>
              <a:buChar char="•"/>
              <a:defRPr sz="2400">
                <a:solidFill>
                  <a:schemeClr val="tx1"/>
                </a:solidFill>
                <a:latin typeface="Univers" pitchFamily="34" charset="0"/>
                <a:ea typeface="ＭＳ Ｐゴシック" panose="020B0600070205080204" pitchFamily="34" charset="-128"/>
              </a:defRPr>
            </a:lvl2pPr>
            <a:lvl3pPr marL="1143000" indent="-228600" defTabSz="774700">
              <a:spcBef>
                <a:spcPct val="20000"/>
              </a:spcBef>
              <a:buChar char="•"/>
              <a:defRPr sz="2000">
                <a:solidFill>
                  <a:schemeClr val="tx1"/>
                </a:solidFill>
                <a:latin typeface="Univers" pitchFamily="34" charset="0"/>
                <a:ea typeface="ＭＳ Ｐゴシック" panose="020B0600070205080204" pitchFamily="34" charset="-128"/>
              </a:defRPr>
            </a:lvl3pPr>
            <a:lvl4pPr marL="1600200" indent="-228600" defTabSz="774700">
              <a:spcBef>
                <a:spcPct val="20000"/>
              </a:spcBef>
              <a:buFont typeface="Times" panose="02020603050405020304" pitchFamily="18" charset="0"/>
              <a:buChar char="•"/>
              <a:defRPr sz="1600">
                <a:solidFill>
                  <a:schemeClr val="tx1"/>
                </a:solidFill>
                <a:latin typeface="Univers" pitchFamily="34" charset="0"/>
                <a:ea typeface="ＭＳ Ｐゴシック" panose="020B0600070205080204" pitchFamily="34" charset="-128"/>
              </a:defRPr>
            </a:lvl4pPr>
            <a:lvl5pPr marL="2057400" indent="-228600" defTabSz="774700">
              <a:spcBef>
                <a:spcPct val="20000"/>
              </a:spcBef>
              <a:buFont typeface="Times" panose="02020603050405020304" pitchFamily="18" charset="0"/>
              <a:buChar char="•"/>
              <a:defRPr sz="1400">
                <a:solidFill>
                  <a:schemeClr val="tx1"/>
                </a:solidFill>
                <a:latin typeface="Univers" pitchFamily="34" charset="0"/>
                <a:ea typeface="ＭＳ Ｐゴシック" panose="020B0600070205080204" pitchFamily="34" charset="-128"/>
              </a:defRPr>
            </a:lvl5pPr>
            <a:lvl6pPr marL="2514600" indent="-228600" defTabSz="774700" eaLnBrk="0" fontAlgn="base" hangingPunct="0">
              <a:spcBef>
                <a:spcPct val="20000"/>
              </a:spcBef>
              <a:spcAft>
                <a:spcPct val="0"/>
              </a:spcAft>
              <a:buFont typeface="Times" panose="02020603050405020304" pitchFamily="18" charset="0"/>
              <a:buChar char="•"/>
              <a:defRPr sz="1400">
                <a:solidFill>
                  <a:schemeClr val="tx1"/>
                </a:solidFill>
                <a:latin typeface="Univers" pitchFamily="34" charset="0"/>
                <a:ea typeface="ＭＳ Ｐゴシック" panose="020B0600070205080204" pitchFamily="34" charset="-128"/>
              </a:defRPr>
            </a:lvl6pPr>
            <a:lvl7pPr marL="2971800" indent="-228600" defTabSz="774700" eaLnBrk="0" fontAlgn="base" hangingPunct="0">
              <a:spcBef>
                <a:spcPct val="20000"/>
              </a:spcBef>
              <a:spcAft>
                <a:spcPct val="0"/>
              </a:spcAft>
              <a:buFont typeface="Times" panose="02020603050405020304" pitchFamily="18" charset="0"/>
              <a:buChar char="•"/>
              <a:defRPr sz="1400">
                <a:solidFill>
                  <a:schemeClr val="tx1"/>
                </a:solidFill>
                <a:latin typeface="Univers" pitchFamily="34" charset="0"/>
                <a:ea typeface="ＭＳ Ｐゴシック" panose="020B0600070205080204" pitchFamily="34" charset="-128"/>
              </a:defRPr>
            </a:lvl7pPr>
            <a:lvl8pPr marL="3429000" indent="-228600" defTabSz="774700" eaLnBrk="0" fontAlgn="base" hangingPunct="0">
              <a:spcBef>
                <a:spcPct val="20000"/>
              </a:spcBef>
              <a:spcAft>
                <a:spcPct val="0"/>
              </a:spcAft>
              <a:buFont typeface="Times" panose="02020603050405020304" pitchFamily="18" charset="0"/>
              <a:buChar char="•"/>
              <a:defRPr sz="1400">
                <a:solidFill>
                  <a:schemeClr val="tx1"/>
                </a:solidFill>
                <a:latin typeface="Univers" pitchFamily="34" charset="0"/>
                <a:ea typeface="ＭＳ Ｐゴシック" panose="020B0600070205080204" pitchFamily="34" charset="-128"/>
              </a:defRPr>
            </a:lvl8pPr>
            <a:lvl9pPr marL="3886200" indent="-228600" defTabSz="774700" eaLnBrk="0" fontAlgn="base" hangingPunct="0">
              <a:spcBef>
                <a:spcPct val="20000"/>
              </a:spcBef>
              <a:spcAft>
                <a:spcPct val="0"/>
              </a:spcAft>
              <a:buFont typeface="Times" panose="02020603050405020304" pitchFamily="18" charset="0"/>
              <a:buChar char="•"/>
              <a:defRPr sz="1400">
                <a:solidFill>
                  <a:schemeClr val="tx1"/>
                </a:solidFill>
                <a:latin typeface="Univers" pitchFamily="34" charset="0"/>
                <a:ea typeface="ＭＳ Ｐゴシック" panose="020B0600070205080204" pitchFamily="34" charset="-128"/>
              </a:defRPr>
            </a:lvl9pPr>
          </a:lstStyle>
          <a:p>
            <a:pPr algn="ctr">
              <a:buNone/>
              <a:defRPr/>
            </a:pPr>
            <a:endParaRPr lang="en-US" sz="1100" b="1" i="1" dirty="0">
              <a:latin typeface="Arial" panose="020B0604020202020204" pitchFamily="34" charset="0"/>
              <a:ea typeface="ＭＳ Ｐゴシック"/>
              <a:cs typeface="Arial" panose="020B0604020202020204" pitchFamily="34" charset="0"/>
            </a:endParaRPr>
          </a:p>
        </p:txBody>
      </p:sp>
      <p:sp>
        <p:nvSpPr>
          <p:cNvPr id="8" name="Rectangle 7"/>
          <p:cNvSpPr>
            <a:spLocks noChangeArrowheads="1"/>
          </p:cNvSpPr>
          <p:nvPr/>
        </p:nvSpPr>
        <p:spPr bwMode="auto">
          <a:xfrm>
            <a:off x="594248" y="5696525"/>
            <a:ext cx="2639024" cy="365760"/>
          </a:xfrm>
          <a:prstGeom prst="rect">
            <a:avLst/>
          </a:prstGeom>
          <a:noFill/>
          <a:ln w="12700" algn="ctr">
            <a:noFill/>
            <a:miter lim="800000"/>
            <a:headEnd/>
            <a:tailEnd/>
          </a:ln>
        </p:spPr>
        <p:txBody>
          <a:bodyPr lIns="77322" tIns="38661" rIns="77322" bIns="38661" anchor="t"/>
          <a:lstStyle>
            <a:lvl1pPr defTabSz="774700">
              <a:spcBef>
                <a:spcPct val="20000"/>
              </a:spcBef>
              <a:buChar char="•"/>
              <a:defRPr sz="2800">
                <a:solidFill>
                  <a:schemeClr val="tx1"/>
                </a:solidFill>
                <a:latin typeface="Univers" pitchFamily="34" charset="0"/>
                <a:ea typeface="ＭＳ Ｐゴシック" panose="020B0600070205080204" pitchFamily="34" charset="-128"/>
              </a:defRPr>
            </a:lvl1pPr>
            <a:lvl2pPr marL="742950" indent="-285750" defTabSz="774700">
              <a:spcBef>
                <a:spcPct val="20000"/>
              </a:spcBef>
              <a:buFont typeface="Times" panose="02020603050405020304" pitchFamily="18" charset="0"/>
              <a:buChar char="•"/>
              <a:defRPr sz="2400">
                <a:solidFill>
                  <a:schemeClr val="tx1"/>
                </a:solidFill>
                <a:latin typeface="Univers" pitchFamily="34" charset="0"/>
                <a:ea typeface="ＭＳ Ｐゴシック" panose="020B0600070205080204" pitchFamily="34" charset="-128"/>
              </a:defRPr>
            </a:lvl2pPr>
            <a:lvl3pPr marL="1143000" indent="-228600" defTabSz="774700">
              <a:spcBef>
                <a:spcPct val="20000"/>
              </a:spcBef>
              <a:buChar char="•"/>
              <a:defRPr sz="2000">
                <a:solidFill>
                  <a:schemeClr val="tx1"/>
                </a:solidFill>
                <a:latin typeface="Univers" pitchFamily="34" charset="0"/>
                <a:ea typeface="ＭＳ Ｐゴシック" panose="020B0600070205080204" pitchFamily="34" charset="-128"/>
              </a:defRPr>
            </a:lvl3pPr>
            <a:lvl4pPr marL="1600200" indent="-228600" defTabSz="774700">
              <a:spcBef>
                <a:spcPct val="20000"/>
              </a:spcBef>
              <a:buFont typeface="Times" panose="02020603050405020304" pitchFamily="18" charset="0"/>
              <a:buChar char="•"/>
              <a:defRPr sz="1600">
                <a:solidFill>
                  <a:schemeClr val="tx1"/>
                </a:solidFill>
                <a:latin typeface="Univers" pitchFamily="34" charset="0"/>
                <a:ea typeface="ＭＳ Ｐゴシック" panose="020B0600070205080204" pitchFamily="34" charset="-128"/>
              </a:defRPr>
            </a:lvl4pPr>
            <a:lvl5pPr marL="2057400" indent="-228600" defTabSz="774700">
              <a:spcBef>
                <a:spcPct val="20000"/>
              </a:spcBef>
              <a:buFont typeface="Times" panose="02020603050405020304" pitchFamily="18" charset="0"/>
              <a:buChar char="•"/>
              <a:defRPr sz="1400">
                <a:solidFill>
                  <a:schemeClr val="tx1"/>
                </a:solidFill>
                <a:latin typeface="Univers" pitchFamily="34" charset="0"/>
                <a:ea typeface="ＭＳ Ｐゴシック" panose="020B0600070205080204" pitchFamily="34" charset="-128"/>
              </a:defRPr>
            </a:lvl5pPr>
            <a:lvl6pPr marL="2514600" indent="-228600" defTabSz="774700" eaLnBrk="0" fontAlgn="base" hangingPunct="0">
              <a:spcBef>
                <a:spcPct val="20000"/>
              </a:spcBef>
              <a:spcAft>
                <a:spcPct val="0"/>
              </a:spcAft>
              <a:buFont typeface="Times" panose="02020603050405020304" pitchFamily="18" charset="0"/>
              <a:buChar char="•"/>
              <a:defRPr sz="1400">
                <a:solidFill>
                  <a:schemeClr val="tx1"/>
                </a:solidFill>
                <a:latin typeface="Univers" pitchFamily="34" charset="0"/>
                <a:ea typeface="ＭＳ Ｐゴシック" panose="020B0600070205080204" pitchFamily="34" charset="-128"/>
              </a:defRPr>
            </a:lvl6pPr>
            <a:lvl7pPr marL="2971800" indent="-228600" defTabSz="774700" eaLnBrk="0" fontAlgn="base" hangingPunct="0">
              <a:spcBef>
                <a:spcPct val="20000"/>
              </a:spcBef>
              <a:spcAft>
                <a:spcPct val="0"/>
              </a:spcAft>
              <a:buFont typeface="Times" panose="02020603050405020304" pitchFamily="18" charset="0"/>
              <a:buChar char="•"/>
              <a:defRPr sz="1400">
                <a:solidFill>
                  <a:schemeClr val="tx1"/>
                </a:solidFill>
                <a:latin typeface="Univers" pitchFamily="34" charset="0"/>
                <a:ea typeface="ＭＳ Ｐゴシック" panose="020B0600070205080204" pitchFamily="34" charset="-128"/>
              </a:defRPr>
            </a:lvl7pPr>
            <a:lvl8pPr marL="3429000" indent="-228600" defTabSz="774700" eaLnBrk="0" fontAlgn="base" hangingPunct="0">
              <a:spcBef>
                <a:spcPct val="20000"/>
              </a:spcBef>
              <a:spcAft>
                <a:spcPct val="0"/>
              </a:spcAft>
              <a:buFont typeface="Times" panose="02020603050405020304" pitchFamily="18" charset="0"/>
              <a:buChar char="•"/>
              <a:defRPr sz="1400">
                <a:solidFill>
                  <a:schemeClr val="tx1"/>
                </a:solidFill>
                <a:latin typeface="Univers" pitchFamily="34" charset="0"/>
                <a:ea typeface="ＭＳ Ｐゴシック" panose="020B0600070205080204" pitchFamily="34" charset="-128"/>
              </a:defRPr>
            </a:lvl8pPr>
            <a:lvl9pPr marL="3886200" indent="-228600" defTabSz="774700" eaLnBrk="0" fontAlgn="base" hangingPunct="0">
              <a:spcBef>
                <a:spcPct val="20000"/>
              </a:spcBef>
              <a:spcAft>
                <a:spcPct val="0"/>
              </a:spcAft>
              <a:buFont typeface="Times" panose="02020603050405020304" pitchFamily="18" charset="0"/>
              <a:buChar char="•"/>
              <a:defRPr sz="1400">
                <a:solidFill>
                  <a:schemeClr val="tx1"/>
                </a:solidFill>
                <a:latin typeface="Univers" pitchFamily="34" charset="0"/>
                <a:ea typeface="ＭＳ Ｐゴシック" panose="020B0600070205080204" pitchFamily="34" charset="-128"/>
              </a:defRPr>
            </a:lvl9pPr>
          </a:lstStyle>
          <a:p>
            <a:pPr algn="ctr">
              <a:spcBef>
                <a:spcPts val="0"/>
              </a:spcBef>
              <a:buFontTx/>
              <a:buNone/>
            </a:pPr>
            <a:endParaRPr lang="en-US" altLang="en-US" sz="1100" b="1" i="1" dirty="0">
              <a:latin typeface="Arial" panose="020B0604020202020204" pitchFamily="34" charset="0"/>
              <a:cs typeface="Arial" panose="020B0604020202020204" pitchFamily="34" charset="0"/>
            </a:endParaRPr>
          </a:p>
        </p:txBody>
      </p:sp>
      <p:sp>
        <p:nvSpPr>
          <p:cNvPr id="9" name="Rectangle 8"/>
          <p:cNvSpPr>
            <a:spLocks noChangeArrowheads="1"/>
          </p:cNvSpPr>
          <p:nvPr/>
        </p:nvSpPr>
        <p:spPr bwMode="auto">
          <a:xfrm>
            <a:off x="8937675" y="5696525"/>
            <a:ext cx="2660078" cy="365760"/>
          </a:xfrm>
          <a:prstGeom prst="rect">
            <a:avLst/>
          </a:prstGeom>
          <a:noFill/>
          <a:ln w="12700" algn="ctr">
            <a:noFill/>
            <a:miter lim="800000"/>
            <a:headEnd/>
            <a:tailEnd/>
          </a:ln>
        </p:spPr>
        <p:txBody>
          <a:bodyPr lIns="77322" tIns="38661" rIns="77322" bIns="38661" anchor="t"/>
          <a:lstStyle>
            <a:lvl1pPr defTabSz="774700">
              <a:spcBef>
                <a:spcPct val="20000"/>
              </a:spcBef>
              <a:buChar char="•"/>
              <a:defRPr sz="2800">
                <a:solidFill>
                  <a:schemeClr val="tx1"/>
                </a:solidFill>
                <a:latin typeface="Univers" pitchFamily="34" charset="0"/>
                <a:ea typeface="ＭＳ Ｐゴシック" panose="020B0600070205080204" pitchFamily="34" charset="-128"/>
              </a:defRPr>
            </a:lvl1pPr>
            <a:lvl2pPr marL="742950" indent="-285750" defTabSz="774700">
              <a:spcBef>
                <a:spcPct val="20000"/>
              </a:spcBef>
              <a:buFont typeface="Times" panose="02020603050405020304" pitchFamily="18" charset="0"/>
              <a:buChar char="•"/>
              <a:defRPr sz="2400">
                <a:solidFill>
                  <a:schemeClr val="tx1"/>
                </a:solidFill>
                <a:latin typeface="Univers" pitchFamily="34" charset="0"/>
                <a:ea typeface="ＭＳ Ｐゴシック" panose="020B0600070205080204" pitchFamily="34" charset="-128"/>
              </a:defRPr>
            </a:lvl2pPr>
            <a:lvl3pPr marL="1143000" indent="-228600" defTabSz="774700">
              <a:spcBef>
                <a:spcPct val="20000"/>
              </a:spcBef>
              <a:buChar char="•"/>
              <a:defRPr sz="2000">
                <a:solidFill>
                  <a:schemeClr val="tx1"/>
                </a:solidFill>
                <a:latin typeface="Univers" pitchFamily="34" charset="0"/>
                <a:ea typeface="ＭＳ Ｐゴシック" panose="020B0600070205080204" pitchFamily="34" charset="-128"/>
              </a:defRPr>
            </a:lvl3pPr>
            <a:lvl4pPr marL="1600200" indent="-228600" defTabSz="774700">
              <a:spcBef>
                <a:spcPct val="20000"/>
              </a:spcBef>
              <a:buFont typeface="Times" panose="02020603050405020304" pitchFamily="18" charset="0"/>
              <a:buChar char="•"/>
              <a:defRPr sz="1600">
                <a:solidFill>
                  <a:schemeClr val="tx1"/>
                </a:solidFill>
                <a:latin typeface="Univers" pitchFamily="34" charset="0"/>
                <a:ea typeface="ＭＳ Ｐゴシック" panose="020B0600070205080204" pitchFamily="34" charset="-128"/>
              </a:defRPr>
            </a:lvl4pPr>
            <a:lvl5pPr marL="2057400" indent="-228600" defTabSz="774700">
              <a:spcBef>
                <a:spcPct val="20000"/>
              </a:spcBef>
              <a:buFont typeface="Times" panose="02020603050405020304" pitchFamily="18" charset="0"/>
              <a:buChar char="•"/>
              <a:defRPr sz="1400">
                <a:solidFill>
                  <a:schemeClr val="tx1"/>
                </a:solidFill>
                <a:latin typeface="Univers" pitchFamily="34" charset="0"/>
                <a:ea typeface="ＭＳ Ｐゴシック" panose="020B0600070205080204" pitchFamily="34" charset="-128"/>
              </a:defRPr>
            </a:lvl5pPr>
            <a:lvl6pPr marL="2514600" indent="-228600" defTabSz="774700" eaLnBrk="0" fontAlgn="base" hangingPunct="0">
              <a:spcBef>
                <a:spcPct val="20000"/>
              </a:spcBef>
              <a:spcAft>
                <a:spcPct val="0"/>
              </a:spcAft>
              <a:buFont typeface="Times" panose="02020603050405020304" pitchFamily="18" charset="0"/>
              <a:buChar char="•"/>
              <a:defRPr sz="1400">
                <a:solidFill>
                  <a:schemeClr val="tx1"/>
                </a:solidFill>
                <a:latin typeface="Univers" pitchFamily="34" charset="0"/>
                <a:ea typeface="ＭＳ Ｐゴシック" panose="020B0600070205080204" pitchFamily="34" charset="-128"/>
              </a:defRPr>
            </a:lvl6pPr>
            <a:lvl7pPr marL="2971800" indent="-228600" defTabSz="774700" eaLnBrk="0" fontAlgn="base" hangingPunct="0">
              <a:spcBef>
                <a:spcPct val="20000"/>
              </a:spcBef>
              <a:spcAft>
                <a:spcPct val="0"/>
              </a:spcAft>
              <a:buFont typeface="Times" panose="02020603050405020304" pitchFamily="18" charset="0"/>
              <a:buChar char="•"/>
              <a:defRPr sz="1400">
                <a:solidFill>
                  <a:schemeClr val="tx1"/>
                </a:solidFill>
                <a:latin typeface="Univers" pitchFamily="34" charset="0"/>
                <a:ea typeface="ＭＳ Ｐゴシック" panose="020B0600070205080204" pitchFamily="34" charset="-128"/>
              </a:defRPr>
            </a:lvl7pPr>
            <a:lvl8pPr marL="3429000" indent="-228600" defTabSz="774700" eaLnBrk="0" fontAlgn="base" hangingPunct="0">
              <a:spcBef>
                <a:spcPct val="20000"/>
              </a:spcBef>
              <a:spcAft>
                <a:spcPct val="0"/>
              </a:spcAft>
              <a:buFont typeface="Times" panose="02020603050405020304" pitchFamily="18" charset="0"/>
              <a:buChar char="•"/>
              <a:defRPr sz="1400">
                <a:solidFill>
                  <a:schemeClr val="tx1"/>
                </a:solidFill>
                <a:latin typeface="Univers" pitchFamily="34" charset="0"/>
                <a:ea typeface="ＭＳ Ｐゴシック" panose="020B0600070205080204" pitchFamily="34" charset="-128"/>
              </a:defRPr>
            </a:lvl8pPr>
            <a:lvl9pPr marL="3886200" indent="-228600" defTabSz="774700" eaLnBrk="0" fontAlgn="base" hangingPunct="0">
              <a:spcBef>
                <a:spcPct val="20000"/>
              </a:spcBef>
              <a:spcAft>
                <a:spcPct val="0"/>
              </a:spcAft>
              <a:buFont typeface="Times" panose="02020603050405020304" pitchFamily="18" charset="0"/>
              <a:buChar char="•"/>
              <a:defRPr sz="1400">
                <a:solidFill>
                  <a:schemeClr val="tx1"/>
                </a:solidFill>
                <a:latin typeface="Univers" pitchFamily="34" charset="0"/>
                <a:ea typeface="ＭＳ Ｐゴシック" panose="020B0600070205080204" pitchFamily="34" charset="-128"/>
              </a:defRPr>
            </a:lvl9pPr>
          </a:lstStyle>
          <a:p>
            <a:pPr algn="ctr">
              <a:spcBef>
                <a:spcPts val="0"/>
              </a:spcBef>
              <a:buFontTx/>
              <a:buNone/>
            </a:pPr>
            <a:endParaRPr lang="en-US" altLang="en-US" sz="1100" b="1" i="1" dirty="0">
              <a:latin typeface="Arial" panose="020B0604020202020204" pitchFamily="34" charset="0"/>
              <a:cs typeface="Arial" panose="020B0604020202020204" pitchFamily="34" charset="0"/>
            </a:endParaRPr>
          </a:p>
        </p:txBody>
      </p:sp>
      <p:sp>
        <p:nvSpPr>
          <p:cNvPr id="10" name="Rectangle 9"/>
          <p:cNvSpPr>
            <a:spLocks noChangeArrowheads="1"/>
          </p:cNvSpPr>
          <p:nvPr/>
        </p:nvSpPr>
        <p:spPr bwMode="auto">
          <a:xfrm>
            <a:off x="6148550" y="5696525"/>
            <a:ext cx="2602025" cy="365760"/>
          </a:xfrm>
          <a:prstGeom prst="rect">
            <a:avLst/>
          </a:prstGeom>
          <a:noFill/>
          <a:ln w="12700" algn="ctr">
            <a:noFill/>
            <a:miter lim="800000"/>
            <a:headEnd/>
            <a:tailEnd/>
          </a:ln>
        </p:spPr>
        <p:txBody>
          <a:bodyPr lIns="77322" tIns="38661" rIns="77322" bIns="38661" anchor="t"/>
          <a:lstStyle>
            <a:lvl1pPr defTabSz="774700">
              <a:spcBef>
                <a:spcPct val="20000"/>
              </a:spcBef>
              <a:buChar char="•"/>
              <a:defRPr sz="2800">
                <a:solidFill>
                  <a:schemeClr val="tx1"/>
                </a:solidFill>
                <a:latin typeface="Univers" pitchFamily="34" charset="0"/>
                <a:ea typeface="ＭＳ Ｐゴシック" panose="020B0600070205080204" pitchFamily="34" charset="-128"/>
              </a:defRPr>
            </a:lvl1pPr>
            <a:lvl2pPr marL="742950" indent="-285750" defTabSz="774700">
              <a:spcBef>
                <a:spcPct val="20000"/>
              </a:spcBef>
              <a:buFont typeface="Times" panose="02020603050405020304" pitchFamily="18" charset="0"/>
              <a:buChar char="•"/>
              <a:defRPr sz="2400">
                <a:solidFill>
                  <a:schemeClr val="tx1"/>
                </a:solidFill>
                <a:latin typeface="Univers" pitchFamily="34" charset="0"/>
                <a:ea typeface="ＭＳ Ｐゴシック" panose="020B0600070205080204" pitchFamily="34" charset="-128"/>
              </a:defRPr>
            </a:lvl2pPr>
            <a:lvl3pPr marL="1143000" indent="-228600" defTabSz="774700">
              <a:spcBef>
                <a:spcPct val="20000"/>
              </a:spcBef>
              <a:buChar char="•"/>
              <a:defRPr sz="2000">
                <a:solidFill>
                  <a:schemeClr val="tx1"/>
                </a:solidFill>
                <a:latin typeface="Univers" pitchFamily="34" charset="0"/>
                <a:ea typeface="ＭＳ Ｐゴシック" panose="020B0600070205080204" pitchFamily="34" charset="-128"/>
              </a:defRPr>
            </a:lvl3pPr>
            <a:lvl4pPr marL="1600200" indent="-228600" defTabSz="774700">
              <a:spcBef>
                <a:spcPct val="20000"/>
              </a:spcBef>
              <a:buFont typeface="Times" panose="02020603050405020304" pitchFamily="18" charset="0"/>
              <a:buChar char="•"/>
              <a:defRPr sz="1600">
                <a:solidFill>
                  <a:schemeClr val="tx1"/>
                </a:solidFill>
                <a:latin typeface="Univers" pitchFamily="34" charset="0"/>
                <a:ea typeface="ＭＳ Ｐゴシック" panose="020B0600070205080204" pitchFamily="34" charset="-128"/>
              </a:defRPr>
            </a:lvl4pPr>
            <a:lvl5pPr marL="2057400" indent="-228600" defTabSz="774700">
              <a:spcBef>
                <a:spcPct val="20000"/>
              </a:spcBef>
              <a:buFont typeface="Times" panose="02020603050405020304" pitchFamily="18" charset="0"/>
              <a:buChar char="•"/>
              <a:defRPr sz="1400">
                <a:solidFill>
                  <a:schemeClr val="tx1"/>
                </a:solidFill>
                <a:latin typeface="Univers" pitchFamily="34" charset="0"/>
                <a:ea typeface="ＭＳ Ｐゴシック" panose="020B0600070205080204" pitchFamily="34" charset="-128"/>
              </a:defRPr>
            </a:lvl5pPr>
            <a:lvl6pPr marL="2514600" indent="-228600" defTabSz="774700" eaLnBrk="0" fontAlgn="base" hangingPunct="0">
              <a:spcBef>
                <a:spcPct val="20000"/>
              </a:spcBef>
              <a:spcAft>
                <a:spcPct val="0"/>
              </a:spcAft>
              <a:buFont typeface="Times" panose="02020603050405020304" pitchFamily="18" charset="0"/>
              <a:buChar char="•"/>
              <a:defRPr sz="1400">
                <a:solidFill>
                  <a:schemeClr val="tx1"/>
                </a:solidFill>
                <a:latin typeface="Univers" pitchFamily="34" charset="0"/>
                <a:ea typeface="ＭＳ Ｐゴシック" panose="020B0600070205080204" pitchFamily="34" charset="-128"/>
              </a:defRPr>
            </a:lvl6pPr>
            <a:lvl7pPr marL="2971800" indent="-228600" defTabSz="774700" eaLnBrk="0" fontAlgn="base" hangingPunct="0">
              <a:spcBef>
                <a:spcPct val="20000"/>
              </a:spcBef>
              <a:spcAft>
                <a:spcPct val="0"/>
              </a:spcAft>
              <a:buFont typeface="Times" panose="02020603050405020304" pitchFamily="18" charset="0"/>
              <a:buChar char="•"/>
              <a:defRPr sz="1400">
                <a:solidFill>
                  <a:schemeClr val="tx1"/>
                </a:solidFill>
                <a:latin typeface="Univers" pitchFamily="34" charset="0"/>
                <a:ea typeface="ＭＳ Ｐゴシック" panose="020B0600070205080204" pitchFamily="34" charset="-128"/>
              </a:defRPr>
            </a:lvl7pPr>
            <a:lvl8pPr marL="3429000" indent="-228600" defTabSz="774700" eaLnBrk="0" fontAlgn="base" hangingPunct="0">
              <a:spcBef>
                <a:spcPct val="20000"/>
              </a:spcBef>
              <a:spcAft>
                <a:spcPct val="0"/>
              </a:spcAft>
              <a:buFont typeface="Times" panose="02020603050405020304" pitchFamily="18" charset="0"/>
              <a:buChar char="•"/>
              <a:defRPr sz="1400">
                <a:solidFill>
                  <a:schemeClr val="tx1"/>
                </a:solidFill>
                <a:latin typeface="Univers" pitchFamily="34" charset="0"/>
                <a:ea typeface="ＭＳ Ｐゴシック" panose="020B0600070205080204" pitchFamily="34" charset="-128"/>
              </a:defRPr>
            </a:lvl8pPr>
            <a:lvl9pPr marL="3886200" indent="-228600" defTabSz="774700" eaLnBrk="0" fontAlgn="base" hangingPunct="0">
              <a:spcBef>
                <a:spcPct val="20000"/>
              </a:spcBef>
              <a:spcAft>
                <a:spcPct val="0"/>
              </a:spcAft>
              <a:buFont typeface="Times" panose="02020603050405020304" pitchFamily="18" charset="0"/>
              <a:buChar char="•"/>
              <a:defRPr sz="1400">
                <a:solidFill>
                  <a:schemeClr val="tx1"/>
                </a:solidFill>
                <a:latin typeface="Univers" pitchFamily="34" charset="0"/>
                <a:ea typeface="ＭＳ Ｐゴシック" panose="020B0600070205080204" pitchFamily="34" charset="-128"/>
              </a:defRPr>
            </a:lvl9pPr>
          </a:lstStyle>
          <a:p>
            <a:pPr algn="ctr">
              <a:spcBef>
                <a:spcPts val="0"/>
              </a:spcBef>
              <a:buFontTx/>
              <a:buNone/>
            </a:pPr>
            <a:endParaRPr lang="en-US" altLang="en-US" sz="1100" b="1" i="1" dirty="0">
              <a:latin typeface="Arial" panose="020B0604020202020204" pitchFamily="34" charset="0"/>
              <a:cs typeface="Arial" panose="020B0604020202020204" pitchFamily="34" charset="0"/>
            </a:endParaRPr>
          </a:p>
        </p:txBody>
      </p:sp>
      <p:pic>
        <p:nvPicPr>
          <p:cNvPr id="14" name="Picture 4"/>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8550" y="3704379"/>
            <a:ext cx="2606040" cy="19568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tx1"/>
                </a:solidFill>
              </a14:hiddenFill>
            </a:ext>
          </a:extLst>
        </p:spPr>
      </p:pic>
      <p:pic>
        <p:nvPicPr>
          <p:cNvPr id="16" name="Picture 15"/>
          <p:cNvPicPr preferRelativeResize="0">
            <a:picLocks/>
          </p:cNvPicPr>
          <p:nvPr/>
        </p:nvPicPr>
        <p:blipFill rotWithShape="1">
          <a:blip r:embed="rId4">
            <a:extLst>
              <a:ext uri="{28A0092B-C50C-407E-A947-70E740481C1C}">
                <a14:useLocalDpi xmlns:a14="http://schemas.microsoft.com/office/drawing/2010/main" val="0"/>
              </a:ext>
            </a:extLst>
          </a:blip>
          <a:srcRect l="2677" t="5239" r="1" b="1763"/>
          <a:stretch/>
        </p:blipFill>
        <p:spPr>
          <a:xfrm>
            <a:off x="627232" y="3704379"/>
            <a:ext cx="2606040" cy="19568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7" name="Shape 999"/>
          <p:cNvPicPr preferRelativeResize="0">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61616" y="3704379"/>
            <a:ext cx="2606040" cy="19568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1" name="Picture 5"/>
          <p:cNvPicPr preferRelativeResize="0">
            <a:picLocks/>
          </p:cNvPicPr>
          <p:nvPr/>
        </p:nvPicPr>
        <p:blipFill rotWithShape="1">
          <a:blip r:embed="rId6">
            <a:extLst>
              <a:ext uri="{28A0092B-C50C-407E-A947-70E740481C1C}">
                <a14:useLocalDpi xmlns:a14="http://schemas.microsoft.com/office/drawing/2010/main" val="0"/>
              </a:ext>
            </a:extLst>
          </a:blip>
          <a:srcRect l="5256"/>
          <a:stretch/>
        </p:blipFill>
        <p:spPr bwMode="auto">
          <a:xfrm>
            <a:off x="8958728" y="3704379"/>
            <a:ext cx="2606040" cy="195681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15" name="Content Placeholder 2"/>
          <p:cNvSpPr>
            <a:spLocks noGrp="1"/>
          </p:cNvSpPr>
          <p:nvPr>
            <p:ph idx="1"/>
          </p:nvPr>
        </p:nvSpPr>
        <p:spPr>
          <a:xfrm>
            <a:off x="627231" y="1626718"/>
            <a:ext cx="10949321" cy="1746421"/>
          </a:xfrm>
        </p:spPr>
        <p:txBody>
          <a:bodyPr/>
          <a:lstStyle/>
          <a:p>
            <a:pPr marL="0" indent="0" eaLnBrk="1" hangingPunct="1">
              <a:spcBef>
                <a:spcPts val="0"/>
              </a:spcBef>
              <a:buNone/>
            </a:pPr>
            <a:r>
              <a:rPr lang="en-US" altLang="en-US" sz="2400" dirty="0"/>
              <a:t>Supports the cooperative dismantlement of nuclear weapons programs, as well as the transportation and disposition of associated materials; and builds the capacity of international partners to secure nuclear weapons, high-threat radiological material, and related components, materials, equipment, technology, and expertise, and to counter nuclear smuggling.</a:t>
            </a:r>
          </a:p>
          <a:p>
            <a:pPr marL="0" indent="0" algn="ctr">
              <a:buNone/>
            </a:pPr>
            <a:endParaRPr lang="en-US" altLang="en-US" sz="2400" dirty="0">
              <a:solidFill>
                <a:srgbClr val="000000"/>
              </a:solidFill>
            </a:endParaRPr>
          </a:p>
        </p:txBody>
      </p:sp>
      <p:sp>
        <p:nvSpPr>
          <p:cNvPr id="5" name="Title 4">
            <a:extLst>
              <a:ext uri="{FF2B5EF4-FFF2-40B4-BE49-F238E27FC236}">
                <a16:creationId xmlns:a16="http://schemas.microsoft.com/office/drawing/2014/main" id="{D030E3C8-18A6-1DBF-3364-D64D43182F71}"/>
              </a:ext>
            </a:extLst>
          </p:cNvPr>
          <p:cNvSpPr>
            <a:spLocks noGrp="1"/>
          </p:cNvSpPr>
          <p:nvPr>
            <p:ph type="title"/>
          </p:nvPr>
        </p:nvSpPr>
        <p:spPr/>
        <p:txBody>
          <a:bodyPr/>
          <a:lstStyle/>
          <a:p>
            <a:r>
              <a:rPr lang="en-US" dirty="0"/>
              <a:t>Contingency Operations (CO)</a:t>
            </a:r>
          </a:p>
        </p:txBody>
      </p:sp>
      <p:sp>
        <p:nvSpPr>
          <p:cNvPr id="2" name="Rectangle 59">
            <a:extLst>
              <a:ext uri="{FF2B5EF4-FFF2-40B4-BE49-F238E27FC236}">
                <a16:creationId xmlns:a16="http://schemas.microsoft.com/office/drawing/2014/main" id="{BDE46632-5F58-3121-3949-5620280AFD65}"/>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lvl="0" eaLnBrk="1" fontAlgn="auto" hangingPunct="1">
              <a:spcBef>
                <a:spcPts val="0"/>
              </a:spcBef>
              <a:spcAft>
                <a:spcPts val="0"/>
              </a:spcAft>
              <a:defRPr/>
            </a:pPr>
            <a:r>
              <a:rPr lang="en-US" altLang="en-US" sz="1200" b="1" dirty="0">
                <a:solidFill>
                  <a:srgbClr val="00B050"/>
                </a:solidFill>
                <a:ea typeface="ＭＳ Ｐゴシック"/>
                <a:cs typeface="Arial" panose="020B0604020202020204" pitchFamily="34" charset="0"/>
              </a:rPr>
              <a:t>UNCLASSIFIED</a:t>
            </a:r>
            <a:endPar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endParaRPr>
          </a:p>
        </p:txBody>
      </p:sp>
      <p:sp>
        <p:nvSpPr>
          <p:cNvPr id="4" name="Rectangle 59">
            <a:extLst>
              <a:ext uri="{FF2B5EF4-FFF2-40B4-BE49-F238E27FC236}">
                <a16:creationId xmlns:a16="http://schemas.microsoft.com/office/drawing/2014/main" id="{0EA42FCD-5980-9B29-311F-523F9B3F95C0}"/>
              </a:ext>
            </a:extLst>
          </p:cNvPr>
          <p:cNvSpPr>
            <a:spLocks noChangeArrowheads="1"/>
          </p:cNvSpPr>
          <p:nvPr/>
        </p:nvSpPr>
        <p:spPr bwMode="auto">
          <a:xfrm>
            <a:off x="5435402" y="6501627"/>
            <a:ext cx="1321196" cy="276999"/>
          </a:xfrm>
          <a:prstGeom prst="rect">
            <a:avLst/>
          </a:prstGeom>
          <a:noFill/>
          <a:ln>
            <a:noFill/>
          </a:ln>
        </p:spPr>
        <p:txBody>
          <a:bodyPr wrap="none">
            <a:spAutoFit/>
          </a:bodyPr>
          <a:lstStyle/>
          <a:p>
            <a:pPr lvl="0" eaLnBrk="1" fontAlgn="auto" hangingPunct="1">
              <a:spcBef>
                <a:spcPts val="0"/>
              </a:spcBef>
              <a:spcAft>
                <a:spcPts val="0"/>
              </a:spcAft>
              <a:defRPr/>
            </a:pPr>
            <a:r>
              <a:rPr lang="en-US" altLang="en-US" sz="1200" b="1" dirty="0">
                <a:solidFill>
                  <a:srgbClr val="00B050"/>
                </a:solidFill>
                <a:ea typeface="ＭＳ Ｐゴシック"/>
                <a:cs typeface="Arial" panose="020B0604020202020204" pitchFamily="34" charset="0"/>
              </a:rPr>
              <a:t>UNCLASSIFIED</a:t>
            </a:r>
            <a:endPar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endParaRPr>
          </a:p>
        </p:txBody>
      </p:sp>
      <p:sp>
        <p:nvSpPr>
          <p:cNvPr id="12" name="Slide Number Placeholder 13">
            <a:extLst>
              <a:ext uri="{FF2B5EF4-FFF2-40B4-BE49-F238E27FC236}">
                <a16:creationId xmlns:a16="http://schemas.microsoft.com/office/drawing/2014/main" id="{5DE81029-3AFB-D522-03A4-44055B15101D}"/>
              </a:ext>
            </a:extLst>
          </p:cNvPr>
          <p:cNvSpPr>
            <a:spLocks noGrp="1"/>
          </p:cNvSpPr>
          <p:nvPr>
            <p:ph type="sldNum" sz="quarter" idx="11"/>
          </p:nvPr>
        </p:nvSpPr>
        <p:spPr>
          <a:xfrm>
            <a:off x="11103231" y="6541657"/>
            <a:ext cx="533400" cy="200025"/>
          </a:xfrm>
        </p:spPr>
        <p:txBody>
          <a:bodyPr anchor="ctr"/>
          <a:lstStyle/>
          <a:p>
            <a:fld id="{FFAE6822-EB53-4D7A-8239-6F9883F241C9}" type="slidenum">
              <a:rPr lang="en-US" smtClean="0"/>
              <a:pPr/>
              <a:t>11</a:t>
            </a:fld>
            <a:endParaRPr lang="en-US"/>
          </a:p>
        </p:txBody>
      </p:sp>
    </p:spTree>
    <p:extLst>
      <p:ext uri="{BB962C8B-B14F-4D97-AF65-F5344CB8AC3E}">
        <p14:creationId xmlns:p14="http://schemas.microsoft.com/office/powerpoint/2010/main" val="1954930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3"/>
          <p:cNvSpPr txBox="1">
            <a:spLocks noChangeArrowheads="1"/>
          </p:cNvSpPr>
          <p:nvPr/>
        </p:nvSpPr>
        <p:spPr bwMode="auto">
          <a:xfrm>
            <a:off x="613465" y="1614661"/>
            <a:ext cx="10971489" cy="127000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indent="0" eaLnBrk="0" fontAlgn="base" hangingPunct="0">
              <a:spcBef>
                <a:spcPct val="20000"/>
              </a:spcBef>
              <a:spcAft>
                <a:spcPct val="0"/>
              </a:spcAft>
              <a:buNone/>
              <a:defRPr sz="2800">
                <a:cs typeface="Arial" pitchFamily="34" charset="0"/>
              </a:defRPr>
            </a:lvl1pPr>
            <a:lvl2pPr marL="800100" indent="-342900" eaLnBrk="0" fontAlgn="base" hangingPunct="0">
              <a:spcBef>
                <a:spcPct val="20000"/>
              </a:spcBef>
              <a:spcAft>
                <a:spcPct val="0"/>
              </a:spcAft>
              <a:buChar char="•"/>
              <a:defRPr sz="2400">
                <a:cs typeface="Arial" pitchFamily="34" charset="0"/>
              </a:defRPr>
            </a:lvl2pPr>
            <a:lvl3pPr marL="1257300" indent="-342900" eaLnBrk="0" fontAlgn="base" hangingPunct="0">
              <a:spcBef>
                <a:spcPct val="20000"/>
              </a:spcBef>
              <a:spcAft>
                <a:spcPct val="0"/>
              </a:spcAft>
              <a:buChar char="•"/>
              <a:defRPr sz="2000">
                <a:cs typeface="Arial" pitchFamily="34" charset="0"/>
              </a:defRPr>
            </a:lvl3pPr>
            <a:lvl4pPr marL="1657350" indent="-285750" eaLnBrk="0" fontAlgn="base" hangingPunct="0">
              <a:spcBef>
                <a:spcPct val="20000"/>
              </a:spcBef>
              <a:spcAft>
                <a:spcPct val="0"/>
              </a:spcAft>
              <a:buFont typeface="Times" charset="0"/>
              <a:buChar char="•"/>
              <a:defRPr sz="1600">
                <a:cs typeface="Arial" pitchFamily="34" charset="0"/>
              </a:defRPr>
            </a:lvl4pPr>
            <a:lvl5pPr marL="2057400" indent="-228600" eaLnBrk="0" fontAlgn="base" hangingPunct="0">
              <a:spcBef>
                <a:spcPct val="20000"/>
              </a:spcBef>
              <a:spcAft>
                <a:spcPct val="0"/>
              </a:spcAft>
              <a:buFont typeface="Times" charset="0"/>
              <a:buChar char="•"/>
              <a:defRPr sz="1600">
                <a:cs typeface="Arial" pitchFamily="34" charset="0"/>
              </a:defRPr>
            </a:lvl5pPr>
            <a:lvl6pPr marL="2514600" indent="-228600" fontAlgn="base">
              <a:spcBef>
                <a:spcPct val="20000"/>
              </a:spcBef>
              <a:spcAft>
                <a:spcPct val="0"/>
              </a:spcAft>
              <a:buFont typeface="Times" pitchFamily="18" charset="0"/>
              <a:buChar char="•"/>
              <a:defRPr sz="1400"/>
            </a:lvl6pPr>
            <a:lvl7pPr marL="2971800" indent="-228600" fontAlgn="base">
              <a:spcBef>
                <a:spcPct val="20000"/>
              </a:spcBef>
              <a:spcAft>
                <a:spcPct val="0"/>
              </a:spcAft>
              <a:buFont typeface="Times" pitchFamily="18" charset="0"/>
              <a:buChar char="•"/>
              <a:defRPr sz="1400"/>
            </a:lvl7pPr>
            <a:lvl8pPr marL="3429000" indent="-228600" fontAlgn="base">
              <a:spcBef>
                <a:spcPct val="20000"/>
              </a:spcBef>
              <a:spcAft>
                <a:spcPct val="0"/>
              </a:spcAft>
              <a:buFont typeface="Times" pitchFamily="18" charset="0"/>
              <a:buChar char="•"/>
              <a:defRPr sz="1400"/>
            </a:lvl8pPr>
            <a:lvl9pPr marL="3886200" indent="-228600" fontAlgn="base">
              <a:spcBef>
                <a:spcPct val="20000"/>
              </a:spcBef>
              <a:spcAft>
                <a:spcPct val="0"/>
              </a:spcAft>
              <a:buFont typeface="Times" pitchFamily="18" charset="0"/>
              <a:buChar char="•"/>
              <a:defRPr sz="1400"/>
            </a:lvl9pPr>
          </a:lstStyle>
          <a:p>
            <a:pPr marL="0" marR="0" lvl="0" indent="0" defTabSz="914400" eaLnBrk="0" fontAlgn="base" latinLnBrk="0" hangingPunct="0">
              <a:lnSpc>
                <a:spcPct val="100000"/>
              </a:lnSpc>
              <a:spcBef>
                <a:spcPct val="20000"/>
              </a:spcBef>
              <a:spcAft>
                <a:spcPct val="0"/>
              </a:spcAft>
              <a:buClrTx/>
              <a:buSzTx/>
              <a:buFontTx/>
              <a:buNone/>
              <a:tabLst/>
              <a:defRPr/>
            </a:pPr>
            <a:r>
              <a:rPr kumimoji="0" lang="en-US" b="0" i="0" u="none" strike="noStrike" kern="0" cap="none" spc="0" normalizeH="0" baseline="0" noProof="0" dirty="0">
                <a:ln>
                  <a:noFill/>
                </a:ln>
                <a:solidFill>
                  <a:srgbClr val="000000"/>
                </a:solidFill>
                <a:effectLst/>
                <a:uLnTx/>
                <a:uFillTx/>
                <a:cs typeface="Arial" pitchFamily="34" charset="0"/>
              </a:rPr>
              <a:t>Protect the United States, its Armed Forces, and our allies from biological threats by strengthening the capabilities of partner nations and the international community to prevent, detect, and prepare for outbreaks caused by high threat pathogens.</a:t>
            </a:r>
          </a:p>
        </p:txBody>
      </p:sp>
      <p:sp>
        <p:nvSpPr>
          <p:cNvPr id="20" name="TextBox 19"/>
          <p:cNvSpPr txBox="1"/>
          <p:nvPr/>
        </p:nvSpPr>
        <p:spPr>
          <a:xfrm>
            <a:off x="587959" y="5195516"/>
            <a:ext cx="2622358" cy="26161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1" u="none" strike="noStrike" kern="0" cap="none" spc="0" normalizeH="0" baseline="0" noProof="0" dirty="0">
                <a:ln>
                  <a:noFill/>
                </a:ln>
                <a:solidFill>
                  <a:srgbClr val="000000"/>
                </a:solidFill>
                <a:effectLst/>
                <a:uLnTx/>
                <a:uFillTx/>
              </a:rPr>
              <a:t>Plans Division</a:t>
            </a:r>
          </a:p>
        </p:txBody>
      </p:sp>
      <p:sp>
        <p:nvSpPr>
          <p:cNvPr id="22" name="TextBox 21"/>
          <p:cNvSpPr txBox="1"/>
          <p:nvPr/>
        </p:nvSpPr>
        <p:spPr>
          <a:xfrm>
            <a:off x="3406679" y="5235218"/>
            <a:ext cx="2624803" cy="26161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1" u="none" strike="noStrike" kern="0" cap="none" spc="0" normalizeH="0" baseline="0" noProof="0" dirty="0">
                <a:ln>
                  <a:noFill/>
                </a:ln>
                <a:solidFill>
                  <a:srgbClr val="000000"/>
                </a:solidFill>
                <a:effectLst/>
                <a:uLnTx/>
                <a:uFillTx/>
              </a:rPr>
              <a:t>Wargaming Division</a:t>
            </a:r>
          </a:p>
        </p:txBody>
      </p:sp>
      <p:sp>
        <p:nvSpPr>
          <p:cNvPr id="24" name="TextBox 23"/>
          <p:cNvSpPr txBox="1"/>
          <p:nvPr/>
        </p:nvSpPr>
        <p:spPr>
          <a:xfrm>
            <a:off x="6251548" y="5220202"/>
            <a:ext cx="2596892" cy="26161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1" u="none" strike="noStrike" kern="0" cap="none" spc="0" normalizeH="0" baseline="0" noProof="0" dirty="0">
                <a:ln>
                  <a:noFill/>
                </a:ln>
                <a:solidFill>
                  <a:srgbClr val="000000"/>
                </a:solidFill>
                <a:effectLst/>
                <a:uLnTx/>
                <a:uFillTx/>
              </a:rPr>
              <a:t>Exercises Division</a:t>
            </a:r>
          </a:p>
        </p:txBody>
      </p:sp>
      <p:sp>
        <p:nvSpPr>
          <p:cNvPr id="26" name="TextBox 25"/>
          <p:cNvSpPr txBox="1"/>
          <p:nvPr/>
        </p:nvSpPr>
        <p:spPr>
          <a:xfrm>
            <a:off x="8907306" y="5429847"/>
            <a:ext cx="2671101" cy="26161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1" u="none" strike="noStrike" kern="0" cap="none" spc="0" normalizeH="0" baseline="0" noProof="0" dirty="0">
                <a:ln>
                  <a:noFill/>
                </a:ln>
                <a:solidFill>
                  <a:srgbClr val="000000"/>
                </a:solidFill>
                <a:effectLst/>
                <a:uLnTx/>
                <a:uFillTx/>
              </a:rPr>
              <a:t>Strategic Priorities Division</a:t>
            </a:r>
          </a:p>
        </p:txBody>
      </p:sp>
      <p:sp>
        <p:nvSpPr>
          <p:cNvPr id="5" name="Title 4">
            <a:extLst>
              <a:ext uri="{FF2B5EF4-FFF2-40B4-BE49-F238E27FC236}">
                <a16:creationId xmlns:a16="http://schemas.microsoft.com/office/drawing/2014/main" id="{B8F3D923-5451-1C34-8D7C-94F163890A2D}"/>
              </a:ext>
            </a:extLst>
          </p:cNvPr>
          <p:cNvSpPr>
            <a:spLocks noGrp="1"/>
          </p:cNvSpPr>
          <p:nvPr>
            <p:ph type="title"/>
          </p:nvPr>
        </p:nvSpPr>
        <p:spPr/>
        <p:txBody>
          <a:bodyPr/>
          <a:lstStyle/>
          <a:p>
            <a:r>
              <a:rPr lang="en-US" dirty="0"/>
              <a:t>Plans, Exercises, and Wargaming (PL)</a:t>
            </a:r>
          </a:p>
        </p:txBody>
      </p:sp>
      <p:sp>
        <p:nvSpPr>
          <p:cNvPr id="2" name="Rectangle 59">
            <a:extLst>
              <a:ext uri="{FF2B5EF4-FFF2-40B4-BE49-F238E27FC236}">
                <a16:creationId xmlns:a16="http://schemas.microsoft.com/office/drawing/2014/main" id="{2798F75D-FF32-44C8-72BB-ADB4BBBFF1A2}"/>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sp>
        <p:nvSpPr>
          <p:cNvPr id="8" name="Rectangle 59">
            <a:extLst>
              <a:ext uri="{FF2B5EF4-FFF2-40B4-BE49-F238E27FC236}">
                <a16:creationId xmlns:a16="http://schemas.microsoft.com/office/drawing/2014/main" id="{3644C8B0-B544-8A73-28B8-B1F96F6CD2D2}"/>
              </a:ext>
            </a:extLst>
          </p:cNvPr>
          <p:cNvSpPr>
            <a:spLocks noChangeArrowheads="1"/>
          </p:cNvSpPr>
          <p:nvPr/>
        </p:nvSpPr>
        <p:spPr bwMode="auto">
          <a:xfrm>
            <a:off x="5435402" y="6501627"/>
            <a:ext cx="1321196" cy="276999"/>
          </a:xfrm>
          <a:prstGeom prst="rect">
            <a:avLst/>
          </a:prstGeom>
          <a:noFill/>
          <a:ln>
            <a:noFill/>
          </a:ln>
        </p:spPr>
        <p:txBody>
          <a:bodyPr wrap="none">
            <a:spAutoFit/>
          </a:bodyPr>
          <a:lstStyle/>
          <a:p>
            <a:pPr lvl="0" eaLnBrk="1" fontAlgn="auto" hangingPunct="1">
              <a:spcBef>
                <a:spcPts val="0"/>
              </a:spcBef>
              <a:spcAft>
                <a:spcPts val="0"/>
              </a:spcAft>
              <a:defRPr/>
            </a:pPr>
            <a:r>
              <a:rPr lang="en-US" altLang="en-US" sz="1200" b="1" dirty="0">
                <a:solidFill>
                  <a:srgbClr val="00B050"/>
                </a:solidFill>
                <a:ea typeface="ＭＳ Ｐゴシック"/>
                <a:cs typeface="Arial" panose="020B0604020202020204" pitchFamily="34" charset="0"/>
              </a:rPr>
              <a:t>UNCLASSIFIED</a:t>
            </a:r>
            <a:endPar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endParaRPr>
          </a:p>
        </p:txBody>
      </p:sp>
      <p:sp>
        <p:nvSpPr>
          <p:cNvPr id="9" name="Slide Number Placeholder 13">
            <a:extLst>
              <a:ext uri="{FF2B5EF4-FFF2-40B4-BE49-F238E27FC236}">
                <a16:creationId xmlns:a16="http://schemas.microsoft.com/office/drawing/2014/main" id="{EA9BD18C-F541-3AC9-4997-4E5541B8EEC7}"/>
              </a:ext>
            </a:extLst>
          </p:cNvPr>
          <p:cNvSpPr>
            <a:spLocks noGrp="1"/>
          </p:cNvSpPr>
          <p:nvPr>
            <p:ph type="sldNum" sz="quarter" idx="11"/>
          </p:nvPr>
        </p:nvSpPr>
        <p:spPr>
          <a:xfrm>
            <a:off x="11103231" y="6541657"/>
            <a:ext cx="533400" cy="200025"/>
          </a:xfrm>
        </p:spPr>
        <p:txBody>
          <a:bodyPr anchor="ctr"/>
          <a:lstStyle/>
          <a:p>
            <a:fld id="{FFAE6822-EB53-4D7A-8239-6F9883F241C9}" type="slidenum">
              <a:rPr lang="en-US" smtClean="0"/>
              <a:pPr/>
              <a:t>12</a:t>
            </a:fld>
            <a:endParaRPr lang="en-US"/>
          </a:p>
        </p:txBody>
      </p:sp>
      <p:pic>
        <p:nvPicPr>
          <p:cNvPr id="3" name="Picture 11">
            <a:extLst>
              <a:ext uri="{FF2B5EF4-FFF2-40B4-BE49-F238E27FC236}">
                <a16:creationId xmlns:a16="http://schemas.microsoft.com/office/drawing/2014/main" id="{A12186D7-6B44-6B6A-ADF7-03CA842CC8A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6289" y="3629300"/>
            <a:ext cx="2336664" cy="1568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Marines Take Center Stage in Wargaming Boom">
            <a:extLst>
              <a:ext uri="{FF2B5EF4-FFF2-40B4-BE49-F238E27FC236}">
                <a16:creationId xmlns:a16="http://schemas.microsoft.com/office/drawing/2014/main" id="{76ADB33C-E3A4-D915-13F5-D8D3FD1909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4394" y="3629299"/>
            <a:ext cx="2336664" cy="156858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rategic-Intent">
            <a:extLst>
              <a:ext uri="{FF2B5EF4-FFF2-40B4-BE49-F238E27FC236}">
                <a16:creationId xmlns:a16="http://schemas.microsoft.com/office/drawing/2014/main" id="{0D9A9DA6-59F9-30AA-8A95-8ED7EF47B2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55762" y="3595001"/>
            <a:ext cx="1391011" cy="182392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TRA prepares for emerging threats ...">
            <a:extLst>
              <a:ext uri="{FF2B5EF4-FFF2-40B4-BE49-F238E27FC236}">
                <a16:creationId xmlns:a16="http://schemas.microsoft.com/office/drawing/2014/main" id="{43577740-3097-FBCD-2F38-180B1EC071B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92682" y="3549293"/>
            <a:ext cx="2714625" cy="1685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4844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165269D-918D-6971-5155-6D47AF824CEA}"/>
              </a:ext>
            </a:extLst>
          </p:cNvPr>
          <p:cNvSpPr>
            <a:spLocks noGrp="1"/>
          </p:cNvSpPr>
          <p:nvPr>
            <p:ph type="sldNum" sz="quarter" idx="11"/>
          </p:nvPr>
        </p:nvSpPr>
        <p:spPr/>
        <p:txBody>
          <a:bodyPr/>
          <a:lstStyle/>
          <a:p>
            <a:fld id="{8701F072-8BDC-4214-AD48-BDFCA27B0618}" type="slidenum">
              <a:rPr lang="en-US" smtClean="0"/>
              <a:pPr/>
              <a:t>13</a:t>
            </a:fld>
            <a:endParaRPr lang="en-US"/>
          </a:p>
        </p:txBody>
      </p:sp>
      <p:sp>
        <p:nvSpPr>
          <p:cNvPr id="3" name="Google Shape;210;p34">
            <a:extLst>
              <a:ext uri="{FF2B5EF4-FFF2-40B4-BE49-F238E27FC236}">
                <a16:creationId xmlns:a16="http://schemas.microsoft.com/office/drawing/2014/main" id="{D42CCF1B-A2CB-C44A-363B-01C4B002216F}"/>
              </a:ext>
            </a:extLst>
          </p:cNvPr>
          <p:cNvSpPr txBox="1">
            <a:spLocks/>
          </p:cNvSpPr>
          <p:nvPr/>
        </p:nvSpPr>
        <p:spPr>
          <a:xfrm>
            <a:off x="1665385" y="222456"/>
            <a:ext cx="8520600" cy="763500"/>
          </a:xfrm>
          <a:prstGeom prst="rect">
            <a:avLst/>
          </a:prstGeom>
          <a:noFill/>
          <a:ln>
            <a:noFill/>
          </a:ln>
        </p:spPr>
        <p:txBody>
          <a:bodyPr spcFirstLastPara="1" wrap="square" lIns="91425" tIns="91425" rIns="91425" bIns="91425" anchor="t" anchorCtr="0">
            <a:noAutofit/>
          </a:bodyPr>
          <a:lstStyle>
            <a:lvl1pPr marL="342900" indent="-342900" algn="l" rtl="0" eaLnBrk="0" fontAlgn="base" hangingPunct="0">
              <a:spcBef>
                <a:spcPct val="0"/>
              </a:spcBef>
              <a:spcAft>
                <a:spcPct val="0"/>
              </a:spcAft>
              <a:defRPr sz="2400" b="0" i="0">
                <a:solidFill>
                  <a:schemeClr val="tx2"/>
                </a:solidFill>
                <a:latin typeface="Arial Regular"/>
                <a:ea typeface="+mj-ea"/>
                <a:cs typeface="Arial" pitchFamily="34" charset="0"/>
              </a:defRPr>
            </a:lvl1pPr>
            <a:lvl2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2pPr>
            <a:lvl3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3pPr>
            <a:lvl4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4pPr>
            <a:lvl5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5pPr>
            <a:lvl6pPr marL="685800" indent="-342900" algn="l" rtl="0" fontAlgn="base">
              <a:spcBef>
                <a:spcPct val="0"/>
              </a:spcBef>
              <a:spcAft>
                <a:spcPct val="0"/>
              </a:spcAft>
              <a:defRPr sz="2400" b="1">
                <a:solidFill>
                  <a:schemeClr val="tx2"/>
                </a:solidFill>
                <a:latin typeface="Univers" pitchFamily="34" charset="-18"/>
                <a:ea typeface="ＭＳ Ｐゴシック" pitchFamily="20" charset="-128"/>
              </a:defRPr>
            </a:lvl6pPr>
            <a:lvl7pPr marL="1028700" indent="-342900" algn="l" rtl="0" fontAlgn="base">
              <a:spcBef>
                <a:spcPct val="0"/>
              </a:spcBef>
              <a:spcAft>
                <a:spcPct val="0"/>
              </a:spcAft>
              <a:defRPr sz="2400" b="1">
                <a:solidFill>
                  <a:schemeClr val="tx2"/>
                </a:solidFill>
                <a:latin typeface="Univers" pitchFamily="34" charset="-18"/>
                <a:ea typeface="ＭＳ Ｐゴシック" pitchFamily="20" charset="-128"/>
              </a:defRPr>
            </a:lvl7pPr>
            <a:lvl8pPr marL="1371600" indent="-342900" algn="l" rtl="0" fontAlgn="base">
              <a:spcBef>
                <a:spcPct val="0"/>
              </a:spcBef>
              <a:spcAft>
                <a:spcPct val="0"/>
              </a:spcAft>
              <a:defRPr sz="2400" b="1">
                <a:solidFill>
                  <a:schemeClr val="tx2"/>
                </a:solidFill>
                <a:latin typeface="Univers" pitchFamily="34" charset="-18"/>
                <a:ea typeface="ＭＳ Ｐゴシック" pitchFamily="20" charset="-128"/>
              </a:defRPr>
            </a:lvl8pPr>
            <a:lvl9pPr marL="1714500" indent="-342900" algn="l" rtl="0" fontAlgn="base">
              <a:spcBef>
                <a:spcPct val="0"/>
              </a:spcBef>
              <a:spcAft>
                <a:spcPct val="0"/>
              </a:spcAft>
              <a:defRPr sz="2400" b="1">
                <a:solidFill>
                  <a:schemeClr val="tx2"/>
                </a:solidFill>
                <a:latin typeface="Univers" pitchFamily="34" charset="-18"/>
                <a:ea typeface="ＭＳ Ｐゴシック" pitchFamily="20" charset="-128"/>
              </a:defRPr>
            </a:lvl9pPr>
          </a:lstStyle>
          <a:p>
            <a:pPr marL="0" indent="0">
              <a:spcBef>
                <a:spcPts val="0"/>
              </a:spcBef>
              <a:spcAft>
                <a:spcPts val="0"/>
              </a:spcAft>
              <a:buSzPts val="3000"/>
            </a:pPr>
            <a:r>
              <a:rPr lang="en-US" sz="3200" b="1" kern="0" dirty="0">
                <a:solidFill>
                  <a:schemeClr val="dk1"/>
                </a:solidFill>
              </a:rPr>
              <a:t>CZ Acquisition Objectives</a:t>
            </a:r>
            <a:endParaRPr lang="en-US" sz="3200" b="1" i="1" kern="0" dirty="0">
              <a:solidFill>
                <a:schemeClr val="dk1"/>
              </a:solidFill>
            </a:endParaRPr>
          </a:p>
        </p:txBody>
      </p:sp>
      <p:sp>
        <p:nvSpPr>
          <p:cNvPr id="4" name="Google Shape;211;p34">
            <a:extLst>
              <a:ext uri="{FF2B5EF4-FFF2-40B4-BE49-F238E27FC236}">
                <a16:creationId xmlns:a16="http://schemas.microsoft.com/office/drawing/2014/main" id="{F9A045B8-A9EC-FC69-ED40-459B8E51A545}"/>
              </a:ext>
            </a:extLst>
          </p:cNvPr>
          <p:cNvSpPr/>
          <p:nvPr/>
        </p:nvSpPr>
        <p:spPr>
          <a:xfrm>
            <a:off x="1850776" y="3506028"/>
            <a:ext cx="1113300" cy="2259312"/>
          </a:xfrm>
          <a:prstGeom prst="homePlate">
            <a:avLst>
              <a:gd name="adj" fmla="val 29616"/>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 name="Google Shape;212;p34">
            <a:extLst>
              <a:ext uri="{FF2B5EF4-FFF2-40B4-BE49-F238E27FC236}">
                <a16:creationId xmlns:a16="http://schemas.microsoft.com/office/drawing/2014/main" id="{C65BF6FC-1745-8AF8-20D5-F2B3AB7D6F6E}"/>
              </a:ext>
            </a:extLst>
          </p:cNvPr>
          <p:cNvSpPr txBox="1">
            <a:spLocks/>
          </p:cNvSpPr>
          <p:nvPr/>
        </p:nvSpPr>
        <p:spPr>
          <a:xfrm>
            <a:off x="9911635" y="-200967"/>
            <a:ext cx="548700" cy="524700"/>
          </a:xfrm>
          <a:prstGeom prst="rect">
            <a:avLst/>
          </a:prstGeom>
          <a:no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SzPts val="1000"/>
            </a:pPr>
            <a:endParaRPr lang="en-US" dirty="0">
              <a:latin typeface="Proxima Nova"/>
              <a:ea typeface="Proxima Nova"/>
              <a:cs typeface="Proxima Nova"/>
              <a:sym typeface="Proxima Nova"/>
            </a:endParaRPr>
          </a:p>
        </p:txBody>
      </p:sp>
      <p:grpSp>
        <p:nvGrpSpPr>
          <p:cNvPr id="6" name="Google Shape;213;p34">
            <a:extLst>
              <a:ext uri="{FF2B5EF4-FFF2-40B4-BE49-F238E27FC236}">
                <a16:creationId xmlns:a16="http://schemas.microsoft.com/office/drawing/2014/main" id="{EA65B819-1C77-CAC9-8E65-4BE9F5927F6B}"/>
              </a:ext>
            </a:extLst>
          </p:cNvPr>
          <p:cNvGrpSpPr/>
          <p:nvPr/>
        </p:nvGrpSpPr>
        <p:grpSpPr>
          <a:xfrm>
            <a:off x="1756605" y="1447620"/>
            <a:ext cx="8817609" cy="4015334"/>
            <a:chOff x="2526" y="500723"/>
            <a:chExt cx="8078632" cy="3816995"/>
          </a:xfrm>
        </p:grpSpPr>
        <p:sp>
          <p:nvSpPr>
            <p:cNvPr id="7" name="Google Shape;214;p34">
              <a:extLst>
                <a:ext uri="{FF2B5EF4-FFF2-40B4-BE49-F238E27FC236}">
                  <a16:creationId xmlns:a16="http://schemas.microsoft.com/office/drawing/2014/main" id="{72CF2D65-7C7E-8ECD-8146-3C7EAB88082E}"/>
                </a:ext>
              </a:extLst>
            </p:cNvPr>
            <p:cNvSpPr/>
            <p:nvPr/>
          </p:nvSpPr>
          <p:spPr>
            <a:xfrm>
              <a:off x="2526" y="511181"/>
              <a:ext cx="2462997" cy="985199"/>
            </a:xfrm>
            <a:prstGeom prst="rect">
              <a:avLst/>
            </a:pr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solidFill>
                  <a:sysClr val="windowText" lastClr="000000"/>
                </a:solidFill>
              </a:endParaRPr>
            </a:p>
          </p:txBody>
        </p:sp>
        <p:sp>
          <p:nvSpPr>
            <p:cNvPr id="8" name="Google Shape;215;p34">
              <a:extLst>
                <a:ext uri="{FF2B5EF4-FFF2-40B4-BE49-F238E27FC236}">
                  <a16:creationId xmlns:a16="http://schemas.microsoft.com/office/drawing/2014/main" id="{EB7477A5-9FD5-06EE-5C50-6EC5B9B49B31}"/>
                </a:ext>
              </a:extLst>
            </p:cNvPr>
            <p:cNvSpPr txBox="1"/>
            <p:nvPr/>
          </p:nvSpPr>
          <p:spPr>
            <a:xfrm>
              <a:off x="2526" y="511181"/>
              <a:ext cx="2462997" cy="985199"/>
            </a:xfrm>
            <a:prstGeom prst="rect">
              <a:avLst/>
            </a:prstGeom>
            <a:ln/>
          </p:spPr>
          <p:style>
            <a:lnRef idx="1">
              <a:schemeClr val="dk1"/>
            </a:lnRef>
            <a:fillRef idx="2">
              <a:schemeClr val="dk1"/>
            </a:fillRef>
            <a:effectRef idx="1">
              <a:schemeClr val="dk1"/>
            </a:effectRef>
            <a:fontRef idx="minor">
              <a:schemeClr val="dk1"/>
            </a:fontRef>
          </p:style>
          <p:txBody>
            <a:bodyPr spcFirstLastPara="1" wrap="square" lIns="142225" tIns="81275" rIns="142225" bIns="81275" anchor="ctr" anchorCtr="0">
              <a:noAutofit/>
            </a:bodyPr>
            <a:lstStyle/>
            <a:p>
              <a:pPr marL="0" marR="0" lvl="0" indent="0" algn="ctr" rtl="0">
                <a:lnSpc>
                  <a:spcPct val="90000"/>
                </a:lnSpc>
                <a:spcBef>
                  <a:spcPts val="0"/>
                </a:spcBef>
                <a:spcAft>
                  <a:spcPts val="0"/>
                </a:spcAft>
                <a:buNone/>
              </a:pPr>
              <a:r>
                <a:rPr lang="en-US" sz="2000" b="1" i="0" u="none" strike="noStrike" cap="none">
                  <a:solidFill>
                    <a:sysClr val="windowText" lastClr="000000"/>
                  </a:solidFill>
                  <a:latin typeface="Calibri"/>
                  <a:ea typeface="Calibri"/>
                  <a:cs typeface="Calibri"/>
                  <a:sym typeface="Calibri"/>
                </a:rPr>
                <a:t>Satisfy DTRA Requirements:</a:t>
              </a:r>
              <a:endParaRPr sz="2000" b="1" i="0" u="none" strike="noStrike" cap="none">
                <a:solidFill>
                  <a:sysClr val="windowText" lastClr="000000"/>
                </a:solidFill>
                <a:latin typeface="Calibri"/>
                <a:ea typeface="Calibri"/>
                <a:cs typeface="Calibri"/>
                <a:sym typeface="Calibri"/>
              </a:endParaRPr>
            </a:p>
          </p:txBody>
        </p:sp>
        <p:sp>
          <p:nvSpPr>
            <p:cNvPr id="9" name="Google Shape;216;p34">
              <a:extLst>
                <a:ext uri="{FF2B5EF4-FFF2-40B4-BE49-F238E27FC236}">
                  <a16:creationId xmlns:a16="http://schemas.microsoft.com/office/drawing/2014/main" id="{425E5572-9EFC-2583-B492-32106B67E80C}"/>
                </a:ext>
              </a:extLst>
            </p:cNvPr>
            <p:cNvSpPr/>
            <p:nvPr/>
          </p:nvSpPr>
          <p:spPr>
            <a:xfrm>
              <a:off x="2526" y="1496381"/>
              <a:ext cx="2462997" cy="2810880"/>
            </a:xfrm>
            <a:prstGeom prst="rect">
              <a:avLst/>
            </a:pr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solidFill>
                  <a:sysClr val="windowText" lastClr="000000"/>
                </a:solidFill>
              </a:endParaRPr>
            </a:p>
          </p:txBody>
        </p:sp>
        <p:sp>
          <p:nvSpPr>
            <p:cNvPr id="10" name="Google Shape;217;p34">
              <a:extLst>
                <a:ext uri="{FF2B5EF4-FFF2-40B4-BE49-F238E27FC236}">
                  <a16:creationId xmlns:a16="http://schemas.microsoft.com/office/drawing/2014/main" id="{C3F2FF0D-2A33-C1E7-3842-BAE6BCF4B958}"/>
                </a:ext>
              </a:extLst>
            </p:cNvPr>
            <p:cNvSpPr txBox="1"/>
            <p:nvPr/>
          </p:nvSpPr>
          <p:spPr>
            <a:xfrm>
              <a:off x="2526" y="1496381"/>
              <a:ext cx="2462997" cy="2810880"/>
            </a:xfrm>
            <a:prstGeom prst="rect">
              <a:avLst/>
            </a:prstGeom>
            <a:ln/>
          </p:spPr>
          <p:style>
            <a:lnRef idx="1">
              <a:schemeClr val="dk1"/>
            </a:lnRef>
            <a:fillRef idx="2">
              <a:schemeClr val="dk1"/>
            </a:fillRef>
            <a:effectRef idx="1">
              <a:schemeClr val="dk1"/>
            </a:effectRef>
            <a:fontRef idx="minor">
              <a:schemeClr val="dk1"/>
            </a:fontRef>
          </p:style>
          <p:txBody>
            <a:bodyPr spcFirstLastPara="1" wrap="square" lIns="74675" tIns="74675" rIns="99550" bIns="112000" anchor="t" anchorCtr="0">
              <a:noAutofit/>
            </a:bodyPr>
            <a:lstStyle/>
            <a:p>
              <a:pPr marL="114300" marR="0" lvl="1" indent="-114300" algn="l" rtl="0">
                <a:lnSpc>
                  <a:spcPct val="90000"/>
                </a:lnSpc>
                <a:spcBef>
                  <a:spcPts val="0"/>
                </a:spcBef>
                <a:spcAft>
                  <a:spcPts val="0"/>
                </a:spcAft>
                <a:buClr>
                  <a:srgbClr val="000000"/>
                </a:buClr>
                <a:buSzPts val="1400"/>
                <a:buFont typeface="Arial"/>
                <a:buChar char="••"/>
              </a:pPr>
              <a:r>
                <a:rPr lang="en-US" sz="1600" b="0" i="0" u="none" strike="noStrike" cap="none" dirty="0">
                  <a:solidFill>
                    <a:sysClr val="windowText" lastClr="000000"/>
                  </a:solidFill>
                  <a:latin typeface="Calibri"/>
                  <a:ea typeface="Calibri"/>
                  <a:cs typeface="Calibri"/>
                  <a:sym typeface="Calibri"/>
                </a:rPr>
                <a:t>Improve synergy within and among DTRA elements</a:t>
              </a:r>
              <a:endParaRPr sz="1600" b="0" i="0" u="none" strike="noStrike" cap="none" dirty="0">
                <a:solidFill>
                  <a:sysClr val="windowText" lastClr="000000"/>
                </a:solidFill>
                <a:latin typeface="Calibri"/>
                <a:ea typeface="Calibri"/>
                <a:cs typeface="Calibri"/>
                <a:sym typeface="Calibri"/>
              </a:endParaRPr>
            </a:p>
            <a:p>
              <a:pPr marL="114300" marR="0" lvl="1" indent="-114300" algn="l" rtl="0">
                <a:lnSpc>
                  <a:spcPct val="90000"/>
                </a:lnSpc>
                <a:spcBef>
                  <a:spcPts val="210"/>
                </a:spcBef>
                <a:spcAft>
                  <a:spcPts val="0"/>
                </a:spcAft>
                <a:buClr>
                  <a:srgbClr val="000000"/>
                </a:buClr>
                <a:buSzPts val="1400"/>
                <a:buFont typeface="Arial"/>
                <a:buChar char="••"/>
              </a:pPr>
              <a:r>
                <a:rPr lang="en-US" sz="1600" dirty="0">
                  <a:solidFill>
                    <a:sysClr val="windowText" lastClr="000000"/>
                  </a:solidFill>
                  <a:latin typeface="Calibri"/>
                  <a:ea typeface="Calibri"/>
                  <a:cs typeface="Calibri"/>
                  <a:sym typeface="Calibri"/>
                </a:rPr>
                <a:t>Fulfill DTRA requirement to Counter and deter Weapons of Mass Destruction (WMD) and Improvised Threats</a:t>
              </a:r>
              <a:endParaRPr sz="1200" b="0" i="0" u="none" strike="noStrike" cap="none" dirty="0">
                <a:solidFill>
                  <a:sysClr val="windowText" lastClr="000000"/>
                </a:solidFill>
                <a:latin typeface="Calibri"/>
                <a:ea typeface="Calibri"/>
                <a:cs typeface="Calibri"/>
                <a:sym typeface="Calibri"/>
              </a:endParaRPr>
            </a:p>
            <a:p>
              <a:pPr marL="0" marR="0" lvl="0" indent="0" algn="l" rtl="0">
                <a:lnSpc>
                  <a:spcPct val="90000"/>
                </a:lnSpc>
                <a:spcBef>
                  <a:spcPts val="210"/>
                </a:spcBef>
                <a:spcAft>
                  <a:spcPts val="0"/>
                </a:spcAft>
                <a:buNone/>
              </a:pPr>
              <a:endParaRPr sz="1400" b="0" i="0" u="none" strike="noStrike" cap="none" dirty="0">
                <a:solidFill>
                  <a:sysClr val="windowText" lastClr="000000"/>
                </a:solidFill>
                <a:latin typeface="Calibri"/>
                <a:ea typeface="Calibri"/>
                <a:cs typeface="Calibri"/>
                <a:sym typeface="Calibri"/>
              </a:endParaRPr>
            </a:p>
          </p:txBody>
        </p:sp>
        <p:sp>
          <p:nvSpPr>
            <p:cNvPr id="11" name="Google Shape;218;p34">
              <a:extLst>
                <a:ext uri="{FF2B5EF4-FFF2-40B4-BE49-F238E27FC236}">
                  <a16:creationId xmlns:a16="http://schemas.microsoft.com/office/drawing/2014/main" id="{72FB48E4-A62A-A542-5153-37DD094EAA49}"/>
                </a:ext>
              </a:extLst>
            </p:cNvPr>
            <p:cNvSpPr/>
            <p:nvPr/>
          </p:nvSpPr>
          <p:spPr>
            <a:xfrm>
              <a:off x="2810343" y="511181"/>
              <a:ext cx="2462997" cy="985199"/>
            </a:xfrm>
            <a:prstGeom prst="rect">
              <a:avLst/>
            </a:pr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solidFill>
                  <a:sysClr val="windowText" lastClr="000000"/>
                </a:solidFill>
              </a:endParaRPr>
            </a:p>
          </p:txBody>
        </p:sp>
        <p:sp>
          <p:nvSpPr>
            <p:cNvPr id="12" name="Google Shape;219;p34">
              <a:extLst>
                <a:ext uri="{FF2B5EF4-FFF2-40B4-BE49-F238E27FC236}">
                  <a16:creationId xmlns:a16="http://schemas.microsoft.com/office/drawing/2014/main" id="{369E3C64-0B59-ED1B-0615-7A90C23E51F2}"/>
                </a:ext>
              </a:extLst>
            </p:cNvPr>
            <p:cNvSpPr txBox="1"/>
            <p:nvPr/>
          </p:nvSpPr>
          <p:spPr>
            <a:xfrm>
              <a:off x="2810343" y="511181"/>
              <a:ext cx="2462997" cy="985199"/>
            </a:xfrm>
            <a:prstGeom prst="rect">
              <a:avLst/>
            </a:prstGeom>
            <a:ln/>
          </p:spPr>
          <p:style>
            <a:lnRef idx="1">
              <a:schemeClr val="dk1"/>
            </a:lnRef>
            <a:fillRef idx="2">
              <a:schemeClr val="dk1"/>
            </a:fillRef>
            <a:effectRef idx="1">
              <a:schemeClr val="dk1"/>
            </a:effectRef>
            <a:fontRef idx="minor">
              <a:schemeClr val="dk1"/>
            </a:fontRef>
          </p:style>
          <p:txBody>
            <a:bodyPr spcFirstLastPara="1" wrap="square" lIns="142225" tIns="81275" rIns="142225" bIns="81275" anchor="ctr" anchorCtr="0">
              <a:noAutofit/>
            </a:bodyPr>
            <a:lstStyle/>
            <a:p>
              <a:pPr marL="0" marR="0" lvl="0" indent="0" algn="ctr" rtl="0">
                <a:lnSpc>
                  <a:spcPct val="90000"/>
                </a:lnSpc>
                <a:spcBef>
                  <a:spcPts val="0"/>
                </a:spcBef>
                <a:spcAft>
                  <a:spcPts val="0"/>
                </a:spcAft>
                <a:buNone/>
              </a:pPr>
              <a:r>
                <a:rPr lang="en-US" sz="2000" b="1" i="0" u="none" strike="noStrike" cap="none">
                  <a:solidFill>
                    <a:sysClr val="windowText" lastClr="000000"/>
                  </a:solidFill>
                  <a:latin typeface="Calibri"/>
                  <a:ea typeface="Calibri"/>
                  <a:cs typeface="Calibri"/>
                  <a:sym typeface="Calibri"/>
                </a:rPr>
                <a:t>Increase mission efficiency:</a:t>
              </a:r>
              <a:endParaRPr sz="2000" b="1" i="0" u="none" strike="noStrike" cap="none">
                <a:solidFill>
                  <a:sysClr val="windowText" lastClr="000000"/>
                </a:solidFill>
                <a:latin typeface="Calibri"/>
                <a:ea typeface="Calibri"/>
                <a:cs typeface="Calibri"/>
                <a:sym typeface="Calibri"/>
              </a:endParaRPr>
            </a:p>
          </p:txBody>
        </p:sp>
        <p:sp>
          <p:nvSpPr>
            <p:cNvPr id="13" name="Google Shape;220;p34">
              <a:extLst>
                <a:ext uri="{FF2B5EF4-FFF2-40B4-BE49-F238E27FC236}">
                  <a16:creationId xmlns:a16="http://schemas.microsoft.com/office/drawing/2014/main" id="{8F35B4E7-0810-9D8A-731C-603F37E46311}"/>
                </a:ext>
              </a:extLst>
            </p:cNvPr>
            <p:cNvSpPr/>
            <p:nvPr/>
          </p:nvSpPr>
          <p:spPr>
            <a:xfrm>
              <a:off x="2810343" y="1496381"/>
              <a:ext cx="2462997" cy="2810880"/>
            </a:xfrm>
            <a:prstGeom prst="rect">
              <a:avLst/>
            </a:pr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solidFill>
                  <a:sysClr val="windowText" lastClr="000000"/>
                </a:solidFill>
              </a:endParaRPr>
            </a:p>
          </p:txBody>
        </p:sp>
        <p:sp>
          <p:nvSpPr>
            <p:cNvPr id="14" name="Google Shape;221;p34">
              <a:extLst>
                <a:ext uri="{FF2B5EF4-FFF2-40B4-BE49-F238E27FC236}">
                  <a16:creationId xmlns:a16="http://schemas.microsoft.com/office/drawing/2014/main" id="{AACD9631-721E-6C80-EC2F-65DE9ECBB686}"/>
                </a:ext>
              </a:extLst>
            </p:cNvPr>
            <p:cNvSpPr txBox="1"/>
            <p:nvPr/>
          </p:nvSpPr>
          <p:spPr>
            <a:xfrm>
              <a:off x="2810343" y="1496381"/>
              <a:ext cx="2462997" cy="2810880"/>
            </a:xfrm>
            <a:prstGeom prst="rect">
              <a:avLst/>
            </a:prstGeom>
            <a:ln/>
          </p:spPr>
          <p:style>
            <a:lnRef idx="1">
              <a:schemeClr val="dk1"/>
            </a:lnRef>
            <a:fillRef idx="2">
              <a:schemeClr val="dk1"/>
            </a:fillRef>
            <a:effectRef idx="1">
              <a:schemeClr val="dk1"/>
            </a:effectRef>
            <a:fontRef idx="minor">
              <a:schemeClr val="dk1"/>
            </a:fontRef>
          </p:style>
          <p:txBody>
            <a:bodyPr spcFirstLastPara="1" wrap="square" lIns="74675" tIns="74675" rIns="99550" bIns="112000" anchor="t" anchorCtr="0">
              <a:noAutofit/>
            </a:bodyPr>
            <a:lstStyle/>
            <a:p>
              <a:pPr marL="114300" marR="0" lvl="1" indent="-114300" algn="l" rtl="0">
                <a:lnSpc>
                  <a:spcPct val="90000"/>
                </a:lnSpc>
                <a:spcBef>
                  <a:spcPts val="0"/>
                </a:spcBef>
                <a:spcAft>
                  <a:spcPts val="0"/>
                </a:spcAft>
                <a:buClr>
                  <a:srgbClr val="000000"/>
                </a:buClr>
                <a:buSzPts val="1400"/>
                <a:buFont typeface="Arial"/>
                <a:buChar char="••"/>
              </a:pPr>
              <a:r>
                <a:rPr lang="en-US" sz="1600" b="0" i="0" u="none" strike="noStrike" cap="none" dirty="0">
                  <a:solidFill>
                    <a:sysClr val="windowText" lastClr="000000"/>
                  </a:solidFill>
                  <a:latin typeface="Calibri"/>
                  <a:ea typeface="Calibri"/>
                  <a:cs typeface="Calibri"/>
                  <a:sym typeface="Calibri"/>
                </a:rPr>
                <a:t>Shift time and resources currently performing repetitive administrative tasks toward accomplishing core capabilities and mission outcomes</a:t>
              </a:r>
              <a:endParaRPr sz="1600" b="0" i="0" u="none" strike="noStrike" cap="none" dirty="0">
                <a:solidFill>
                  <a:sysClr val="windowText" lastClr="000000"/>
                </a:solidFill>
                <a:latin typeface="Calibri"/>
                <a:ea typeface="Calibri"/>
                <a:cs typeface="Calibri"/>
                <a:sym typeface="Calibri"/>
              </a:endParaRPr>
            </a:p>
            <a:p>
              <a:pPr marL="114300" marR="0" lvl="1" indent="-114300" algn="l" rtl="0">
                <a:lnSpc>
                  <a:spcPct val="90000"/>
                </a:lnSpc>
                <a:spcBef>
                  <a:spcPts val="210"/>
                </a:spcBef>
                <a:spcAft>
                  <a:spcPts val="0"/>
                </a:spcAft>
                <a:buClr>
                  <a:srgbClr val="000000"/>
                </a:buClr>
                <a:buSzPts val="1400"/>
                <a:buFont typeface="Arial"/>
                <a:buChar char="••"/>
              </a:pPr>
              <a:r>
                <a:rPr lang="en-US" sz="1600" b="0" i="0" u="none" strike="noStrike" cap="none" dirty="0">
                  <a:solidFill>
                    <a:sysClr val="windowText" lastClr="000000"/>
                  </a:solidFill>
                  <a:latin typeface="Calibri"/>
                  <a:ea typeface="Calibri"/>
                  <a:cs typeface="Calibri"/>
                  <a:sym typeface="Calibri"/>
                </a:rPr>
                <a:t>Optimize total cost of ownership considering human and fiscal resources</a:t>
              </a:r>
              <a:endParaRPr sz="1600" b="0" i="0" u="none" strike="noStrike" cap="none" dirty="0">
                <a:solidFill>
                  <a:sysClr val="windowText" lastClr="000000"/>
                </a:solidFill>
                <a:latin typeface="Calibri"/>
                <a:ea typeface="Calibri"/>
                <a:cs typeface="Calibri"/>
                <a:sym typeface="Calibri"/>
              </a:endParaRPr>
            </a:p>
          </p:txBody>
        </p:sp>
        <p:sp>
          <p:nvSpPr>
            <p:cNvPr id="15" name="Google Shape;222;p34">
              <a:extLst>
                <a:ext uri="{FF2B5EF4-FFF2-40B4-BE49-F238E27FC236}">
                  <a16:creationId xmlns:a16="http://schemas.microsoft.com/office/drawing/2014/main" id="{562E1903-3DDE-921B-9472-E46BCF39F13D}"/>
                </a:ext>
              </a:extLst>
            </p:cNvPr>
            <p:cNvSpPr/>
            <p:nvPr/>
          </p:nvSpPr>
          <p:spPr>
            <a:xfrm>
              <a:off x="5618161" y="500723"/>
              <a:ext cx="2462997" cy="1170978"/>
            </a:xfrm>
            <a:prstGeom prst="rect">
              <a:avLst/>
            </a:pr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solidFill>
                  <a:sysClr val="windowText" lastClr="000000"/>
                </a:solidFill>
              </a:endParaRPr>
            </a:p>
          </p:txBody>
        </p:sp>
        <p:sp>
          <p:nvSpPr>
            <p:cNvPr id="16" name="Google Shape;223;p34">
              <a:extLst>
                <a:ext uri="{FF2B5EF4-FFF2-40B4-BE49-F238E27FC236}">
                  <a16:creationId xmlns:a16="http://schemas.microsoft.com/office/drawing/2014/main" id="{63B68E42-D165-46DB-2A96-3D9127F0731B}"/>
                </a:ext>
              </a:extLst>
            </p:cNvPr>
            <p:cNvSpPr txBox="1"/>
            <p:nvPr/>
          </p:nvSpPr>
          <p:spPr>
            <a:xfrm>
              <a:off x="5618161" y="500723"/>
              <a:ext cx="2462997" cy="1170978"/>
            </a:xfrm>
            <a:prstGeom prst="rect">
              <a:avLst/>
            </a:prstGeom>
            <a:ln/>
          </p:spPr>
          <p:style>
            <a:lnRef idx="1">
              <a:schemeClr val="dk1"/>
            </a:lnRef>
            <a:fillRef idx="2">
              <a:schemeClr val="dk1"/>
            </a:fillRef>
            <a:effectRef idx="1">
              <a:schemeClr val="dk1"/>
            </a:effectRef>
            <a:fontRef idx="minor">
              <a:schemeClr val="dk1"/>
            </a:fontRef>
          </p:style>
          <p:txBody>
            <a:bodyPr spcFirstLastPara="1" wrap="square" lIns="142225" tIns="81275" rIns="142225" bIns="81275" anchor="ctr" anchorCtr="0">
              <a:noAutofit/>
            </a:bodyPr>
            <a:lstStyle/>
            <a:p>
              <a:pPr marL="0" marR="0" lvl="0" indent="0" algn="ctr" rtl="0">
                <a:lnSpc>
                  <a:spcPct val="90000"/>
                </a:lnSpc>
                <a:spcBef>
                  <a:spcPts val="0"/>
                </a:spcBef>
                <a:spcAft>
                  <a:spcPts val="0"/>
                </a:spcAft>
                <a:buNone/>
              </a:pPr>
              <a:r>
                <a:rPr lang="en-US" sz="2000" b="1" i="0" u="none" strike="noStrike" cap="none" dirty="0">
                  <a:solidFill>
                    <a:sysClr val="windowText" lastClr="000000"/>
                  </a:solidFill>
                  <a:latin typeface="Calibri"/>
                  <a:ea typeface="Calibri"/>
                  <a:cs typeface="Calibri"/>
                  <a:sym typeface="Calibri"/>
                </a:rPr>
                <a:t>Comply with law, regulations, policy and best practices such as:</a:t>
              </a:r>
              <a:endParaRPr sz="2000" b="1" i="0" u="none" strike="noStrike" cap="none" dirty="0">
                <a:solidFill>
                  <a:sysClr val="windowText" lastClr="000000"/>
                </a:solidFill>
                <a:latin typeface="Calibri"/>
                <a:ea typeface="Calibri"/>
                <a:cs typeface="Calibri"/>
                <a:sym typeface="Calibri"/>
              </a:endParaRPr>
            </a:p>
          </p:txBody>
        </p:sp>
        <p:sp>
          <p:nvSpPr>
            <p:cNvPr id="17" name="Google Shape;224;p34">
              <a:extLst>
                <a:ext uri="{FF2B5EF4-FFF2-40B4-BE49-F238E27FC236}">
                  <a16:creationId xmlns:a16="http://schemas.microsoft.com/office/drawing/2014/main" id="{C6595E7D-1136-42BD-7FEC-8645DC92E720}"/>
                </a:ext>
              </a:extLst>
            </p:cNvPr>
            <p:cNvSpPr/>
            <p:nvPr/>
          </p:nvSpPr>
          <p:spPr>
            <a:xfrm>
              <a:off x="5618161" y="1650784"/>
              <a:ext cx="2462997" cy="2666934"/>
            </a:xfrm>
            <a:prstGeom prst="rect">
              <a:avLst/>
            </a:prstGeom>
            <a:ln>
              <a:headEnd type="none" w="sm" len="sm"/>
              <a:tailEnd type="none" w="sm" len="sm"/>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a:solidFill>
                  <a:sysClr val="windowText" lastClr="000000"/>
                </a:solidFill>
              </a:endParaRPr>
            </a:p>
          </p:txBody>
        </p:sp>
        <p:sp>
          <p:nvSpPr>
            <p:cNvPr id="18" name="Google Shape;225;p34">
              <a:extLst>
                <a:ext uri="{FF2B5EF4-FFF2-40B4-BE49-F238E27FC236}">
                  <a16:creationId xmlns:a16="http://schemas.microsoft.com/office/drawing/2014/main" id="{776BEFEB-C9F9-65DD-99A2-FF98E2527436}"/>
                </a:ext>
              </a:extLst>
            </p:cNvPr>
            <p:cNvSpPr txBox="1"/>
            <p:nvPr/>
          </p:nvSpPr>
          <p:spPr>
            <a:xfrm>
              <a:off x="5618161" y="1650784"/>
              <a:ext cx="2462997" cy="2666934"/>
            </a:xfrm>
            <a:prstGeom prst="rect">
              <a:avLst/>
            </a:prstGeom>
            <a:ln/>
          </p:spPr>
          <p:style>
            <a:lnRef idx="1">
              <a:schemeClr val="dk1"/>
            </a:lnRef>
            <a:fillRef idx="2">
              <a:schemeClr val="dk1"/>
            </a:fillRef>
            <a:effectRef idx="1">
              <a:schemeClr val="dk1"/>
            </a:effectRef>
            <a:fontRef idx="minor">
              <a:schemeClr val="dk1"/>
            </a:fontRef>
          </p:style>
          <p:txBody>
            <a:bodyPr spcFirstLastPara="1" wrap="square" lIns="74675" tIns="74675" rIns="99550" bIns="112000" anchor="t" anchorCtr="0">
              <a:noAutofit/>
            </a:bodyPr>
            <a:lstStyle/>
            <a:p>
              <a:pPr marL="114300" marR="0" lvl="1" indent="-114300" algn="l" rtl="0">
                <a:lnSpc>
                  <a:spcPct val="90000"/>
                </a:lnSpc>
                <a:spcBef>
                  <a:spcPts val="0"/>
                </a:spcBef>
                <a:spcAft>
                  <a:spcPts val="0"/>
                </a:spcAft>
                <a:buClr>
                  <a:srgbClr val="000000"/>
                </a:buClr>
                <a:buSzPts val="1400"/>
                <a:buFont typeface="Arial"/>
                <a:buChar char="••"/>
              </a:pPr>
              <a:r>
                <a:rPr lang="en-US" sz="1600" b="0" i="0" u="none" strike="noStrike" cap="none" dirty="0">
                  <a:solidFill>
                    <a:sysClr val="windowText" lastClr="000000"/>
                  </a:solidFill>
                  <a:latin typeface="Calibri"/>
                  <a:ea typeface="Calibri"/>
                  <a:cs typeface="Calibri"/>
                  <a:sym typeface="Calibri"/>
                </a:rPr>
                <a:t>Federal Acquisition Regulation (FAR) and agency policies /supplements</a:t>
              </a:r>
              <a:endParaRPr sz="1600" b="0" i="0" u="none" strike="noStrike" cap="none" dirty="0">
                <a:solidFill>
                  <a:sysClr val="windowText" lastClr="000000"/>
                </a:solidFill>
                <a:latin typeface="Calibri"/>
                <a:ea typeface="Calibri"/>
                <a:cs typeface="Calibri"/>
                <a:sym typeface="Calibri"/>
              </a:endParaRPr>
            </a:p>
            <a:p>
              <a:pPr marL="114300" marR="0" lvl="1" indent="-114300" algn="l" rtl="0">
                <a:lnSpc>
                  <a:spcPct val="90000"/>
                </a:lnSpc>
                <a:spcBef>
                  <a:spcPts val="210"/>
                </a:spcBef>
                <a:spcAft>
                  <a:spcPts val="0"/>
                </a:spcAft>
                <a:buClr>
                  <a:srgbClr val="000000"/>
                </a:buClr>
                <a:buSzPts val="1400"/>
                <a:buFont typeface="Arial"/>
                <a:buChar char="••"/>
              </a:pPr>
              <a:r>
                <a:rPr lang="en-US" sz="1600" b="0" i="0" u="none" strike="noStrike" cap="none" dirty="0">
                  <a:solidFill>
                    <a:sysClr val="windowText" lastClr="000000"/>
                  </a:solidFill>
                  <a:latin typeface="Calibri"/>
                  <a:ea typeface="Calibri"/>
                  <a:cs typeface="Calibri"/>
                  <a:sym typeface="Calibri"/>
                </a:rPr>
                <a:t>Competition in Contracting Act (CICA)</a:t>
              </a:r>
              <a:endParaRPr sz="1600" b="0" i="0" u="none" strike="noStrike" cap="none" dirty="0">
                <a:solidFill>
                  <a:sysClr val="windowText" lastClr="000000"/>
                </a:solidFill>
                <a:latin typeface="Calibri"/>
                <a:ea typeface="Calibri"/>
                <a:cs typeface="Calibri"/>
                <a:sym typeface="Calibri"/>
              </a:endParaRPr>
            </a:p>
            <a:p>
              <a:pPr marL="114300" marR="0" lvl="1" indent="-114300" algn="l" rtl="0">
                <a:lnSpc>
                  <a:spcPct val="90000"/>
                </a:lnSpc>
                <a:spcBef>
                  <a:spcPts val="210"/>
                </a:spcBef>
                <a:spcAft>
                  <a:spcPts val="0"/>
                </a:spcAft>
                <a:buClr>
                  <a:srgbClr val="000000"/>
                </a:buClr>
                <a:buSzPts val="1400"/>
                <a:buFont typeface="Arial"/>
                <a:buChar char="••"/>
              </a:pPr>
              <a:r>
                <a:rPr lang="en-US" sz="1600" b="0" i="0" u="none" strike="noStrike" cap="none" dirty="0">
                  <a:solidFill>
                    <a:sysClr val="windowText" lastClr="000000"/>
                  </a:solidFill>
                  <a:latin typeface="Calibri"/>
                  <a:ea typeface="Calibri"/>
                  <a:cs typeface="Calibri"/>
                  <a:sym typeface="Calibri"/>
                </a:rPr>
                <a:t>President’s Management and Budget Agenda</a:t>
              </a:r>
              <a:endParaRPr sz="1600" b="0" i="0" u="none" strike="noStrike" cap="none" dirty="0">
                <a:solidFill>
                  <a:sysClr val="windowText" lastClr="000000"/>
                </a:solidFill>
                <a:latin typeface="Calibri"/>
                <a:ea typeface="Calibri"/>
                <a:cs typeface="Calibri"/>
                <a:sym typeface="Calibri"/>
              </a:endParaRPr>
            </a:p>
            <a:p>
              <a:pPr marL="114300" marR="0" lvl="1" indent="-114300" algn="l" rtl="0">
                <a:lnSpc>
                  <a:spcPct val="90000"/>
                </a:lnSpc>
                <a:spcBef>
                  <a:spcPts val="210"/>
                </a:spcBef>
                <a:spcAft>
                  <a:spcPts val="0"/>
                </a:spcAft>
                <a:buClr>
                  <a:srgbClr val="000000"/>
                </a:buClr>
                <a:buSzPts val="1400"/>
                <a:buFont typeface="Arial"/>
                <a:buChar char="••"/>
              </a:pPr>
              <a:r>
                <a:rPr lang="en-US" sz="1600" b="0" i="0" u="none" strike="noStrike" cap="none" dirty="0">
                  <a:solidFill>
                    <a:sysClr val="windowText" lastClr="000000"/>
                  </a:solidFill>
                  <a:latin typeface="Calibri"/>
                  <a:ea typeface="Calibri"/>
                  <a:cs typeface="Calibri"/>
                  <a:sym typeface="Calibri"/>
                </a:rPr>
                <a:t>Small Business initiatives</a:t>
              </a:r>
              <a:endParaRPr sz="1600" b="0" i="0" u="none" strike="noStrike" cap="none" dirty="0">
                <a:solidFill>
                  <a:sysClr val="windowText" lastClr="000000"/>
                </a:solidFill>
                <a:latin typeface="Calibri"/>
                <a:ea typeface="Calibri"/>
                <a:cs typeface="Calibri"/>
                <a:sym typeface="Calibri"/>
              </a:endParaRPr>
            </a:p>
            <a:p>
              <a:pPr marL="114300" marR="0" lvl="1" indent="-114300" algn="l" rtl="0">
                <a:lnSpc>
                  <a:spcPct val="90000"/>
                </a:lnSpc>
                <a:spcBef>
                  <a:spcPts val="210"/>
                </a:spcBef>
                <a:spcAft>
                  <a:spcPts val="0"/>
                </a:spcAft>
                <a:buClr>
                  <a:srgbClr val="000000"/>
                </a:buClr>
                <a:buSzPts val="1400"/>
                <a:buFont typeface="Arial"/>
                <a:buChar char="••"/>
              </a:pPr>
              <a:r>
                <a:rPr lang="en-US" sz="1600" b="0" i="0" u="none" strike="noStrike" cap="none" dirty="0">
                  <a:solidFill>
                    <a:sysClr val="windowText" lastClr="000000"/>
                  </a:solidFill>
                  <a:latin typeface="Calibri"/>
                  <a:ea typeface="Calibri"/>
                  <a:cs typeface="Calibri"/>
                  <a:sym typeface="Calibri"/>
                </a:rPr>
                <a:t>Best practices and recommendations </a:t>
              </a:r>
              <a:endParaRPr sz="1600" b="0" i="0" u="none" strike="noStrike" cap="none" dirty="0">
                <a:solidFill>
                  <a:sysClr val="windowText" lastClr="000000"/>
                </a:solidFill>
                <a:latin typeface="Calibri"/>
                <a:ea typeface="Calibri"/>
                <a:cs typeface="Calibri"/>
                <a:sym typeface="Calibri"/>
              </a:endParaRPr>
            </a:p>
          </p:txBody>
        </p:sp>
      </p:grpSp>
      <p:sp>
        <p:nvSpPr>
          <p:cNvPr id="19" name="Rectangle 59">
            <a:extLst>
              <a:ext uri="{FF2B5EF4-FFF2-40B4-BE49-F238E27FC236}">
                <a16:creationId xmlns:a16="http://schemas.microsoft.com/office/drawing/2014/main" id="{5FAC4A01-212E-A14F-61CB-D076EDE5A7AC}"/>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lvl="0" eaLnBrk="1" fontAlgn="auto" hangingPunct="1">
              <a:spcBef>
                <a:spcPts val="0"/>
              </a:spcBef>
              <a:spcAft>
                <a:spcPts val="0"/>
              </a:spcAft>
              <a:defRPr/>
            </a:pPr>
            <a:r>
              <a:rPr lang="en-US" altLang="en-US" sz="1200" b="1" dirty="0">
                <a:solidFill>
                  <a:srgbClr val="00B050"/>
                </a:solidFill>
                <a:ea typeface="ＭＳ Ｐゴシック"/>
                <a:cs typeface="Arial" panose="020B0604020202020204" pitchFamily="34" charset="0"/>
              </a:rPr>
              <a:t>UNCLASSIFIED</a:t>
            </a:r>
            <a:endPar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endParaRPr>
          </a:p>
        </p:txBody>
      </p:sp>
      <p:sp>
        <p:nvSpPr>
          <p:cNvPr id="20" name="Rectangle 59">
            <a:extLst>
              <a:ext uri="{FF2B5EF4-FFF2-40B4-BE49-F238E27FC236}">
                <a16:creationId xmlns:a16="http://schemas.microsoft.com/office/drawing/2014/main" id="{2D3492CB-3161-0B7A-F7A8-450335B44F40}"/>
              </a:ext>
            </a:extLst>
          </p:cNvPr>
          <p:cNvSpPr>
            <a:spLocks noChangeArrowheads="1"/>
          </p:cNvSpPr>
          <p:nvPr/>
        </p:nvSpPr>
        <p:spPr bwMode="auto">
          <a:xfrm>
            <a:off x="5587238" y="6578605"/>
            <a:ext cx="1321196" cy="276999"/>
          </a:xfrm>
          <a:prstGeom prst="rect">
            <a:avLst/>
          </a:prstGeom>
          <a:noFill/>
          <a:ln>
            <a:noFill/>
          </a:ln>
        </p:spPr>
        <p:txBody>
          <a:bodyPr wrap="none">
            <a:spAutoFit/>
          </a:bodyPr>
          <a:lstStyle/>
          <a:p>
            <a:pPr lvl="0" eaLnBrk="1" fontAlgn="auto" hangingPunct="1">
              <a:spcBef>
                <a:spcPts val="0"/>
              </a:spcBef>
              <a:spcAft>
                <a:spcPts val="0"/>
              </a:spcAft>
              <a:defRPr/>
            </a:pPr>
            <a:r>
              <a:rPr lang="en-US" altLang="en-US" sz="1200" b="1" dirty="0">
                <a:solidFill>
                  <a:srgbClr val="00B050"/>
                </a:solidFill>
                <a:ea typeface="ＭＳ Ｐゴシック"/>
                <a:cs typeface="Arial" panose="020B0604020202020204" pitchFamily="34" charset="0"/>
              </a:rPr>
              <a:t>UNCLASSIFIED</a:t>
            </a:r>
            <a:endPar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endParaRPr>
          </a:p>
        </p:txBody>
      </p:sp>
    </p:spTree>
    <p:extLst>
      <p:ext uri="{BB962C8B-B14F-4D97-AF65-F5344CB8AC3E}">
        <p14:creationId xmlns:p14="http://schemas.microsoft.com/office/powerpoint/2010/main" val="3481848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42FBD-2027-470F-A8DB-8CCAB23C37E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315186-F4F7-236A-22D9-69C45CAEFDCD}"/>
              </a:ext>
            </a:extLst>
          </p:cNvPr>
          <p:cNvSpPr>
            <a:spLocks noGrp="1"/>
          </p:cNvSpPr>
          <p:nvPr>
            <p:ph type="sldNum" sz="quarter" idx="11"/>
          </p:nvPr>
        </p:nvSpPr>
        <p:spPr/>
        <p:txBody>
          <a:bodyPr/>
          <a:lstStyle/>
          <a:p>
            <a:fld id="{8701F072-8BDC-4214-AD48-BDFCA27B0618}" type="slidenum">
              <a:rPr lang="en-US" smtClean="0"/>
              <a:pPr/>
              <a:t>14</a:t>
            </a:fld>
            <a:endParaRPr lang="en-US"/>
          </a:p>
        </p:txBody>
      </p:sp>
      <p:sp>
        <p:nvSpPr>
          <p:cNvPr id="3" name="Google Shape;142;p26">
            <a:extLst>
              <a:ext uri="{FF2B5EF4-FFF2-40B4-BE49-F238E27FC236}">
                <a16:creationId xmlns:a16="http://schemas.microsoft.com/office/drawing/2014/main" id="{DA0DEEDF-01CC-A3A9-906F-7A89A76D1C14}"/>
              </a:ext>
            </a:extLst>
          </p:cNvPr>
          <p:cNvSpPr txBox="1">
            <a:spLocks/>
          </p:cNvSpPr>
          <p:nvPr/>
        </p:nvSpPr>
        <p:spPr>
          <a:xfrm>
            <a:off x="1929484" y="304476"/>
            <a:ext cx="8520600" cy="763500"/>
          </a:xfrm>
          <a:prstGeom prst="rect">
            <a:avLst/>
          </a:prstGeom>
          <a:noFill/>
          <a:ln>
            <a:noFill/>
          </a:ln>
        </p:spPr>
        <p:txBody>
          <a:bodyPr spcFirstLastPara="1" wrap="square" lIns="91425" tIns="91425" rIns="91425" bIns="91425" anchor="t" anchorCtr="0">
            <a:noAutofit/>
          </a:bodyPr>
          <a:lstStyle>
            <a:lvl1pPr marL="342900" indent="-342900" algn="l" rtl="0" eaLnBrk="0" fontAlgn="base" hangingPunct="0">
              <a:spcBef>
                <a:spcPct val="0"/>
              </a:spcBef>
              <a:spcAft>
                <a:spcPct val="0"/>
              </a:spcAft>
              <a:defRPr sz="2400" b="0" i="0">
                <a:solidFill>
                  <a:schemeClr val="tx2"/>
                </a:solidFill>
                <a:latin typeface="Arial Regular"/>
                <a:ea typeface="+mj-ea"/>
                <a:cs typeface="Arial" pitchFamily="34" charset="0"/>
              </a:defRPr>
            </a:lvl1pPr>
            <a:lvl2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2pPr>
            <a:lvl3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3pPr>
            <a:lvl4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4pPr>
            <a:lvl5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5pPr>
            <a:lvl6pPr marL="685800" indent="-342900" algn="l" rtl="0" fontAlgn="base">
              <a:spcBef>
                <a:spcPct val="0"/>
              </a:spcBef>
              <a:spcAft>
                <a:spcPct val="0"/>
              </a:spcAft>
              <a:defRPr sz="2400" b="1">
                <a:solidFill>
                  <a:schemeClr val="tx2"/>
                </a:solidFill>
                <a:latin typeface="Univers" pitchFamily="34" charset="-18"/>
                <a:ea typeface="ＭＳ Ｐゴシック" pitchFamily="20" charset="-128"/>
              </a:defRPr>
            </a:lvl6pPr>
            <a:lvl7pPr marL="1028700" indent="-342900" algn="l" rtl="0" fontAlgn="base">
              <a:spcBef>
                <a:spcPct val="0"/>
              </a:spcBef>
              <a:spcAft>
                <a:spcPct val="0"/>
              </a:spcAft>
              <a:defRPr sz="2400" b="1">
                <a:solidFill>
                  <a:schemeClr val="tx2"/>
                </a:solidFill>
                <a:latin typeface="Univers" pitchFamily="34" charset="-18"/>
                <a:ea typeface="ＭＳ Ｐゴシック" pitchFamily="20" charset="-128"/>
              </a:defRPr>
            </a:lvl7pPr>
            <a:lvl8pPr marL="1371600" indent="-342900" algn="l" rtl="0" fontAlgn="base">
              <a:spcBef>
                <a:spcPct val="0"/>
              </a:spcBef>
              <a:spcAft>
                <a:spcPct val="0"/>
              </a:spcAft>
              <a:defRPr sz="2400" b="1">
                <a:solidFill>
                  <a:schemeClr val="tx2"/>
                </a:solidFill>
                <a:latin typeface="Univers" pitchFamily="34" charset="-18"/>
                <a:ea typeface="ＭＳ Ｐゴシック" pitchFamily="20" charset="-128"/>
              </a:defRPr>
            </a:lvl8pPr>
            <a:lvl9pPr marL="1714500" indent="-342900" algn="l" rtl="0" fontAlgn="base">
              <a:spcBef>
                <a:spcPct val="0"/>
              </a:spcBef>
              <a:spcAft>
                <a:spcPct val="0"/>
              </a:spcAft>
              <a:defRPr sz="2400" b="1">
                <a:solidFill>
                  <a:schemeClr val="tx2"/>
                </a:solidFill>
                <a:latin typeface="Univers" pitchFamily="34" charset="-18"/>
                <a:ea typeface="ＭＳ Ｐゴシック" pitchFamily="20" charset="-128"/>
              </a:defRPr>
            </a:lvl9pPr>
          </a:lstStyle>
          <a:p>
            <a:pPr marL="0" indent="0">
              <a:spcBef>
                <a:spcPts val="0"/>
              </a:spcBef>
              <a:spcAft>
                <a:spcPts val="0"/>
              </a:spcAft>
              <a:buClr>
                <a:srgbClr val="434343"/>
              </a:buClr>
              <a:buSzPts val="3000"/>
              <a:buFont typeface="Proxima Nova"/>
              <a:buNone/>
            </a:pPr>
            <a:r>
              <a:rPr lang="en-US" sz="3200" b="1" kern="0" dirty="0">
                <a:solidFill>
                  <a:schemeClr val="dk1"/>
                </a:solidFill>
              </a:rPr>
              <a:t>TRIDENT’s Scope &amp; Requirements</a:t>
            </a:r>
          </a:p>
        </p:txBody>
      </p:sp>
      <p:sp>
        <p:nvSpPr>
          <p:cNvPr id="4" name="Google Shape;143;p26">
            <a:extLst>
              <a:ext uri="{FF2B5EF4-FFF2-40B4-BE49-F238E27FC236}">
                <a16:creationId xmlns:a16="http://schemas.microsoft.com/office/drawing/2014/main" id="{30884FA4-7CB7-3F83-21D9-DFC42DE3A192}"/>
              </a:ext>
            </a:extLst>
          </p:cNvPr>
          <p:cNvSpPr txBox="1">
            <a:spLocks/>
          </p:cNvSpPr>
          <p:nvPr/>
        </p:nvSpPr>
        <p:spPr>
          <a:xfrm>
            <a:off x="458536" y="1318641"/>
            <a:ext cx="10286773" cy="5071526"/>
          </a:xfrm>
          <a:prstGeom prst="rect">
            <a:avLst/>
          </a:prstGeom>
          <a:noFill/>
          <a:ln>
            <a:noFill/>
          </a:ln>
        </p:spPr>
        <p:txBody>
          <a:bodyPr spcFirstLastPara="1" wrap="square" lIns="91425" tIns="91425" rIns="91425" bIns="91425" anchor="t" anchorCtr="0">
            <a:noAutofit/>
          </a:bodyPr>
          <a:lstStyle>
            <a:lvl1pPr marL="257175" indent="-257175" algn="l" rtl="0" eaLnBrk="0" fontAlgn="base" hangingPunct="0">
              <a:spcBef>
                <a:spcPct val="20000"/>
              </a:spcBef>
              <a:spcAft>
                <a:spcPct val="0"/>
              </a:spcAft>
              <a:buChar char="•"/>
              <a:defRPr sz="2100" b="0" i="0">
                <a:solidFill>
                  <a:schemeClr val="tx1"/>
                </a:solidFill>
                <a:latin typeface="Arial Regular"/>
                <a:ea typeface="+mn-ea"/>
                <a:cs typeface="Arial" pitchFamily="34" charset="0"/>
              </a:defRPr>
            </a:lvl1pPr>
            <a:lvl2pPr marL="557213" indent="-214313" algn="l" rtl="0" eaLnBrk="0" fontAlgn="base" hangingPunct="0">
              <a:spcBef>
                <a:spcPct val="20000"/>
              </a:spcBef>
              <a:spcAft>
                <a:spcPct val="0"/>
              </a:spcAft>
              <a:buChar char="•"/>
              <a:defRPr sz="1800" b="0" i="0">
                <a:solidFill>
                  <a:schemeClr val="tx1"/>
                </a:solidFill>
                <a:latin typeface="Arial Regular"/>
                <a:ea typeface="+mn-ea"/>
                <a:cs typeface="Arial" pitchFamily="34" charset="0"/>
              </a:defRPr>
            </a:lvl2pPr>
            <a:lvl3pPr marL="857250" indent="-171450" algn="l" rtl="0" eaLnBrk="0" fontAlgn="base" hangingPunct="0">
              <a:spcBef>
                <a:spcPct val="20000"/>
              </a:spcBef>
              <a:spcAft>
                <a:spcPct val="0"/>
              </a:spcAft>
              <a:buChar char="•"/>
              <a:defRPr sz="1500" b="0" i="0">
                <a:solidFill>
                  <a:schemeClr val="tx1"/>
                </a:solidFill>
                <a:latin typeface="Arial Regular"/>
                <a:ea typeface="+mn-ea"/>
                <a:cs typeface="Arial" pitchFamily="34" charset="0"/>
              </a:defRPr>
            </a:lvl3pPr>
            <a:lvl4pPr marL="1200150" indent="-171450" algn="l" rtl="0" eaLnBrk="0" fontAlgn="base" hangingPunct="0">
              <a:spcBef>
                <a:spcPct val="20000"/>
              </a:spcBef>
              <a:spcAft>
                <a:spcPct val="0"/>
              </a:spcAft>
              <a:buFont typeface="Times" charset="0"/>
              <a:buChar char="•"/>
              <a:defRPr sz="1200" b="0" i="0">
                <a:solidFill>
                  <a:schemeClr val="tx1"/>
                </a:solidFill>
                <a:latin typeface="Arial Regular"/>
                <a:ea typeface="+mn-ea"/>
                <a:cs typeface="Arial" pitchFamily="34" charset="0"/>
              </a:defRPr>
            </a:lvl4pPr>
            <a:lvl5pPr marL="1543050" indent="-171450" algn="l" rtl="0" eaLnBrk="0" fontAlgn="base" hangingPunct="0">
              <a:spcBef>
                <a:spcPct val="20000"/>
              </a:spcBef>
              <a:spcAft>
                <a:spcPct val="0"/>
              </a:spcAft>
              <a:buFont typeface="Times" charset="0"/>
              <a:buChar char="•"/>
              <a:defRPr sz="1050" b="0" i="0">
                <a:solidFill>
                  <a:schemeClr val="tx1"/>
                </a:solidFill>
                <a:latin typeface="Arial Regular"/>
                <a:ea typeface="+mn-ea"/>
                <a:cs typeface="Arial" pitchFamily="34" charset="0"/>
              </a:defRPr>
            </a:lvl5pPr>
            <a:lvl6pPr marL="1885950" indent="-171450" algn="l" rtl="0" fontAlgn="base">
              <a:spcBef>
                <a:spcPct val="20000"/>
              </a:spcBef>
              <a:spcAft>
                <a:spcPct val="0"/>
              </a:spcAft>
              <a:buFont typeface="Times" pitchFamily="18" charset="0"/>
              <a:buChar char="•"/>
              <a:defRPr sz="1050">
                <a:solidFill>
                  <a:schemeClr val="tx1"/>
                </a:solidFill>
                <a:latin typeface="+mn-lt"/>
                <a:ea typeface="+mn-ea"/>
              </a:defRPr>
            </a:lvl6pPr>
            <a:lvl7pPr marL="2228850" indent="-171450" algn="l" rtl="0" fontAlgn="base">
              <a:spcBef>
                <a:spcPct val="20000"/>
              </a:spcBef>
              <a:spcAft>
                <a:spcPct val="0"/>
              </a:spcAft>
              <a:buFont typeface="Times" pitchFamily="18" charset="0"/>
              <a:buChar char="•"/>
              <a:defRPr sz="1050">
                <a:solidFill>
                  <a:schemeClr val="tx1"/>
                </a:solidFill>
                <a:latin typeface="+mn-lt"/>
                <a:ea typeface="+mn-ea"/>
              </a:defRPr>
            </a:lvl7pPr>
            <a:lvl8pPr marL="2571750" indent="-171450" algn="l" rtl="0" fontAlgn="base">
              <a:spcBef>
                <a:spcPct val="20000"/>
              </a:spcBef>
              <a:spcAft>
                <a:spcPct val="0"/>
              </a:spcAft>
              <a:buFont typeface="Times" pitchFamily="18" charset="0"/>
              <a:buChar char="•"/>
              <a:defRPr sz="1050">
                <a:solidFill>
                  <a:schemeClr val="tx1"/>
                </a:solidFill>
                <a:latin typeface="+mn-lt"/>
                <a:ea typeface="+mn-ea"/>
              </a:defRPr>
            </a:lvl8pPr>
            <a:lvl9pPr marL="2914650" indent="-171450" algn="l" rtl="0" fontAlgn="base">
              <a:spcBef>
                <a:spcPct val="20000"/>
              </a:spcBef>
              <a:spcAft>
                <a:spcPct val="0"/>
              </a:spcAft>
              <a:buFont typeface="Times" pitchFamily="18" charset="0"/>
              <a:buChar char="•"/>
              <a:defRPr sz="1050">
                <a:solidFill>
                  <a:schemeClr val="tx1"/>
                </a:solidFill>
                <a:latin typeface="+mn-lt"/>
                <a:ea typeface="+mn-ea"/>
              </a:defRPr>
            </a:lvl9pPr>
          </a:lstStyle>
          <a:p>
            <a:pPr marL="457200" indent="-320040">
              <a:spcBef>
                <a:spcPts val="200"/>
              </a:spcBef>
              <a:spcAft>
                <a:spcPts val="0"/>
              </a:spcAft>
              <a:buClr>
                <a:srgbClr val="000000"/>
              </a:buClr>
              <a:buSzPts val="1404"/>
              <a:buFontTx/>
              <a:buChar char="●"/>
            </a:pPr>
            <a:r>
              <a:rPr lang="en-US" sz="1800" b="1" u="sng" kern="0" dirty="0">
                <a:solidFill>
                  <a:srgbClr val="000000"/>
                </a:solidFill>
                <a:latin typeface="Arial" panose="020B0604020202020204" pitchFamily="34" charset="0"/>
                <a:ea typeface="Proxima Nova"/>
                <a:sym typeface="Proxima Nova"/>
              </a:rPr>
              <a:t>Scope:</a:t>
            </a:r>
            <a:r>
              <a:rPr lang="en-US" sz="1800" kern="0" dirty="0">
                <a:solidFill>
                  <a:srgbClr val="000000"/>
                </a:solidFill>
                <a:latin typeface="Arial" panose="020B0604020202020204" pitchFamily="34" charset="0"/>
                <a:ea typeface="Proxima Nova"/>
                <a:sym typeface="Proxima Nova"/>
              </a:rPr>
              <a:t> The scope of this requirement will provide effective support for globally integrated operations, timely responses to WMD threats and activities, and enhanced collaboration with interagency and international partners. The requirements of this effort will provide Professional Services to DTRA CZ across multiple tasks to include classified and compartmented support, operational and strategic planning, data-driven decision support, and campaign management. </a:t>
            </a:r>
          </a:p>
          <a:p>
            <a:pPr marL="457200" indent="-320040">
              <a:spcBef>
                <a:spcPts val="200"/>
              </a:spcBef>
              <a:spcAft>
                <a:spcPts val="0"/>
              </a:spcAft>
              <a:buClr>
                <a:srgbClr val="000000"/>
              </a:buClr>
              <a:buSzPts val="1404"/>
              <a:buFontTx/>
              <a:buChar char="●"/>
            </a:pPr>
            <a:endParaRPr lang="en-US" sz="1800" b="1" u="sng" kern="0" dirty="0">
              <a:solidFill>
                <a:srgbClr val="000000"/>
              </a:solidFill>
              <a:latin typeface="Arial" panose="020B0604020202020204" pitchFamily="34" charset="0"/>
              <a:ea typeface="Proxima Nova"/>
              <a:sym typeface="Proxima Nova"/>
            </a:endParaRPr>
          </a:p>
          <a:p>
            <a:pPr marL="457200" indent="-320040">
              <a:spcBef>
                <a:spcPts val="200"/>
              </a:spcBef>
              <a:spcAft>
                <a:spcPts val="0"/>
              </a:spcAft>
              <a:buClr>
                <a:srgbClr val="000000"/>
              </a:buClr>
              <a:buSzPts val="1404"/>
              <a:buFontTx/>
              <a:buChar char="●"/>
            </a:pPr>
            <a:endParaRPr lang="en-US" sz="1800" b="1" u="sng" kern="0" dirty="0">
              <a:solidFill>
                <a:srgbClr val="000000"/>
              </a:solidFill>
              <a:latin typeface="Arial" panose="020B0604020202020204" pitchFamily="34" charset="0"/>
              <a:ea typeface="Proxima Nova"/>
              <a:sym typeface="Proxima Nova"/>
            </a:endParaRPr>
          </a:p>
          <a:p>
            <a:pPr marL="457200" indent="-320040">
              <a:spcBef>
                <a:spcPts val="200"/>
              </a:spcBef>
              <a:spcAft>
                <a:spcPts val="0"/>
              </a:spcAft>
              <a:buClr>
                <a:srgbClr val="000000"/>
              </a:buClr>
              <a:buSzPts val="1404"/>
              <a:buFontTx/>
              <a:buChar char="●"/>
            </a:pPr>
            <a:endParaRPr lang="en-US" sz="1800" b="1" u="sng" kern="0" dirty="0">
              <a:solidFill>
                <a:srgbClr val="000000"/>
              </a:solidFill>
              <a:latin typeface="Arial" panose="020B0604020202020204" pitchFamily="34" charset="0"/>
              <a:ea typeface="Proxima Nova"/>
              <a:sym typeface="Proxima Nova"/>
            </a:endParaRPr>
          </a:p>
          <a:p>
            <a:pPr marL="457200" indent="-320040">
              <a:spcBef>
                <a:spcPts val="200"/>
              </a:spcBef>
              <a:spcAft>
                <a:spcPts val="0"/>
              </a:spcAft>
              <a:buClr>
                <a:srgbClr val="000000"/>
              </a:buClr>
              <a:buSzPts val="1404"/>
              <a:buFontTx/>
              <a:buChar char="●"/>
            </a:pPr>
            <a:endParaRPr lang="en-US" sz="1800" b="1" u="sng" kern="0" dirty="0">
              <a:solidFill>
                <a:srgbClr val="000000"/>
              </a:solidFill>
              <a:latin typeface="Arial" panose="020B0604020202020204" pitchFamily="34" charset="0"/>
              <a:ea typeface="Proxima Nova"/>
              <a:sym typeface="Proxima Nova"/>
            </a:endParaRPr>
          </a:p>
          <a:p>
            <a:pPr marL="457200" indent="-320040">
              <a:spcBef>
                <a:spcPts val="200"/>
              </a:spcBef>
              <a:spcAft>
                <a:spcPts val="0"/>
              </a:spcAft>
              <a:buClr>
                <a:srgbClr val="000000"/>
              </a:buClr>
              <a:buSzPts val="1404"/>
              <a:buFontTx/>
              <a:buChar char="●"/>
            </a:pPr>
            <a:endParaRPr lang="en-US" sz="1800" b="1" u="sng" kern="0" dirty="0">
              <a:solidFill>
                <a:srgbClr val="000000"/>
              </a:solidFill>
              <a:latin typeface="Arial" panose="020B0604020202020204" pitchFamily="34" charset="0"/>
              <a:ea typeface="Proxima Nova"/>
              <a:sym typeface="Proxima Nova"/>
            </a:endParaRPr>
          </a:p>
          <a:p>
            <a:pPr marL="137160" indent="0">
              <a:spcBef>
                <a:spcPts val="200"/>
              </a:spcBef>
              <a:spcAft>
                <a:spcPts val="0"/>
              </a:spcAft>
              <a:buClr>
                <a:srgbClr val="000000"/>
              </a:buClr>
              <a:buSzPts val="1404"/>
              <a:buNone/>
            </a:pPr>
            <a:r>
              <a:rPr lang="en-US" sz="1800" b="1" kern="0" dirty="0">
                <a:solidFill>
                  <a:srgbClr val="000000"/>
                </a:solidFill>
                <a:latin typeface="Arial" panose="020B0604020202020204" pitchFamily="34" charset="0"/>
                <a:ea typeface="Proxima Nova"/>
                <a:sym typeface="Proxima Nova"/>
              </a:rPr>
              <a:t> </a:t>
            </a:r>
            <a:endParaRPr lang="en-US" sz="1800" kern="0" dirty="0">
              <a:solidFill>
                <a:srgbClr val="000000"/>
              </a:solidFill>
              <a:latin typeface="Arial" panose="020B0604020202020204" pitchFamily="34" charset="0"/>
              <a:ea typeface="Proxima Nova"/>
              <a:sym typeface="Proxima Nova"/>
            </a:endParaRPr>
          </a:p>
          <a:p>
            <a:pPr marL="437198" lvl="1" indent="0">
              <a:spcBef>
                <a:spcPts val="200"/>
              </a:spcBef>
              <a:spcAft>
                <a:spcPts val="0"/>
              </a:spcAft>
              <a:buClr>
                <a:srgbClr val="000000"/>
              </a:buClr>
              <a:buSzPts val="1404"/>
              <a:buNone/>
            </a:pPr>
            <a:endParaRPr lang="en-US" sz="1700" kern="0" dirty="0">
              <a:solidFill>
                <a:srgbClr val="000000"/>
              </a:solidFill>
              <a:latin typeface="Arial" panose="020B0604020202020204" pitchFamily="34" charset="0"/>
              <a:ea typeface="Proxima Nova"/>
              <a:sym typeface="Proxima Nova"/>
            </a:endParaRPr>
          </a:p>
          <a:p>
            <a:pPr marL="914400" lvl="1" indent="-317500">
              <a:spcBef>
                <a:spcPts val="200"/>
              </a:spcBef>
              <a:spcAft>
                <a:spcPts val="0"/>
              </a:spcAft>
              <a:buClr>
                <a:srgbClr val="000000"/>
              </a:buClr>
              <a:buSzPts val="1400"/>
              <a:buFontTx/>
              <a:buChar char="○"/>
            </a:pPr>
            <a:endParaRPr lang="en-US" sz="1400" kern="0" dirty="0">
              <a:solidFill>
                <a:srgbClr val="000000"/>
              </a:solidFill>
            </a:endParaRPr>
          </a:p>
          <a:p>
            <a:pPr marL="457200" indent="-228600">
              <a:lnSpc>
                <a:spcPct val="115000"/>
              </a:lnSpc>
              <a:spcBef>
                <a:spcPts val="0"/>
              </a:spcBef>
              <a:spcAft>
                <a:spcPts val="0"/>
              </a:spcAft>
              <a:buSzPts val="1800"/>
              <a:buFontTx/>
              <a:buNone/>
            </a:pPr>
            <a:endParaRPr lang="en-US" kern="0" dirty="0">
              <a:solidFill>
                <a:srgbClr val="E36C0A"/>
              </a:solidFill>
            </a:endParaRPr>
          </a:p>
        </p:txBody>
      </p:sp>
      <p:sp>
        <p:nvSpPr>
          <p:cNvPr id="5" name="Rectangle 59">
            <a:extLst>
              <a:ext uri="{FF2B5EF4-FFF2-40B4-BE49-F238E27FC236}">
                <a16:creationId xmlns:a16="http://schemas.microsoft.com/office/drawing/2014/main" id="{AAFD7B7D-EE76-2D56-8EBF-74AFC3FF54C4}"/>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sp>
        <p:nvSpPr>
          <p:cNvPr id="6" name="Rectangle 59">
            <a:extLst>
              <a:ext uri="{FF2B5EF4-FFF2-40B4-BE49-F238E27FC236}">
                <a16:creationId xmlns:a16="http://schemas.microsoft.com/office/drawing/2014/main" id="{488128D5-C070-4B4A-EBC8-0FA1FAC991DF}"/>
              </a:ext>
            </a:extLst>
          </p:cNvPr>
          <p:cNvSpPr>
            <a:spLocks noChangeArrowheads="1"/>
          </p:cNvSpPr>
          <p:nvPr/>
        </p:nvSpPr>
        <p:spPr bwMode="auto">
          <a:xfrm>
            <a:off x="5587238" y="6578605"/>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graphicFrame>
        <p:nvGraphicFramePr>
          <p:cNvPr id="8" name="Table 7">
            <a:extLst>
              <a:ext uri="{FF2B5EF4-FFF2-40B4-BE49-F238E27FC236}">
                <a16:creationId xmlns:a16="http://schemas.microsoft.com/office/drawing/2014/main" id="{9870A03D-41D4-BA55-892B-4A8AA5C2842B}"/>
              </a:ext>
            </a:extLst>
          </p:cNvPr>
          <p:cNvGraphicFramePr>
            <a:graphicFrameLocks noGrp="1"/>
          </p:cNvGraphicFramePr>
          <p:nvPr>
            <p:extLst>
              <p:ext uri="{D42A27DB-BD31-4B8C-83A1-F6EECF244321}">
                <p14:modId xmlns:p14="http://schemas.microsoft.com/office/powerpoint/2010/main" val="519426916"/>
              </p:ext>
            </p:extLst>
          </p:nvPr>
        </p:nvGraphicFramePr>
        <p:xfrm>
          <a:off x="1129320" y="3084729"/>
          <a:ext cx="8915836" cy="2302313"/>
        </p:xfrm>
        <a:graphic>
          <a:graphicData uri="http://schemas.openxmlformats.org/drawingml/2006/table">
            <a:tbl>
              <a:tblPr firstRow="1" bandRow="1">
                <a:tableStyleId>{5202B0CA-FC54-4496-8BCA-5EF66A818D29}</a:tableStyleId>
              </a:tblPr>
              <a:tblGrid>
                <a:gridCol w="2244088">
                  <a:extLst>
                    <a:ext uri="{9D8B030D-6E8A-4147-A177-3AD203B41FA5}">
                      <a16:colId xmlns:a16="http://schemas.microsoft.com/office/drawing/2014/main" val="309641412"/>
                    </a:ext>
                  </a:extLst>
                </a:gridCol>
                <a:gridCol w="6671748">
                  <a:extLst>
                    <a:ext uri="{9D8B030D-6E8A-4147-A177-3AD203B41FA5}">
                      <a16:colId xmlns:a16="http://schemas.microsoft.com/office/drawing/2014/main" val="315566490"/>
                    </a:ext>
                  </a:extLst>
                </a:gridCol>
              </a:tblGrid>
              <a:tr h="473513">
                <a:tc>
                  <a:txBody>
                    <a:bodyPr/>
                    <a:lstStyle/>
                    <a:p>
                      <a:r>
                        <a:rPr lang="en-US" sz="1800" dirty="0">
                          <a:latin typeface="Arial" panose="020B0604020202020204" pitchFamily="34" charset="0"/>
                          <a:cs typeface="Arial" panose="020B0604020202020204" pitchFamily="34" charset="0"/>
                        </a:rPr>
                        <a:t>Task Number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Arial" panose="020B0604020202020204" pitchFamily="34" charset="0"/>
                          <a:cs typeface="Arial" panose="020B0604020202020204" pitchFamily="34" charset="0"/>
                        </a:rPr>
                        <a:t>Task 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6730234"/>
                  </a:ext>
                </a:extLst>
              </a:tr>
              <a:tr h="349156">
                <a:tc>
                  <a:txBody>
                    <a:bodyPr/>
                    <a:lstStyle/>
                    <a:p>
                      <a:r>
                        <a:rPr lang="en-US" sz="1800" dirty="0">
                          <a:latin typeface="Arial" panose="020B0604020202020204" pitchFamily="34" charset="0"/>
                          <a:cs typeface="Arial" panose="020B0604020202020204" pitchFamily="34" charset="0"/>
                        </a:rPr>
                        <a:t>Task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Arial" panose="020B0604020202020204" pitchFamily="34" charset="0"/>
                          <a:cs typeface="Arial" panose="020B0604020202020204" pitchFamily="34" charset="0"/>
                        </a:rPr>
                        <a:t>Program Management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1259196"/>
                  </a:ext>
                </a:extLst>
              </a:tr>
              <a:tr h="349156">
                <a:tc>
                  <a:txBody>
                    <a:bodyPr/>
                    <a:lstStyle/>
                    <a:p>
                      <a:r>
                        <a:rPr lang="en-US" sz="1800" dirty="0">
                          <a:latin typeface="Arial" panose="020B0604020202020204" pitchFamily="34" charset="0"/>
                          <a:cs typeface="Arial" panose="020B0604020202020204" pitchFamily="34" charset="0"/>
                        </a:rPr>
                        <a:t>Task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Arial" panose="020B0604020202020204" pitchFamily="34" charset="0"/>
                          <a:cs typeface="Arial" panose="020B0604020202020204" pitchFamily="34" charset="0"/>
                        </a:rPr>
                        <a:t>CWMD Advisory Support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8168405"/>
                  </a:ext>
                </a:extLst>
              </a:tr>
              <a:tr h="343514">
                <a:tc>
                  <a:txBody>
                    <a:bodyPr/>
                    <a:lstStyle/>
                    <a:p>
                      <a:r>
                        <a:rPr lang="en-US" sz="1800" dirty="0">
                          <a:latin typeface="Arial" panose="020B0604020202020204" pitchFamily="34" charset="0"/>
                          <a:cs typeface="Arial" panose="020B0604020202020204" pitchFamily="34" charset="0"/>
                        </a:rPr>
                        <a:t>Task 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Arial" panose="020B0604020202020204" pitchFamily="34" charset="0"/>
                          <a:cs typeface="Arial" panose="020B0604020202020204" pitchFamily="34" charset="0"/>
                        </a:rPr>
                        <a:t>Global Engagements (GE) Department Support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6558216"/>
                  </a:ext>
                </a:extLst>
              </a:tr>
              <a:tr h="362107">
                <a:tc>
                  <a:txBody>
                    <a:bodyPr/>
                    <a:lstStyle/>
                    <a:p>
                      <a:r>
                        <a:rPr lang="en-US" sz="1800" dirty="0">
                          <a:latin typeface="Arial" panose="020B0604020202020204" pitchFamily="34" charset="0"/>
                          <a:cs typeface="Arial" panose="020B0604020202020204" pitchFamily="34" charset="0"/>
                        </a:rPr>
                        <a:t>Task 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Arial" panose="020B0604020202020204" pitchFamily="34" charset="0"/>
                          <a:cs typeface="Arial" panose="020B0604020202020204" pitchFamily="34" charset="0"/>
                        </a:rPr>
                        <a:t>Contingency Operations (CO) Department Support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8592106"/>
                  </a:ext>
                </a:extLst>
              </a:tr>
              <a:tr h="143413">
                <a:tc>
                  <a:txBody>
                    <a:bodyPr/>
                    <a:lstStyle/>
                    <a:p>
                      <a:r>
                        <a:rPr lang="en-US" sz="1800" dirty="0">
                          <a:latin typeface="Arial" panose="020B0604020202020204" pitchFamily="34" charset="0"/>
                          <a:cs typeface="Arial" panose="020B0604020202020204" pitchFamily="34" charset="0"/>
                        </a:rPr>
                        <a:t>Task 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Arial" panose="020B0604020202020204" pitchFamily="34" charset="0"/>
                          <a:cs typeface="Arial" panose="020B0604020202020204" pitchFamily="34" charset="0"/>
                        </a:rPr>
                        <a:t>Systems Engineering and Operational Planning Support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14429261"/>
                  </a:ext>
                </a:extLst>
              </a:tr>
            </a:tbl>
          </a:graphicData>
        </a:graphic>
      </p:graphicFrame>
    </p:spTree>
    <p:extLst>
      <p:ext uri="{BB962C8B-B14F-4D97-AF65-F5344CB8AC3E}">
        <p14:creationId xmlns:p14="http://schemas.microsoft.com/office/powerpoint/2010/main" val="2108884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261933-FEB2-9FAB-9733-B2D13D26D458}"/>
              </a:ext>
            </a:extLst>
          </p:cNvPr>
          <p:cNvSpPr>
            <a:spLocks noGrp="1"/>
          </p:cNvSpPr>
          <p:nvPr>
            <p:ph type="sldNum" sz="quarter" idx="11"/>
          </p:nvPr>
        </p:nvSpPr>
        <p:spPr/>
        <p:txBody>
          <a:bodyPr/>
          <a:lstStyle/>
          <a:p>
            <a:fld id="{8701F072-8BDC-4214-AD48-BDFCA27B0618}" type="slidenum">
              <a:rPr lang="en-US" smtClean="0"/>
              <a:pPr/>
              <a:t>15</a:t>
            </a:fld>
            <a:endParaRPr lang="en-US"/>
          </a:p>
        </p:txBody>
      </p:sp>
      <p:sp>
        <p:nvSpPr>
          <p:cNvPr id="3" name="Google Shape;168;p28">
            <a:extLst>
              <a:ext uri="{FF2B5EF4-FFF2-40B4-BE49-F238E27FC236}">
                <a16:creationId xmlns:a16="http://schemas.microsoft.com/office/drawing/2014/main" id="{7FA6F3DC-345F-0F3D-6AEF-F66939BF00FC}"/>
              </a:ext>
            </a:extLst>
          </p:cNvPr>
          <p:cNvSpPr txBox="1">
            <a:spLocks/>
          </p:cNvSpPr>
          <p:nvPr/>
        </p:nvSpPr>
        <p:spPr>
          <a:xfrm>
            <a:off x="1952930" y="274331"/>
            <a:ext cx="8520600" cy="763500"/>
          </a:xfrm>
          <a:prstGeom prst="rect">
            <a:avLst/>
          </a:prstGeom>
          <a:noFill/>
          <a:ln>
            <a:noFill/>
          </a:ln>
        </p:spPr>
        <p:txBody>
          <a:bodyPr spcFirstLastPara="1" wrap="square" lIns="91425" tIns="91425" rIns="91425" bIns="91425" anchor="t" anchorCtr="0">
            <a:noAutofit/>
          </a:bodyPr>
          <a:lstStyle>
            <a:lvl1pPr marL="342900" indent="-342900" algn="l" rtl="0" eaLnBrk="0" fontAlgn="base" hangingPunct="0">
              <a:spcBef>
                <a:spcPct val="0"/>
              </a:spcBef>
              <a:spcAft>
                <a:spcPct val="0"/>
              </a:spcAft>
              <a:defRPr sz="2400" b="0" i="0">
                <a:solidFill>
                  <a:schemeClr val="tx2"/>
                </a:solidFill>
                <a:latin typeface="Arial Regular"/>
                <a:ea typeface="+mj-ea"/>
                <a:cs typeface="Arial" pitchFamily="34" charset="0"/>
              </a:defRPr>
            </a:lvl1pPr>
            <a:lvl2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2pPr>
            <a:lvl3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3pPr>
            <a:lvl4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4pPr>
            <a:lvl5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5pPr>
            <a:lvl6pPr marL="685800" indent="-342900" algn="l" rtl="0" fontAlgn="base">
              <a:spcBef>
                <a:spcPct val="0"/>
              </a:spcBef>
              <a:spcAft>
                <a:spcPct val="0"/>
              </a:spcAft>
              <a:defRPr sz="2400" b="1">
                <a:solidFill>
                  <a:schemeClr val="tx2"/>
                </a:solidFill>
                <a:latin typeface="Univers" pitchFamily="34" charset="-18"/>
                <a:ea typeface="ＭＳ Ｐゴシック" pitchFamily="20" charset="-128"/>
              </a:defRPr>
            </a:lvl6pPr>
            <a:lvl7pPr marL="1028700" indent="-342900" algn="l" rtl="0" fontAlgn="base">
              <a:spcBef>
                <a:spcPct val="0"/>
              </a:spcBef>
              <a:spcAft>
                <a:spcPct val="0"/>
              </a:spcAft>
              <a:defRPr sz="2400" b="1">
                <a:solidFill>
                  <a:schemeClr val="tx2"/>
                </a:solidFill>
                <a:latin typeface="Univers" pitchFamily="34" charset="-18"/>
                <a:ea typeface="ＭＳ Ｐゴシック" pitchFamily="20" charset="-128"/>
              </a:defRPr>
            </a:lvl7pPr>
            <a:lvl8pPr marL="1371600" indent="-342900" algn="l" rtl="0" fontAlgn="base">
              <a:spcBef>
                <a:spcPct val="0"/>
              </a:spcBef>
              <a:spcAft>
                <a:spcPct val="0"/>
              </a:spcAft>
              <a:defRPr sz="2400" b="1">
                <a:solidFill>
                  <a:schemeClr val="tx2"/>
                </a:solidFill>
                <a:latin typeface="Univers" pitchFamily="34" charset="-18"/>
                <a:ea typeface="ＭＳ Ｐゴシック" pitchFamily="20" charset="-128"/>
              </a:defRPr>
            </a:lvl8pPr>
            <a:lvl9pPr marL="1714500" indent="-342900" algn="l" rtl="0" fontAlgn="base">
              <a:spcBef>
                <a:spcPct val="0"/>
              </a:spcBef>
              <a:spcAft>
                <a:spcPct val="0"/>
              </a:spcAft>
              <a:defRPr sz="2400" b="1">
                <a:solidFill>
                  <a:schemeClr val="tx2"/>
                </a:solidFill>
                <a:latin typeface="Univers" pitchFamily="34" charset="-18"/>
                <a:ea typeface="ＭＳ Ｐゴシック" pitchFamily="20" charset="-128"/>
              </a:defRPr>
            </a:lvl9pPr>
          </a:lstStyle>
          <a:p>
            <a:pPr marL="0" indent="0">
              <a:spcBef>
                <a:spcPts val="0"/>
              </a:spcBef>
              <a:spcAft>
                <a:spcPts val="0"/>
              </a:spcAft>
              <a:buSzPts val="3000"/>
            </a:pPr>
            <a:r>
              <a:rPr lang="en-US" sz="3600" b="1" kern="0" dirty="0">
                <a:solidFill>
                  <a:schemeClr val="dk1"/>
                </a:solidFill>
              </a:rPr>
              <a:t>Acquisition Strategy</a:t>
            </a:r>
            <a:endParaRPr lang="en-US" sz="3600" b="1" i="1" kern="0" dirty="0">
              <a:solidFill>
                <a:schemeClr val="dk1"/>
              </a:solidFill>
            </a:endParaRPr>
          </a:p>
        </p:txBody>
      </p:sp>
      <p:sp>
        <p:nvSpPr>
          <p:cNvPr id="4" name="Google Shape;169;p28">
            <a:extLst>
              <a:ext uri="{FF2B5EF4-FFF2-40B4-BE49-F238E27FC236}">
                <a16:creationId xmlns:a16="http://schemas.microsoft.com/office/drawing/2014/main" id="{6504C7E6-21EC-FC45-9EFA-F7E93DCFAF4E}"/>
              </a:ext>
            </a:extLst>
          </p:cNvPr>
          <p:cNvSpPr txBox="1">
            <a:spLocks/>
          </p:cNvSpPr>
          <p:nvPr/>
        </p:nvSpPr>
        <p:spPr>
          <a:xfrm>
            <a:off x="733647" y="1272837"/>
            <a:ext cx="9934353" cy="5062200"/>
          </a:xfrm>
          <a:prstGeom prst="rect">
            <a:avLst/>
          </a:prstGeom>
          <a:noFill/>
          <a:ln>
            <a:noFill/>
          </a:ln>
        </p:spPr>
        <p:txBody>
          <a:bodyPr spcFirstLastPara="1" wrap="square" lIns="91425" tIns="91425" rIns="91425" bIns="91425" anchor="t" anchorCtr="0">
            <a:noAutofit/>
          </a:bodyPr>
          <a:lstStyle>
            <a:lvl1pPr marL="257175" indent="-257175" algn="l" rtl="0" eaLnBrk="0" fontAlgn="base" hangingPunct="0">
              <a:spcBef>
                <a:spcPct val="20000"/>
              </a:spcBef>
              <a:spcAft>
                <a:spcPct val="0"/>
              </a:spcAft>
              <a:buChar char="•"/>
              <a:defRPr sz="2100" b="0" i="0">
                <a:solidFill>
                  <a:schemeClr val="tx1"/>
                </a:solidFill>
                <a:latin typeface="Arial Regular"/>
                <a:ea typeface="+mn-ea"/>
                <a:cs typeface="Arial" pitchFamily="34" charset="0"/>
              </a:defRPr>
            </a:lvl1pPr>
            <a:lvl2pPr marL="557213" indent="-214313" algn="l" rtl="0" eaLnBrk="0" fontAlgn="base" hangingPunct="0">
              <a:spcBef>
                <a:spcPct val="20000"/>
              </a:spcBef>
              <a:spcAft>
                <a:spcPct val="0"/>
              </a:spcAft>
              <a:buChar char="•"/>
              <a:defRPr sz="1800" b="0" i="0">
                <a:solidFill>
                  <a:schemeClr val="tx1"/>
                </a:solidFill>
                <a:latin typeface="Arial Regular"/>
                <a:ea typeface="+mn-ea"/>
                <a:cs typeface="Arial" pitchFamily="34" charset="0"/>
              </a:defRPr>
            </a:lvl2pPr>
            <a:lvl3pPr marL="857250" indent="-171450" algn="l" rtl="0" eaLnBrk="0" fontAlgn="base" hangingPunct="0">
              <a:spcBef>
                <a:spcPct val="20000"/>
              </a:spcBef>
              <a:spcAft>
                <a:spcPct val="0"/>
              </a:spcAft>
              <a:buChar char="•"/>
              <a:defRPr sz="1500" b="0" i="0">
                <a:solidFill>
                  <a:schemeClr val="tx1"/>
                </a:solidFill>
                <a:latin typeface="Arial Regular"/>
                <a:ea typeface="+mn-ea"/>
                <a:cs typeface="Arial" pitchFamily="34" charset="0"/>
              </a:defRPr>
            </a:lvl3pPr>
            <a:lvl4pPr marL="1200150" indent="-171450" algn="l" rtl="0" eaLnBrk="0" fontAlgn="base" hangingPunct="0">
              <a:spcBef>
                <a:spcPct val="20000"/>
              </a:spcBef>
              <a:spcAft>
                <a:spcPct val="0"/>
              </a:spcAft>
              <a:buFont typeface="Times" charset="0"/>
              <a:buChar char="•"/>
              <a:defRPr sz="1200" b="0" i="0">
                <a:solidFill>
                  <a:schemeClr val="tx1"/>
                </a:solidFill>
                <a:latin typeface="Arial Regular"/>
                <a:ea typeface="+mn-ea"/>
                <a:cs typeface="Arial" pitchFamily="34" charset="0"/>
              </a:defRPr>
            </a:lvl4pPr>
            <a:lvl5pPr marL="1543050" indent="-171450" algn="l" rtl="0" eaLnBrk="0" fontAlgn="base" hangingPunct="0">
              <a:spcBef>
                <a:spcPct val="20000"/>
              </a:spcBef>
              <a:spcAft>
                <a:spcPct val="0"/>
              </a:spcAft>
              <a:buFont typeface="Times" charset="0"/>
              <a:buChar char="•"/>
              <a:defRPr sz="1050" b="0" i="0">
                <a:solidFill>
                  <a:schemeClr val="tx1"/>
                </a:solidFill>
                <a:latin typeface="Arial Regular"/>
                <a:ea typeface="+mn-ea"/>
                <a:cs typeface="Arial" pitchFamily="34" charset="0"/>
              </a:defRPr>
            </a:lvl5pPr>
            <a:lvl6pPr marL="1885950" indent="-171450" algn="l" rtl="0" fontAlgn="base">
              <a:spcBef>
                <a:spcPct val="20000"/>
              </a:spcBef>
              <a:spcAft>
                <a:spcPct val="0"/>
              </a:spcAft>
              <a:buFont typeface="Times" pitchFamily="18" charset="0"/>
              <a:buChar char="•"/>
              <a:defRPr sz="1050">
                <a:solidFill>
                  <a:schemeClr val="tx1"/>
                </a:solidFill>
                <a:latin typeface="+mn-lt"/>
                <a:ea typeface="+mn-ea"/>
              </a:defRPr>
            </a:lvl6pPr>
            <a:lvl7pPr marL="2228850" indent="-171450" algn="l" rtl="0" fontAlgn="base">
              <a:spcBef>
                <a:spcPct val="20000"/>
              </a:spcBef>
              <a:spcAft>
                <a:spcPct val="0"/>
              </a:spcAft>
              <a:buFont typeface="Times" pitchFamily="18" charset="0"/>
              <a:buChar char="•"/>
              <a:defRPr sz="1050">
                <a:solidFill>
                  <a:schemeClr val="tx1"/>
                </a:solidFill>
                <a:latin typeface="+mn-lt"/>
                <a:ea typeface="+mn-ea"/>
              </a:defRPr>
            </a:lvl7pPr>
            <a:lvl8pPr marL="2571750" indent="-171450" algn="l" rtl="0" fontAlgn="base">
              <a:spcBef>
                <a:spcPct val="20000"/>
              </a:spcBef>
              <a:spcAft>
                <a:spcPct val="0"/>
              </a:spcAft>
              <a:buFont typeface="Times" pitchFamily="18" charset="0"/>
              <a:buChar char="•"/>
              <a:defRPr sz="1050">
                <a:solidFill>
                  <a:schemeClr val="tx1"/>
                </a:solidFill>
                <a:latin typeface="+mn-lt"/>
                <a:ea typeface="+mn-ea"/>
              </a:defRPr>
            </a:lvl8pPr>
            <a:lvl9pPr marL="2914650" indent="-171450" algn="l" rtl="0" fontAlgn="base">
              <a:spcBef>
                <a:spcPct val="20000"/>
              </a:spcBef>
              <a:spcAft>
                <a:spcPct val="0"/>
              </a:spcAft>
              <a:buFont typeface="Times" pitchFamily="18" charset="0"/>
              <a:buChar char="•"/>
              <a:defRPr sz="1050">
                <a:solidFill>
                  <a:schemeClr val="tx1"/>
                </a:solidFill>
                <a:latin typeface="+mn-lt"/>
                <a:ea typeface="+mn-ea"/>
              </a:defRPr>
            </a:lvl9pPr>
          </a:lstStyle>
          <a:p>
            <a:pPr marL="457200" indent="-339090">
              <a:spcBef>
                <a:spcPts val="0"/>
              </a:spcBef>
              <a:spcAft>
                <a:spcPts val="0"/>
              </a:spcAft>
              <a:buClr>
                <a:schemeClr val="dk1"/>
              </a:buClr>
              <a:buSzPts val="1704"/>
              <a:buFontTx/>
              <a:buChar char="●"/>
            </a:pPr>
            <a:r>
              <a:rPr lang="en-US" sz="2000" b="1" kern="0" dirty="0">
                <a:solidFill>
                  <a:schemeClr val="dk1"/>
                </a:solidFill>
                <a:latin typeface="Arial" panose="020B0604020202020204" pitchFamily="34" charset="0"/>
                <a:ea typeface="Proxima Nova"/>
                <a:sym typeface="Proxima Nova"/>
              </a:rPr>
              <a:t>Anticipated Contract Vehicle: </a:t>
            </a:r>
            <a:r>
              <a:rPr lang="en-US" sz="2000" kern="0" dirty="0">
                <a:solidFill>
                  <a:schemeClr val="dk1"/>
                </a:solidFill>
                <a:latin typeface="Arial" panose="020B0604020202020204" pitchFamily="34" charset="0"/>
                <a:ea typeface="Proxima Nova"/>
                <a:sym typeface="Proxima Nova"/>
              </a:rPr>
              <a:t>General Services Administration (GSA) One Acquisition Solution for Integrated Services Plus (OASIS+) Multiple Award (MA) Indefinite Delivery/Indefinite Quantity (IDIQ) Unrestricted – Pool 1 Contract</a:t>
            </a:r>
          </a:p>
          <a:p>
            <a:pPr marL="457200" indent="-339090">
              <a:spcBef>
                <a:spcPts val="0"/>
              </a:spcBef>
              <a:spcAft>
                <a:spcPts val="0"/>
              </a:spcAft>
              <a:buClr>
                <a:schemeClr val="dk1"/>
              </a:buClr>
              <a:buSzPts val="1704"/>
              <a:buFontTx/>
              <a:buChar char="●"/>
            </a:pPr>
            <a:r>
              <a:rPr lang="en-US" sz="2000" b="1" kern="0" dirty="0">
                <a:solidFill>
                  <a:schemeClr val="dk1"/>
                </a:solidFill>
                <a:latin typeface="Arial" panose="020B0604020202020204" pitchFamily="34" charset="0"/>
                <a:ea typeface="Proxima Nova"/>
                <a:sym typeface="Proxima Nova"/>
              </a:rPr>
              <a:t>Anticipated Contract Type: </a:t>
            </a:r>
            <a:r>
              <a:rPr lang="en-US" sz="2000" kern="0" dirty="0">
                <a:solidFill>
                  <a:schemeClr val="dk1"/>
                </a:solidFill>
                <a:latin typeface="Arial" panose="020B0604020202020204" pitchFamily="34" charset="0"/>
                <a:ea typeface="Proxima Nova"/>
                <a:sym typeface="Proxima Nova"/>
              </a:rPr>
              <a:t>Cost-Type Contract</a:t>
            </a:r>
          </a:p>
          <a:p>
            <a:pPr marL="457200" indent="-339090">
              <a:spcBef>
                <a:spcPts val="0"/>
              </a:spcBef>
              <a:spcAft>
                <a:spcPts val="0"/>
              </a:spcAft>
              <a:buClr>
                <a:schemeClr val="dk1"/>
              </a:buClr>
              <a:buSzPts val="1704"/>
              <a:buFontTx/>
              <a:buChar char="●"/>
            </a:pPr>
            <a:r>
              <a:rPr lang="en-US" sz="2000" b="1" kern="0" dirty="0">
                <a:solidFill>
                  <a:schemeClr val="dk1"/>
                </a:solidFill>
                <a:latin typeface="Arial" panose="020B0604020202020204" pitchFamily="34" charset="0"/>
                <a:ea typeface="Proxima Nova"/>
                <a:sym typeface="Proxima Nova"/>
              </a:rPr>
              <a:t>Projected Award: </a:t>
            </a:r>
            <a:r>
              <a:rPr lang="en-US" sz="2000" kern="0" dirty="0">
                <a:solidFill>
                  <a:schemeClr val="dk1"/>
                </a:solidFill>
                <a:latin typeface="Arial" panose="020B0604020202020204" pitchFamily="34" charset="0"/>
                <a:ea typeface="Proxima Nova"/>
                <a:sym typeface="Proxima Nova"/>
              </a:rPr>
              <a:t>1st Quarter, Fiscal Year 2027</a:t>
            </a:r>
          </a:p>
          <a:p>
            <a:pPr marL="457200" indent="-339090">
              <a:spcBef>
                <a:spcPts val="0"/>
              </a:spcBef>
              <a:spcAft>
                <a:spcPts val="0"/>
              </a:spcAft>
              <a:buClr>
                <a:schemeClr val="dk1"/>
              </a:buClr>
              <a:buSzPts val="1704"/>
              <a:buFontTx/>
              <a:buChar char="●"/>
            </a:pPr>
            <a:r>
              <a:rPr lang="en-US" sz="2000" b="1" kern="0" dirty="0">
                <a:solidFill>
                  <a:schemeClr val="dk1"/>
                </a:solidFill>
                <a:latin typeface="Arial" panose="020B0604020202020204" pitchFamily="34" charset="0"/>
                <a:ea typeface="Proxima Nova"/>
                <a:sym typeface="Proxima Nova"/>
              </a:rPr>
              <a:t>Follow-on Requirement</a:t>
            </a:r>
            <a:r>
              <a:rPr lang="en-US" sz="2000" kern="0" dirty="0">
                <a:solidFill>
                  <a:schemeClr val="dk1"/>
                </a:solidFill>
                <a:latin typeface="Arial" panose="020B0604020202020204" pitchFamily="34" charset="0"/>
                <a:ea typeface="Proxima Nova"/>
                <a:sym typeface="Proxima Nova"/>
              </a:rPr>
              <a:t>: This is a follow-on to tasks currently performed under:</a:t>
            </a:r>
          </a:p>
          <a:p>
            <a:pPr marL="757238" lvl="1" indent="-339090">
              <a:spcBef>
                <a:spcPts val="0"/>
              </a:spcBef>
              <a:spcAft>
                <a:spcPts val="0"/>
              </a:spcAft>
              <a:buClr>
                <a:schemeClr val="dk1"/>
              </a:buClr>
              <a:buSzPts val="1704"/>
              <a:buFont typeface="Courier New" panose="02070309020205020404" pitchFamily="49" charset="0"/>
              <a:buChar char="o"/>
            </a:pPr>
            <a:r>
              <a:rPr lang="en-US" sz="1600" kern="0" dirty="0">
                <a:solidFill>
                  <a:schemeClr val="dk1"/>
                </a:solidFill>
                <a:latin typeface="Arial" panose="020B0604020202020204" pitchFamily="34" charset="0"/>
                <a:ea typeface="Proxima Nova"/>
                <a:sym typeface="Proxima Nova"/>
              </a:rPr>
              <a:t>Decisive Action (DA) - HDTRA1-23-F-0020 (CACI NSS, LLC)</a:t>
            </a:r>
          </a:p>
          <a:p>
            <a:pPr marL="757238" lvl="1" indent="-339090">
              <a:spcBef>
                <a:spcPts val="0"/>
              </a:spcBef>
              <a:spcAft>
                <a:spcPts val="0"/>
              </a:spcAft>
              <a:buClr>
                <a:schemeClr val="dk1"/>
              </a:buClr>
              <a:buSzPts val="1704"/>
              <a:buFont typeface="Courier New" panose="02070309020205020404" pitchFamily="49" charset="0"/>
              <a:buChar char="o"/>
            </a:pPr>
            <a:r>
              <a:rPr lang="en-US" sz="1600" kern="0" dirty="0">
                <a:solidFill>
                  <a:schemeClr val="dk1"/>
                </a:solidFill>
                <a:latin typeface="Arial" panose="020B0604020202020204" pitchFamily="34" charset="0"/>
                <a:ea typeface="Proxima Nova"/>
                <a:sym typeface="Proxima Nova"/>
              </a:rPr>
              <a:t>Diamond Harbor (DH) - HDTRA1-26-F-E016 (Applied Research Associates, Inc.)</a:t>
            </a:r>
            <a:endParaRPr lang="en-US" sz="1600" b="1" kern="0" dirty="0">
              <a:solidFill>
                <a:schemeClr val="dk1"/>
              </a:solidFill>
              <a:latin typeface="Arial" panose="020B0604020202020204" pitchFamily="34" charset="0"/>
              <a:ea typeface="Proxima Nova"/>
              <a:sym typeface="Proxima Nova"/>
            </a:endParaRPr>
          </a:p>
          <a:p>
            <a:pPr marL="457200" indent="-339090">
              <a:spcBef>
                <a:spcPts val="0"/>
              </a:spcBef>
              <a:spcAft>
                <a:spcPts val="0"/>
              </a:spcAft>
              <a:buClr>
                <a:schemeClr val="dk1"/>
              </a:buClr>
              <a:buSzPts val="1704"/>
              <a:buFontTx/>
              <a:buChar char="●"/>
            </a:pPr>
            <a:r>
              <a:rPr lang="en-US" sz="2000" b="1" kern="0" dirty="0">
                <a:solidFill>
                  <a:schemeClr val="dk1"/>
                </a:solidFill>
                <a:latin typeface="Arial" panose="020B0604020202020204" pitchFamily="34" charset="0"/>
                <a:ea typeface="Proxima Nova"/>
                <a:sym typeface="Proxima Nova"/>
              </a:rPr>
              <a:t>Codes: </a:t>
            </a:r>
            <a:r>
              <a:rPr lang="en-US" sz="2000" kern="0" dirty="0">
                <a:solidFill>
                  <a:schemeClr val="dk1"/>
                </a:solidFill>
                <a:latin typeface="Arial" panose="020B0604020202020204" pitchFamily="34" charset="0"/>
                <a:ea typeface="Proxima Nova"/>
                <a:sym typeface="Proxima Nova"/>
              </a:rPr>
              <a:t>PSC: R499, NAICS: 541990</a:t>
            </a:r>
          </a:p>
          <a:p>
            <a:pPr marL="457200" indent="-339090">
              <a:spcBef>
                <a:spcPts val="0"/>
              </a:spcBef>
              <a:spcAft>
                <a:spcPts val="0"/>
              </a:spcAft>
              <a:buClr>
                <a:schemeClr val="dk1"/>
              </a:buClr>
              <a:buSzPts val="1704"/>
              <a:buFontTx/>
              <a:buChar char="●"/>
            </a:pPr>
            <a:r>
              <a:rPr lang="en-US" sz="2000" b="1" kern="0" dirty="0">
                <a:solidFill>
                  <a:schemeClr val="dk1"/>
                </a:solidFill>
                <a:latin typeface="Arial" panose="020B0604020202020204" pitchFamily="34" charset="0"/>
                <a:ea typeface="Proxima Nova"/>
                <a:sym typeface="Proxima Nova"/>
              </a:rPr>
              <a:t>Performance Locations:  </a:t>
            </a:r>
            <a:r>
              <a:rPr lang="en-US" sz="2000" kern="0" dirty="0">
                <a:solidFill>
                  <a:schemeClr val="dk1"/>
                </a:solidFill>
                <a:latin typeface="Arial" panose="020B0604020202020204" pitchFamily="34" charset="0"/>
                <a:ea typeface="Proxima Nova"/>
                <a:sym typeface="Proxima Nova"/>
              </a:rPr>
              <a:t>DTRA locations in Northern Virginia, plus other CONUS/OCONUS locations </a:t>
            </a:r>
          </a:p>
          <a:p>
            <a:pPr marL="457200" indent="-339090">
              <a:spcBef>
                <a:spcPts val="0"/>
              </a:spcBef>
              <a:spcAft>
                <a:spcPts val="0"/>
              </a:spcAft>
              <a:buClr>
                <a:schemeClr val="dk1"/>
              </a:buClr>
              <a:buSzPts val="1704"/>
              <a:buFontTx/>
              <a:buChar char="●"/>
            </a:pPr>
            <a:r>
              <a:rPr lang="en-US" sz="2000" b="1" kern="0" dirty="0">
                <a:solidFill>
                  <a:schemeClr val="dk1"/>
                </a:solidFill>
                <a:latin typeface="Arial" panose="020B0604020202020204" pitchFamily="34" charset="0"/>
                <a:ea typeface="Proxima Nova"/>
                <a:sym typeface="Proxima Nova"/>
              </a:rPr>
              <a:t>Security Requirements:  </a:t>
            </a:r>
            <a:r>
              <a:rPr lang="en-US" sz="2000" kern="0" dirty="0">
                <a:solidFill>
                  <a:schemeClr val="dk1"/>
                </a:solidFill>
                <a:latin typeface="Arial" panose="020B0604020202020204" pitchFamily="34" charset="0"/>
                <a:ea typeface="Proxima Nova"/>
                <a:sym typeface="Proxima Nova"/>
              </a:rPr>
              <a:t>TS//SCI </a:t>
            </a:r>
          </a:p>
          <a:p>
            <a:pPr marL="457200" indent="-339090">
              <a:spcBef>
                <a:spcPts val="0"/>
              </a:spcBef>
              <a:spcAft>
                <a:spcPts val="0"/>
              </a:spcAft>
              <a:buClr>
                <a:schemeClr val="dk1"/>
              </a:buClr>
              <a:buSzPts val="1704"/>
              <a:buFontTx/>
              <a:buChar char="●"/>
            </a:pPr>
            <a:r>
              <a:rPr lang="en-US" sz="2000" b="1" kern="0" dirty="0">
                <a:solidFill>
                  <a:schemeClr val="dk1"/>
                </a:solidFill>
                <a:latin typeface="Arial" panose="020B0604020202020204" pitchFamily="34" charset="0"/>
                <a:ea typeface="Proxima Nova"/>
                <a:sym typeface="Proxima Nova"/>
              </a:rPr>
              <a:t>Anticipated Period of Performance: </a:t>
            </a:r>
            <a:r>
              <a:rPr lang="en-US" sz="2000" kern="0" dirty="0">
                <a:solidFill>
                  <a:schemeClr val="dk1"/>
                </a:solidFill>
                <a:latin typeface="Arial" panose="020B0604020202020204" pitchFamily="34" charset="0"/>
                <a:ea typeface="Proxima Nova"/>
                <a:sym typeface="Proxima Nova"/>
              </a:rPr>
              <a:t>A twelve (12) month base period with four (4) 12-month option periods.</a:t>
            </a:r>
          </a:p>
        </p:txBody>
      </p:sp>
      <p:sp>
        <p:nvSpPr>
          <p:cNvPr id="5" name="Google Shape;170;p28">
            <a:extLst>
              <a:ext uri="{FF2B5EF4-FFF2-40B4-BE49-F238E27FC236}">
                <a16:creationId xmlns:a16="http://schemas.microsoft.com/office/drawing/2014/main" id="{51CAD05E-3547-D6DC-3D5C-C985BF88B734}"/>
              </a:ext>
            </a:extLst>
          </p:cNvPr>
          <p:cNvSpPr txBox="1">
            <a:spLocks/>
          </p:cNvSpPr>
          <p:nvPr/>
        </p:nvSpPr>
        <p:spPr>
          <a:xfrm>
            <a:off x="10119300" y="-90436"/>
            <a:ext cx="548700" cy="524700"/>
          </a:xfrm>
          <a:prstGeom prst="rect">
            <a:avLst/>
          </a:prstGeom>
          <a:no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SzPts val="1000"/>
            </a:pPr>
            <a:fld id="{00000000-1234-1234-1234-123412341234}" type="slidenum">
              <a:rPr lang="en-US" smtClean="0">
                <a:latin typeface="Proxima Nova"/>
                <a:ea typeface="Proxima Nova"/>
                <a:cs typeface="Proxima Nova"/>
                <a:sym typeface="Proxima Nova"/>
              </a:rPr>
              <a:pPr algn="ctr">
                <a:buSzPts val="1000"/>
              </a:pPr>
              <a:t>15</a:t>
            </a:fld>
            <a:endParaRPr lang="en-US">
              <a:latin typeface="Proxima Nova"/>
              <a:ea typeface="Proxima Nova"/>
              <a:cs typeface="Proxima Nova"/>
              <a:sym typeface="Proxima Nova"/>
            </a:endParaRPr>
          </a:p>
        </p:txBody>
      </p:sp>
      <p:sp>
        <p:nvSpPr>
          <p:cNvPr id="6" name="Rectangle 59">
            <a:extLst>
              <a:ext uri="{FF2B5EF4-FFF2-40B4-BE49-F238E27FC236}">
                <a16:creationId xmlns:a16="http://schemas.microsoft.com/office/drawing/2014/main" id="{BA3E2C0A-CC91-D82D-EDC7-3F7FF4213F13}"/>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sp>
        <p:nvSpPr>
          <p:cNvPr id="7" name="Rectangle 59">
            <a:extLst>
              <a:ext uri="{FF2B5EF4-FFF2-40B4-BE49-F238E27FC236}">
                <a16:creationId xmlns:a16="http://schemas.microsoft.com/office/drawing/2014/main" id="{1502C672-09DB-DAE0-D999-20212BEC7E86}"/>
              </a:ext>
            </a:extLst>
          </p:cNvPr>
          <p:cNvSpPr>
            <a:spLocks noChangeArrowheads="1"/>
          </p:cNvSpPr>
          <p:nvPr/>
        </p:nvSpPr>
        <p:spPr bwMode="auto">
          <a:xfrm>
            <a:off x="5587238" y="6578605"/>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spTree>
    <p:extLst>
      <p:ext uri="{BB962C8B-B14F-4D97-AF65-F5344CB8AC3E}">
        <p14:creationId xmlns:p14="http://schemas.microsoft.com/office/powerpoint/2010/main" val="39904120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2AA112-C6BB-81C0-C405-8E09374482E3}"/>
              </a:ext>
            </a:extLst>
          </p:cNvPr>
          <p:cNvSpPr>
            <a:spLocks noGrp="1"/>
          </p:cNvSpPr>
          <p:nvPr>
            <p:ph type="sldNum" sz="quarter" idx="11"/>
          </p:nvPr>
        </p:nvSpPr>
        <p:spPr/>
        <p:txBody>
          <a:bodyPr/>
          <a:lstStyle/>
          <a:p>
            <a:fld id="{8701F072-8BDC-4214-AD48-BDFCA27B0618}" type="slidenum">
              <a:rPr lang="en-US" smtClean="0"/>
              <a:pPr/>
              <a:t>16</a:t>
            </a:fld>
            <a:endParaRPr lang="en-US"/>
          </a:p>
        </p:txBody>
      </p:sp>
      <p:sp>
        <p:nvSpPr>
          <p:cNvPr id="3" name="Google Shape;230;p35">
            <a:extLst>
              <a:ext uri="{FF2B5EF4-FFF2-40B4-BE49-F238E27FC236}">
                <a16:creationId xmlns:a16="http://schemas.microsoft.com/office/drawing/2014/main" id="{D0CA93B9-5809-7969-1230-1EEE007C275A}"/>
              </a:ext>
            </a:extLst>
          </p:cNvPr>
          <p:cNvSpPr txBox="1">
            <a:spLocks/>
          </p:cNvSpPr>
          <p:nvPr/>
        </p:nvSpPr>
        <p:spPr>
          <a:xfrm>
            <a:off x="1975475" y="401075"/>
            <a:ext cx="8520600" cy="763500"/>
          </a:xfrm>
          <a:prstGeom prst="rect">
            <a:avLst/>
          </a:prstGeom>
          <a:noFill/>
          <a:ln>
            <a:noFill/>
          </a:ln>
        </p:spPr>
        <p:txBody>
          <a:bodyPr spcFirstLastPara="1" wrap="square" lIns="91425" tIns="91425" rIns="91425" bIns="91425" anchor="t" anchorCtr="0">
            <a:noAutofit/>
          </a:bodyPr>
          <a:lstStyle>
            <a:lvl1pPr marL="342900" indent="-342900" algn="l" rtl="0" eaLnBrk="0" fontAlgn="base" hangingPunct="0">
              <a:spcBef>
                <a:spcPct val="0"/>
              </a:spcBef>
              <a:spcAft>
                <a:spcPct val="0"/>
              </a:spcAft>
              <a:defRPr sz="2400" b="0" i="0">
                <a:solidFill>
                  <a:schemeClr val="tx2"/>
                </a:solidFill>
                <a:latin typeface="Arial Regular"/>
                <a:ea typeface="+mj-ea"/>
                <a:cs typeface="Arial" pitchFamily="34" charset="0"/>
              </a:defRPr>
            </a:lvl1pPr>
            <a:lvl2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2pPr>
            <a:lvl3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3pPr>
            <a:lvl4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4pPr>
            <a:lvl5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5pPr>
            <a:lvl6pPr marL="685800" indent="-342900" algn="l" rtl="0" fontAlgn="base">
              <a:spcBef>
                <a:spcPct val="0"/>
              </a:spcBef>
              <a:spcAft>
                <a:spcPct val="0"/>
              </a:spcAft>
              <a:defRPr sz="2400" b="1">
                <a:solidFill>
                  <a:schemeClr val="tx2"/>
                </a:solidFill>
                <a:latin typeface="Univers" pitchFamily="34" charset="-18"/>
                <a:ea typeface="ＭＳ Ｐゴシック" pitchFamily="20" charset="-128"/>
              </a:defRPr>
            </a:lvl6pPr>
            <a:lvl7pPr marL="1028700" indent="-342900" algn="l" rtl="0" fontAlgn="base">
              <a:spcBef>
                <a:spcPct val="0"/>
              </a:spcBef>
              <a:spcAft>
                <a:spcPct val="0"/>
              </a:spcAft>
              <a:defRPr sz="2400" b="1">
                <a:solidFill>
                  <a:schemeClr val="tx2"/>
                </a:solidFill>
                <a:latin typeface="Univers" pitchFamily="34" charset="-18"/>
                <a:ea typeface="ＭＳ Ｐゴシック" pitchFamily="20" charset="-128"/>
              </a:defRPr>
            </a:lvl7pPr>
            <a:lvl8pPr marL="1371600" indent="-342900" algn="l" rtl="0" fontAlgn="base">
              <a:spcBef>
                <a:spcPct val="0"/>
              </a:spcBef>
              <a:spcAft>
                <a:spcPct val="0"/>
              </a:spcAft>
              <a:defRPr sz="2400" b="1">
                <a:solidFill>
                  <a:schemeClr val="tx2"/>
                </a:solidFill>
                <a:latin typeface="Univers" pitchFamily="34" charset="-18"/>
                <a:ea typeface="ＭＳ Ｐゴシック" pitchFamily="20" charset="-128"/>
              </a:defRPr>
            </a:lvl8pPr>
            <a:lvl9pPr marL="1714500" indent="-342900" algn="l" rtl="0" fontAlgn="base">
              <a:spcBef>
                <a:spcPct val="0"/>
              </a:spcBef>
              <a:spcAft>
                <a:spcPct val="0"/>
              </a:spcAft>
              <a:defRPr sz="2400" b="1">
                <a:solidFill>
                  <a:schemeClr val="tx2"/>
                </a:solidFill>
                <a:latin typeface="Univers" pitchFamily="34" charset="-18"/>
                <a:ea typeface="ＭＳ Ｐゴシック" pitchFamily="20" charset="-128"/>
              </a:defRPr>
            </a:lvl9pPr>
          </a:lstStyle>
          <a:p>
            <a:pPr marL="0" indent="0">
              <a:spcBef>
                <a:spcPts val="0"/>
              </a:spcBef>
              <a:spcAft>
                <a:spcPts val="0"/>
              </a:spcAft>
              <a:buClr>
                <a:srgbClr val="434343"/>
              </a:buClr>
              <a:buSzPts val="3000"/>
              <a:buFont typeface="Proxima Nova"/>
              <a:buNone/>
            </a:pPr>
            <a:r>
              <a:rPr lang="en-US" sz="3200" b="1" kern="0" dirty="0">
                <a:solidFill>
                  <a:schemeClr val="tx1"/>
                </a:solidFill>
              </a:rPr>
              <a:t>Anticipated Schedule &amp; Milestones</a:t>
            </a:r>
          </a:p>
        </p:txBody>
      </p:sp>
      <p:sp>
        <p:nvSpPr>
          <p:cNvPr id="4" name="Google Shape;231;p35">
            <a:extLst>
              <a:ext uri="{FF2B5EF4-FFF2-40B4-BE49-F238E27FC236}">
                <a16:creationId xmlns:a16="http://schemas.microsoft.com/office/drawing/2014/main" id="{9F6F326E-2443-961A-26DC-3933A32DD2D3}"/>
              </a:ext>
            </a:extLst>
          </p:cNvPr>
          <p:cNvSpPr txBox="1">
            <a:spLocks/>
          </p:cNvSpPr>
          <p:nvPr/>
        </p:nvSpPr>
        <p:spPr>
          <a:xfrm>
            <a:off x="884255" y="1322717"/>
            <a:ext cx="10334078" cy="5134208"/>
          </a:xfrm>
          <a:prstGeom prst="rect">
            <a:avLst/>
          </a:prstGeom>
          <a:noFill/>
          <a:ln>
            <a:noFill/>
          </a:ln>
        </p:spPr>
        <p:txBody>
          <a:bodyPr spcFirstLastPara="1" wrap="square" lIns="91425" tIns="91425" rIns="91425" bIns="91425" anchor="t" anchorCtr="0">
            <a:noAutofit/>
          </a:bodyPr>
          <a:lstStyle>
            <a:lvl1pPr marL="257175" indent="-257175" algn="l" rtl="0" eaLnBrk="0" fontAlgn="base" hangingPunct="0">
              <a:spcBef>
                <a:spcPct val="20000"/>
              </a:spcBef>
              <a:spcAft>
                <a:spcPct val="0"/>
              </a:spcAft>
              <a:buChar char="•"/>
              <a:defRPr sz="2100" b="0" i="0">
                <a:solidFill>
                  <a:schemeClr val="tx1"/>
                </a:solidFill>
                <a:latin typeface="Arial Regular"/>
                <a:ea typeface="+mn-ea"/>
                <a:cs typeface="Arial" pitchFamily="34" charset="0"/>
              </a:defRPr>
            </a:lvl1pPr>
            <a:lvl2pPr marL="557213" indent="-214313" algn="l" rtl="0" eaLnBrk="0" fontAlgn="base" hangingPunct="0">
              <a:spcBef>
                <a:spcPct val="20000"/>
              </a:spcBef>
              <a:spcAft>
                <a:spcPct val="0"/>
              </a:spcAft>
              <a:buChar char="•"/>
              <a:defRPr sz="1800" b="0" i="0">
                <a:solidFill>
                  <a:schemeClr val="tx1"/>
                </a:solidFill>
                <a:latin typeface="Arial Regular"/>
                <a:ea typeface="+mn-ea"/>
                <a:cs typeface="Arial" pitchFamily="34" charset="0"/>
              </a:defRPr>
            </a:lvl2pPr>
            <a:lvl3pPr marL="857250" indent="-171450" algn="l" rtl="0" eaLnBrk="0" fontAlgn="base" hangingPunct="0">
              <a:spcBef>
                <a:spcPct val="20000"/>
              </a:spcBef>
              <a:spcAft>
                <a:spcPct val="0"/>
              </a:spcAft>
              <a:buChar char="•"/>
              <a:defRPr sz="1500" b="0" i="0">
                <a:solidFill>
                  <a:schemeClr val="tx1"/>
                </a:solidFill>
                <a:latin typeface="Arial Regular"/>
                <a:ea typeface="+mn-ea"/>
                <a:cs typeface="Arial" pitchFamily="34" charset="0"/>
              </a:defRPr>
            </a:lvl3pPr>
            <a:lvl4pPr marL="1200150" indent="-171450" algn="l" rtl="0" eaLnBrk="0" fontAlgn="base" hangingPunct="0">
              <a:spcBef>
                <a:spcPct val="20000"/>
              </a:spcBef>
              <a:spcAft>
                <a:spcPct val="0"/>
              </a:spcAft>
              <a:buFont typeface="Times" charset="0"/>
              <a:buChar char="•"/>
              <a:defRPr sz="1200" b="0" i="0">
                <a:solidFill>
                  <a:schemeClr val="tx1"/>
                </a:solidFill>
                <a:latin typeface="Arial Regular"/>
                <a:ea typeface="+mn-ea"/>
                <a:cs typeface="Arial" pitchFamily="34" charset="0"/>
              </a:defRPr>
            </a:lvl4pPr>
            <a:lvl5pPr marL="1543050" indent="-171450" algn="l" rtl="0" eaLnBrk="0" fontAlgn="base" hangingPunct="0">
              <a:spcBef>
                <a:spcPct val="20000"/>
              </a:spcBef>
              <a:spcAft>
                <a:spcPct val="0"/>
              </a:spcAft>
              <a:buFont typeface="Times" charset="0"/>
              <a:buChar char="•"/>
              <a:defRPr sz="1050" b="0" i="0">
                <a:solidFill>
                  <a:schemeClr val="tx1"/>
                </a:solidFill>
                <a:latin typeface="Arial Regular"/>
                <a:ea typeface="+mn-ea"/>
                <a:cs typeface="Arial" pitchFamily="34" charset="0"/>
              </a:defRPr>
            </a:lvl5pPr>
            <a:lvl6pPr marL="1885950" indent="-171450" algn="l" rtl="0" fontAlgn="base">
              <a:spcBef>
                <a:spcPct val="20000"/>
              </a:spcBef>
              <a:spcAft>
                <a:spcPct val="0"/>
              </a:spcAft>
              <a:buFont typeface="Times" pitchFamily="18" charset="0"/>
              <a:buChar char="•"/>
              <a:defRPr sz="1050">
                <a:solidFill>
                  <a:schemeClr val="tx1"/>
                </a:solidFill>
                <a:latin typeface="+mn-lt"/>
                <a:ea typeface="+mn-ea"/>
              </a:defRPr>
            </a:lvl6pPr>
            <a:lvl7pPr marL="2228850" indent="-171450" algn="l" rtl="0" fontAlgn="base">
              <a:spcBef>
                <a:spcPct val="20000"/>
              </a:spcBef>
              <a:spcAft>
                <a:spcPct val="0"/>
              </a:spcAft>
              <a:buFont typeface="Times" pitchFamily="18" charset="0"/>
              <a:buChar char="•"/>
              <a:defRPr sz="1050">
                <a:solidFill>
                  <a:schemeClr val="tx1"/>
                </a:solidFill>
                <a:latin typeface="+mn-lt"/>
                <a:ea typeface="+mn-ea"/>
              </a:defRPr>
            </a:lvl7pPr>
            <a:lvl8pPr marL="2571750" indent="-171450" algn="l" rtl="0" fontAlgn="base">
              <a:spcBef>
                <a:spcPct val="20000"/>
              </a:spcBef>
              <a:spcAft>
                <a:spcPct val="0"/>
              </a:spcAft>
              <a:buFont typeface="Times" pitchFamily="18" charset="0"/>
              <a:buChar char="•"/>
              <a:defRPr sz="1050">
                <a:solidFill>
                  <a:schemeClr val="tx1"/>
                </a:solidFill>
                <a:latin typeface="+mn-lt"/>
                <a:ea typeface="+mn-ea"/>
              </a:defRPr>
            </a:lvl8pPr>
            <a:lvl9pPr marL="2914650" indent="-171450" algn="l" rtl="0" fontAlgn="base">
              <a:spcBef>
                <a:spcPct val="20000"/>
              </a:spcBef>
              <a:spcAft>
                <a:spcPct val="0"/>
              </a:spcAft>
              <a:buFont typeface="Times" pitchFamily="18" charset="0"/>
              <a:buChar char="•"/>
              <a:defRPr sz="1050">
                <a:solidFill>
                  <a:schemeClr val="tx1"/>
                </a:solidFill>
                <a:latin typeface="+mn-lt"/>
                <a:ea typeface="+mn-ea"/>
              </a:defRPr>
            </a:lvl9pPr>
          </a:lstStyle>
          <a:p>
            <a:pPr marL="457200" indent="-345440">
              <a:spcBef>
                <a:spcPts val="0"/>
              </a:spcBef>
              <a:spcAft>
                <a:spcPts val="0"/>
              </a:spcAft>
              <a:buClr>
                <a:schemeClr val="dk1"/>
              </a:buClr>
              <a:buSzPts val="1804"/>
              <a:buFontTx/>
              <a:buChar char="●"/>
            </a:pPr>
            <a:r>
              <a:rPr lang="en-US" sz="2400" b="1" kern="0" dirty="0">
                <a:solidFill>
                  <a:srgbClr val="000000"/>
                </a:solidFill>
                <a:latin typeface="Proxima Nova"/>
                <a:ea typeface="Proxima Nova"/>
                <a:cs typeface="Proxima Nova"/>
                <a:sym typeface="Proxima Nova"/>
              </a:rPr>
              <a:t>Current Acquisition Phase</a:t>
            </a:r>
            <a:r>
              <a:rPr lang="en-US" sz="2400" kern="0" dirty="0">
                <a:solidFill>
                  <a:srgbClr val="000000"/>
                </a:solidFill>
                <a:latin typeface="Proxima Nova"/>
                <a:ea typeface="Proxima Nova"/>
                <a:cs typeface="Proxima Nova"/>
                <a:sym typeface="Proxima Nova"/>
              </a:rPr>
              <a:t>: Market Research</a:t>
            </a:r>
          </a:p>
          <a:p>
            <a:pPr marL="111760" indent="0">
              <a:spcBef>
                <a:spcPts val="0"/>
              </a:spcBef>
              <a:spcAft>
                <a:spcPts val="0"/>
              </a:spcAft>
              <a:buClr>
                <a:schemeClr val="dk1"/>
              </a:buClr>
              <a:buSzPts val="1804"/>
              <a:buNone/>
            </a:pPr>
            <a:endParaRPr lang="en-US" sz="2400" kern="0" dirty="0">
              <a:solidFill>
                <a:srgbClr val="000000"/>
              </a:solidFill>
              <a:latin typeface="Proxima Nova"/>
              <a:ea typeface="Proxima Nova"/>
              <a:cs typeface="Proxima Nova"/>
              <a:sym typeface="Proxima Nova"/>
            </a:endParaRPr>
          </a:p>
          <a:p>
            <a:pPr marL="457200" indent="-345440">
              <a:spcBef>
                <a:spcPts val="0"/>
              </a:spcBef>
              <a:spcAft>
                <a:spcPts val="0"/>
              </a:spcAft>
              <a:buClr>
                <a:schemeClr val="dk1"/>
              </a:buClr>
              <a:buSzPts val="1804"/>
              <a:buFontTx/>
              <a:buChar char="●"/>
            </a:pPr>
            <a:r>
              <a:rPr lang="en-US" sz="2400" b="1" kern="0" dirty="0">
                <a:solidFill>
                  <a:schemeClr val="dk1"/>
                </a:solidFill>
                <a:latin typeface="Proxima Nova"/>
                <a:ea typeface="Proxima Nova"/>
                <a:cs typeface="Proxima Nova"/>
                <a:sym typeface="Proxima Nova"/>
              </a:rPr>
              <a:t>Draft RFP Release: </a:t>
            </a:r>
            <a:r>
              <a:rPr lang="en-US" sz="2400" kern="0" dirty="0">
                <a:solidFill>
                  <a:schemeClr val="dk1"/>
                </a:solidFill>
                <a:latin typeface="Proxima Nova"/>
                <a:ea typeface="Proxima Nova"/>
                <a:cs typeface="Proxima Nova"/>
                <a:sym typeface="Proxima Nova"/>
              </a:rPr>
              <a:t>FY26 Q3</a:t>
            </a:r>
          </a:p>
          <a:p>
            <a:pPr marL="111760" indent="0">
              <a:spcBef>
                <a:spcPts val="0"/>
              </a:spcBef>
              <a:spcAft>
                <a:spcPts val="0"/>
              </a:spcAft>
              <a:buClr>
                <a:schemeClr val="dk1"/>
              </a:buClr>
              <a:buSzPts val="1804"/>
              <a:buNone/>
            </a:pPr>
            <a:endParaRPr lang="en-US" sz="2400" b="1" kern="0" dirty="0">
              <a:solidFill>
                <a:schemeClr val="dk1"/>
              </a:solidFill>
              <a:latin typeface="Proxima Nova"/>
              <a:ea typeface="Proxima Nova"/>
              <a:cs typeface="Proxima Nova"/>
              <a:sym typeface="Proxima Nova"/>
            </a:endParaRPr>
          </a:p>
          <a:p>
            <a:pPr marL="457200" indent="-345440">
              <a:spcBef>
                <a:spcPts val="0"/>
              </a:spcBef>
              <a:spcAft>
                <a:spcPts val="0"/>
              </a:spcAft>
              <a:buClr>
                <a:schemeClr val="dk1"/>
              </a:buClr>
              <a:buSzPts val="1804"/>
              <a:buFontTx/>
              <a:buChar char="●"/>
            </a:pPr>
            <a:r>
              <a:rPr lang="en-US" sz="2400" b="1" kern="0" dirty="0">
                <a:solidFill>
                  <a:schemeClr val="dk1"/>
                </a:solidFill>
                <a:latin typeface="Proxima Nova"/>
                <a:ea typeface="Proxima Nova"/>
                <a:cs typeface="Proxima Nova"/>
                <a:sym typeface="Proxima Nova"/>
              </a:rPr>
              <a:t>Final RFP Release: </a:t>
            </a:r>
            <a:r>
              <a:rPr lang="en-US" sz="2400" kern="0" dirty="0">
                <a:solidFill>
                  <a:schemeClr val="dk1"/>
                </a:solidFill>
                <a:latin typeface="Proxima Nova"/>
                <a:ea typeface="Proxima Nova"/>
                <a:cs typeface="Proxima Nova"/>
                <a:sym typeface="Proxima Nova"/>
              </a:rPr>
              <a:t>FY26 Q4 </a:t>
            </a:r>
          </a:p>
          <a:p>
            <a:pPr marL="111760" indent="0">
              <a:spcBef>
                <a:spcPts val="0"/>
              </a:spcBef>
              <a:spcAft>
                <a:spcPts val="0"/>
              </a:spcAft>
              <a:buClr>
                <a:schemeClr val="dk1"/>
              </a:buClr>
              <a:buSzPts val="1804"/>
              <a:buNone/>
            </a:pPr>
            <a:endParaRPr lang="en-US" sz="2400" kern="0" dirty="0">
              <a:solidFill>
                <a:srgbClr val="000000"/>
              </a:solidFill>
              <a:latin typeface="Proxima Nova"/>
              <a:ea typeface="Proxima Nova"/>
              <a:cs typeface="Proxima Nova"/>
              <a:sym typeface="Proxima Nova"/>
            </a:endParaRPr>
          </a:p>
          <a:p>
            <a:pPr marL="457200" indent="-345440">
              <a:spcBef>
                <a:spcPts val="0"/>
              </a:spcBef>
              <a:spcAft>
                <a:spcPts val="0"/>
              </a:spcAft>
              <a:buClr>
                <a:schemeClr val="dk1"/>
              </a:buClr>
              <a:buSzPts val="1804"/>
              <a:buFontTx/>
              <a:buChar char="●"/>
            </a:pPr>
            <a:r>
              <a:rPr lang="en-US" sz="2400" b="1" kern="0" dirty="0">
                <a:solidFill>
                  <a:schemeClr val="dk1"/>
                </a:solidFill>
                <a:latin typeface="Proxima Nova"/>
                <a:ea typeface="Proxima Nova"/>
                <a:cs typeface="Proxima Nova"/>
                <a:sym typeface="Proxima Nova"/>
              </a:rPr>
              <a:t>Estimated Award</a:t>
            </a:r>
            <a:r>
              <a:rPr lang="en-US" sz="2400" kern="0" dirty="0">
                <a:solidFill>
                  <a:schemeClr val="dk1"/>
                </a:solidFill>
                <a:latin typeface="Proxima Nova"/>
                <a:ea typeface="Proxima Nova"/>
                <a:cs typeface="Proxima Nova"/>
                <a:sym typeface="Proxima Nova"/>
              </a:rPr>
              <a:t>: FY27 Q1 </a:t>
            </a:r>
            <a:endParaRPr lang="en-US" sz="2400" kern="0" dirty="0">
              <a:solidFill>
                <a:srgbClr val="000000"/>
              </a:solidFill>
              <a:latin typeface="Proxima Nova"/>
              <a:ea typeface="Proxima Nova"/>
              <a:cs typeface="Proxima Nova"/>
              <a:sym typeface="Proxima Nova"/>
            </a:endParaRPr>
          </a:p>
          <a:p>
            <a:pPr marL="914400" indent="0">
              <a:spcBef>
                <a:spcPts val="600"/>
              </a:spcBef>
              <a:spcAft>
                <a:spcPts val="600"/>
              </a:spcAft>
              <a:buFontTx/>
              <a:buNone/>
            </a:pPr>
            <a:endParaRPr lang="en-US" sz="2600" kern="0" dirty="0">
              <a:solidFill>
                <a:srgbClr val="000000"/>
              </a:solidFill>
            </a:endParaRPr>
          </a:p>
        </p:txBody>
      </p:sp>
      <p:sp>
        <p:nvSpPr>
          <p:cNvPr id="5" name="Google Shape;232;p35">
            <a:extLst>
              <a:ext uri="{FF2B5EF4-FFF2-40B4-BE49-F238E27FC236}">
                <a16:creationId xmlns:a16="http://schemas.microsoft.com/office/drawing/2014/main" id="{CA24E2A6-B1B6-50B3-FEAE-AC6ECDF6F2BC}"/>
              </a:ext>
            </a:extLst>
          </p:cNvPr>
          <p:cNvSpPr txBox="1">
            <a:spLocks/>
          </p:cNvSpPr>
          <p:nvPr/>
        </p:nvSpPr>
        <p:spPr>
          <a:xfrm>
            <a:off x="10136233" y="6253930"/>
            <a:ext cx="548700" cy="524700"/>
          </a:xfrm>
          <a:prstGeom prst="rect">
            <a:avLst/>
          </a:prstGeom>
          <a:noFill/>
          <a:ln>
            <a:noFill/>
          </a:ln>
        </p:spPr>
        <p:txBody>
          <a:bodyPr spcFirstLastPara="1" wrap="square"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buSzPts val="1000"/>
            </a:pPr>
            <a:fld id="{00000000-1234-1234-1234-123412341234}" type="slidenum">
              <a:rPr lang="en-US" smtClean="0"/>
              <a:pPr algn="r">
                <a:buSzPts val="1000"/>
              </a:pPr>
              <a:t>16</a:t>
            </a:fld>
            <a:endParaRPr lang="en-US"/>
          </a:p>
        </p:txBody>
      </p:sp>
      <p:sp>
        <p:nvSpPr>
          <p:cNvPr id="6" name="Rectangle 59">
            <a:extLst>
              <a:ext uri="{FF2B5EF4-FFF2-40B4-BE49-F238E27FC236}">
                <a16:creationId xmlns:a16="http://schemas.microsoft.com/office/drawing/2014/main" id="{805DD375-3302-94FC-59E1-941812BD397F}"/>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lvl="0" eaLnBrk="1" fontAlgn="auto" hangingPunct="1">
              <a:spcBef>
                <a:spcPts val="0"/>
              </a:spcBef>
              <a:spcAft>
                <a:spcPts val="0"/>
              </a:spcAft>
              <a:defRPr/>
            </a:pPr>
            <a:r>
              <a:rPr lang="en-US" altLang="en-US" sz="1200" b="1" dirty="0">
                <a:solidFill>
                  <a:srgbClr val="00B050"/>
                </a:solidFill>
                <a:ea typeface="ＭＳ Ｐゴシック"/>
                <a:cs typeface="Arial" panose="020B0604020202020204" pitchFamily="34" charset="0"/>
              </a:rPr>
              <a:t>UNCLASSIFIED</a:t>
            </a:r>
            <a:endPar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endParaRPr>
          </a:p>
        </p:txBody>
      </p:sp>
      <p:sp>
        <p:nvSpPr>
          <p:cNvPr id="7" name="Rectangle 59">
            <a:extLst>
              <a:ext uri="{FF2B5EF4-FFF2-40B4-BE49-F238E27FC236}">
                <a16:creationId xmlns:a16="http://schemas.microsoft.com/office/drawing/2014/main" id="{756DEBF2-B5E5-FB02-03C9-3048E5BE096F}"/>
              </a:ext>
            </a:extLst>
          </p:cNvPr>
          <p:cNvSpPr>
            <a:spLocks noChangeArrowheads="1"/>
          </p:cNvSpPr>
          <p:nvPr/>
        </p:nvSpPr>
        <p:spPr bwMode="auto">
          <a:xfrm>
            <a:off x="5587238" y="6578605"/>
            <a:ext cx="1321196" cy="276999"/>
          </a:xfrm>
          <a:prstGeom prst="rect">
            <a:avLst/>
          </a:prstGeom>
          <a:noFill/>
          <a:ln>
            <a:noFill/>
          </a:ln>
        </p:spPr>
        <p:txBody>
          <a:bodyPr wrap="none">
            <a:spAutoFit/>
          </a:bodyPr>
          <a:lstStyle/>
          <a:p>
            <a:pPr lvl="0" eaLnBrk="1" fontAlgn="auto" hangingPunct="1">
              <a:spcBef>
                <a:spcPts val="0"/>
              </a:spcBef>
              <a:spcAft>
                <a:spcPts val="0"/>
              </a:spcAft>
              <a:defRPr/>
            </a:pPr>
            <a:r>
              <a:rPr lang="en-US" altLang="en-US" sz="1200" b="1" dirty="0">
                <a:solidFill>
                  <a:srgbClr val="00B050"/>
                </a:solidFill>
                <a:ea typeface="ＭＳ Ｐゴシック"/>
                <a:cs typeface="Arial" panose="020B0604020202020204" pitchFamily="34" charset="0"/>
              </a:rPr>
              <a:t>UNCLASSIFIED</a:t>
            </a:r>
            <a:endPar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endParaRPr>
          </a:p>
        </p:txBody>
      </p:sp>
    </p:spTree>
    <p:extLst>
      <p:ext uri="{BB962C8B-B14F-4D97-AF65-F5344CB8AC3E}">
        <p14:creationId xmlns:p14="http://schemas.microsoft.com/office/powerpoint/2010/main" val="2334452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a:xfrm>
            <a:off x="673770" y="1405750"/>
            <a:ext cx="10962861" cy="4834276"/>
          </a:xfrm>
        </p:spPr>
        <p:txBody>
          <a:bodyPr/>
          <a:lstStyle/>
          <a:p>
            <a:pPr>
              <a:defRPr/>
            </a:pPr>
            <a:r>
              <a:rPr lang="en-US" sz="2400" b="1" dirty="0"/>
              <a:t>Task 1: Program Management Support (PMO)</a:t>
            </a:r>
          </a:p>
          <a:p>
            <a:pPr lvl="1">
              <a:defRPr/>
            </a:pPr>
            <a:r>
              <a:rPr lang="en-US" altLang="en-US" sz="2000" dirty="0"/>
              <a:t>Provide overall contract management, reporting, and cost tracking.</a:t>
            </a:r>
          </a:p>
          <a:p>
            <a:pPr lvl="1">
              <a:defRPr/>
            </a:pPr>
            <a:r>
              <a:rPr lang="en-US" altLang="en-US" sz="2000" dirty="0"/>
              <a:t>Ensure compliance with program milestones, security, and quality standards.</a:t>
            </a:r>
          </a:p>
          <a:p>
            <a:pPr lvl="1">
              <a:defRPr/>
            </a:pPr>
            <a:r>
              <a:rPr lang="en-US" altLang="en-US" sz="2000" dirty="0"/>
              <a:t>Develop Transition-In and Transition-Out plans for contract continuity.</a:t>
            </a:r>
          </a:p>
          <a:p>
            <a:pPr lvl="1">
              <a:defRPr/>
            </a:pPr>
            <a:endParaRPr lang="en-US" altLang="en-US" sz="2000" dirty="0"/>
          </a:p>
          <a:p>
            <a:pPr lvl="1">
              <a:defRPr/>
            </a:pPr>
            <a:endParaRPr lang="en-US" altLang="en-US" sz="2000" dirty="0"/>
          </a:p>
          <a:p>
            <a:pPr lvl="1">
              <a:defRPr/>
            </a:pPr>
            <a:endParaRPr lang="en-US" altLang="en-US" sz="2000" dirty="0"/>
          </a:p>
        </p:txBody>
      </p:sp>
      <p:sp>
        <p:nvSpPr>
          <p:cNvPr id="3" name="Title 2">
            <a:extLst>
              <a:ext uri="{FF2B5EF4-FFF2-40B4-BE49-F238E27FC236}">
                <a16:creationId xmlns:a16="http://schemas.microsoft.com/office/drawing/2014/main" id="{5EBCD12C-748C-112D-8D8E-4B1EE8EAC545}"/>
              </a:ext>
            </a:extLst>
          </p:cNvPr>
          <p:cNvSpPr>
            <a:spLocks noGrp="1"/>
          </p:cNvSpPr>
          <p:nvPr>
            <p:ph type="title"/>
          </p:nvPr>
        </p:nvSpPr>
        <p:spPr>
          <a:xfrm>
            <a:off x="1899138" y="173038"/>
            <a:ext cx="9670010" cy="839836"/>
          </a:xfrm>
        </p:spPr>
        <p:txBody>
          <a:bodyPr/>
          <a:lstStyle/>
          <a:p>
            <a:r>
              <a:rPr lang="en-US" dirty="0"/>
              <a:t>Requirement Overview – Task 1</a:t>
            </a:r>
          </a:p>
        </p:txBody>
      </p:sp>
      <p:sp>
        <p:nvSpPr>
          <p:cNvPr id="2" name="Rectangle 59">
            <a:extLst>
              <a:ext uri="{FF2B5EF4-FFF2-40B4-BE49-F238E27FC236}">
                <a16:creationId xmlns:a16="http://schemas.microsoft.com/office/drawing/2014/main" id="{C4B97F34-0FE8-5EB0-F7EA-6A94C4106EFE}"/>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sp>
        <p:nvSpPr>
          <p:cNvPr id="4" name="Rectangle 59">
            <a:extLst>
              <a:ext uri="{FF2B5EF4-FFF2-40B4-BE49-F238E27FC236}">
                <a16:creationId xmlns:a16="http://schemas.microsoft.com/office/drawing/2014/main" id="{F562873E-78AC-B12E-B9A2-9863ED4A21C9}"/>
              </a:ext>
            </a:extLst>
          </p:cNvPr>
          <p:cNvSpPr>
            <a:spLocks noChangeArrowheads="1"/>
          </p:cNvSpPr>
          <p:nvPr/>
        </p:nvSpPr>
        <p:spPr bwMode="auto">
          <a:xfrm>
            <a:off x="5435402" y="6501627"/>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sp>
        <p:nvSpPr>
          <p:cNvPr id="5" name="Slide Number Placeholder 13">
            <a:extLst>
              <a:ext uri="{FF2B5EF4-FFF2-40B4-BE49-F238E27FC236}">
                <a16:creationId xmlns:a16="http://schemas.microsoft.com/office/drawing/2014/main" id="{7B031C08-4490-04E6-D58D-F35F1A43757F}"/>
              </a:ext>
            </a:extLst>
          </p:cNvPr>
          <p:cNvSpPr>
            <a:spLocks noGrp="1"/>
          </p:cNvSpPr>
          <p:nvPr>
            <p:ph type="sldNum" sz="quarter" idx="11"/>
          </p:nvPr>
        </p:nvSpPr>
        <p:spPr>
          <a:xfrm>
            <a:off x="11103231" y="6541657"/>
            <a:ext cx="533400" cy="200025"/>
          </a:xfrm>
        </p:spPr>
        <p:txBody>
          <a:bodyPr anchor="ctr"/>
          <a:lstStyle/>
          <a:p>
            <a:fld id="{FFAE6822-EB53-4D7A-8239-6F9883F241C9}" type="slidenum">
              <a:rPr lang="en-US" smtClean="0"/>
              <a:pPr/>
              <a:t>17</a:t>
            </a:fld>
            <a:endParaRPr lang="en-US"/>
          </a:p>
        </p:txBody>
      </p:sp>
    </p:spTree>
    <p:extLst>
      <p:ext uri="{BB962C8B-B14F-4D97-AF65-F5344CB8AC3E}">
        <p14:creationId xmlns:p14="http://schemas.microsoft.com/office/powerpoint/2010/main" val="814355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a:xfrm>
            <a:off x="606287" y="1616766"/>
            <a:ext cx="10962861" cy="4495800"/>
          </a:xfrm>
        </p:spPr>
        <p:txBody>
          <a:bodyPr/>
          <a:lstStyle/>
          <a:p>
            <a:pPr>
              <a:defRPr/>
            </a:pPr>
            <a:r>
              <a:rPr lang="en-US" sz="2400" b="1" dirty="0"/>
              <a:t>Task 2: CWMD Advisory Support (WD)</a:t>
            </a:r>
          </a:p>
          <a:p>
            <a:pPr lvl="1"/>
            <a:r>
              <a:rPr lang="en-US" sz="1600" dirty="0"/>
              <a:t>Support DTRA’s countering WMD threats in support of Pathway Defeat and Device Defeat operations across the full spectrum of conflict. </a:t>
            </a:r>
          </a:p>
          <a:p>
            <a:pPr lvl="1"/>
            <a:r>
              <a:rPr lang="en-US" sz="1600" dirty="0"/>
              <a:t>Advise on technical CWMD capabilities and capability development with SOCOM tactical units. </a:t>
            </a:r>
          </a:p>
          <a:p>
            <a:pPr lvl="1"/>
            <a:r>
              <a:rPr lang="en-US" sz="1600" dirty="0"/>
              <a:t>Develop operational approaches for Deeply Buried and Hardened Targets (DBHTs). </a:t>
            </a:r>
          </a:p>
          <a:p>
            <a:pPr lvl="1"/>
            <a:r>
              <a:rPr lang="en-US" sz="1600" dirty="0"/>
              <a:t>Provide forward-deployed advisory support and special technical operations planning. </a:t>
            </a:r>
          </a:p>
          <a:p>
            <a:pPr lvl="1"/>
            <a:r>
              <a:rPr lang="en-US" sz="1600" dirty="0"/>
              <a:t>Exercise tailored Systems Engineering processes to meet DTRA, and partner unit organizational requirements </a:t>
            </a:r>
          </a:p>
          <a:p>
            <a:pPr lvl="1"/>
            <a:r>
              <a:rPr lang="en-US" sz="1600" dirty="0"/>
              <a:t>Prepare technical analysis reports of commercial and government off-the-shelf (COTS/GOTS) and prototype technologies, to be adapted and integrated with identified requirements.</a:t>
            </a:r>
          </a:p>
          <a:p>
            <a:pPr lvl="1"/>
            <a:r>
              <a:rPr lang="en-US" sz="1600" dirty="0"/>
              <a:t>Support the WMD Defeat Department in planning and integrating Sensitive Activities (SAs) into CWMD operations. </a:t>
            </a:r>
          </a:p>
          <a:p>
            <a:pPr lvl="1"/>
            <a:r>
              <a:rPr lang="en-US" sz="1600" dirty="0"/>
              <a:t>Provide expertise in Irregular Warfare (IW) and Military Deception (MILDEC), to enhance deterrence efforts. </a:t>
            </a:r>
          </a:p>
          <a:p>
            <a:pPr lvl="1"/>
            <a:r>
              <a:rPr lang="en-US" sz="1600" dirty="0"/>
              <a:t>Develop and refine non-attributable influence operations targeting WMD proliferation networks.</a:t>
            </a:r>
          </a:p>
          <a:p>
            <a:pPr lvl="1"/>
            <a:endParaRPr lang="en-US" sz="1600" dirty="0"/>
          </a:p>
          <a:p>
            <a:pPr marL="457200" lvl="1" indent="0">
              <a:buNone/>
            </a:pPr>
            <a:endParaRPr lang="en-US" altLang="en-US" sz="1600" dirty="0"/>
          </a:p>
        </p:txBody>
      </p:sp>
      <p:sp>
        <p:nvSpPr>
          <p:cNvPr id="3" name="Title 2">
            <a:extLst>
              <a:ext uri="{FF2B5EF4-FFF2-40B4-BE49-F238E27FC236}">
                <a16:creationId xmlns:a16="http://schemas.microsoft.com/office/drawing/2014/main" id="{5EBCD12C-748C-112D-8D8E-4B1EE8EAC545}"/>
              </a:ext>
            </a:extLst>
          </p:cNvPr>
          <p:cNvSpPr>
            <a:spLocks noGrp="1"/>
          </p:cNvSpPr>
          <p:nvPr>
            <p:ph type="title"/>
          </p:nvPr>
        </p:nvSpPr>
        <p:spPr>
          <a:xfrm>
            <a:off x="1899138" y="173038"/>
            <a:ext cx="9670010" cy="839836"/>
          </a:xfrm>
        </p:spPr>
        <p:txBody>
          <a:bodyPr/>
          <a:lstStyle/>
          <a:p>
            <a:r>
              <a:rPr lang="en-US" dirty="0"/>
              <a:t>Requirement Overview – Task 2</a:t>
            </a:r>
          </a:p>
        </p:txBody>
      </p:sp>
      <p:sp>
        <p:nvSpPr>
          <p:cNvPr id="2" name="Rectangle 59">
            <a:extLst>
              <a:ext uri="{FF2B5EF4-FFF2-40B4-BE49-F238E27FC236}">
                <a16:creationId xmlns:a16="http://schemas.microsoft.com/office/drawing/2014/main" id="{C4B97F34-0FE8-5EB0-F7EA-6A94C4106EFE}"/>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sp>
        <p:nvSpPr>
          <p:cNvPr id="4" name="Rectangle 59">
            <a:extLst>
              <a:ext uri="{FF2B5EF4-FFF2-40B4-BE49-F238E27FC236}">
                <a16:creationId xmlns:a16="http://schemas.microsoft.com/office/drawing/2014/main" id="{F562873E-78AC-B12E-B9A2-9863ED4A21C9}"/>
              </a:ext>
            </a:extLst>
          </p:cNvPr>
          <p:cNvSpPr>
            <a:spLocks noChangeArrowheads="1"/>
          </p:cNvSpPr>
          <p:nvPr/>
        </p:nvSpPr>
        <p:spPr bwMode="auto">
          <a:xfrm>
            <a:off x="5435402" y="6501627"/>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sp>
        <p:nvSpPr>
          <p:cNvPr id="5" name="Slide Number Placeholder 13">
            <a:extLst>
              <a:ext uri="{FF2B5EF4-FFF2-40B4-BE49-F238E27FC236}">
                <a16:creationId xmlns:a16="http://schemas.microsoft.com/office/drawing/2014/main" id="{7B031C08-4490-04E6-D58D-F35F1A43757F}"/>
              </a:ext>
            </a:extLst>
          </p:cNvPr>
          <p:cNvSpPr>
            <a:spLocks noGrp="1"/>
          </p:cNvSpPr>
          <p:nvPr>
            <p:ph type="sldNum" sz="quarter" idx="11"/>
          </p:nvPr>
        </p:nvSpPr>
        <p:spPr>
          <a:xfrm>
            <a:off x="11103231" y="6541657"/>
            <a:ext cx="533400" cy="200025"/>
          </a:xfrm>
        </p:spPr>
        <p:txBody>
          <a:bodyPr anchor="ctr"/>
          <a:lstStyle/>
          <a:p>
            <a:fld id="{FFAE6822-EB53-4D7A-8239-6F9883F241C9}" type="slidenum">
              <a:rPr lang="en-US" smtClean="0"/>
              <a:pPr/>
              <a:t>18</a:t>
            </a:fld>
            <a:endParaRPr lang="en-US"/>
          </a:p>
        </p:txBody>
      </p:sp>
    </p:spTree>
    <p:extLst>
      <p:ext uri="{BB962C8B-B14F-4D97-AF65-F5344CB8AC3E}">
        <p14:creationId xmlns:p14="http://schemas.microsoft.com/office/powerpoint/2010/main" val="10695017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a:xfrm>
            <a:off x="606287" y="1416818"/>
            <a:ext cx="10962861" cy="4695748"/>
          </a:xfrm>
        </p:spPr>
        <p:txBody>
          <a:bodyPr/>
          <a:lstStyle/>
          <a:p>
            <a:pPr>
              <a:defRPr/>
            </a:pPr>
            <a:r>
              <a:rPr lang="en-US" sz="2400" b="1" dirty="0"/>
              <a:t>Task 3: Global Engagements (GE) Department Support: </a:t>
            </a:r>
          </a:p>
          <a:p>
            <a:pPr lvl="1">
              <a:defRPr/>
            </a:pPr>
            <a:r>
              <a:rPr lang="en-US" sz="1600" dirty="0"/>
              <a:t>Provide administrative, analytical, and coordination support to the Global Engagement Department (GE) to enhance DTRA’s ability to facilitate collaboration with external partners</a:t>
            </a:r>
          </a:p>
          <a:p>
            <a:pPr lvl="1">
              <a:defRPr/>
            </a:pPr>
            <a:r>
              <a:rPr lang="en-US" sz="1600" dirty="0"/>
              <a:t>Facilitate scheduling, logistics, and administrative support for GE engagements with CCMDs, interagency, and foreign partners.</a:t>
            </a:r>
          </a:p>
          <a:p>
            <a:pPr lvl="1">
              <a:defRPr/>
            </a:pPr>
            <a:r>
              <a:rPr lang="en-US" sz="1600" dirty="0"/>
              <a:t>Develop and maintain databases and tracking systems to monitor partner engagements, agreements, and strategic initiatives.</a:t>
            </a:r>
          </a:p>
          <a:p>
            <a:pPr lvl="1">
              <a:defRPr/>
            </a:pPr>
            <a:r>
              <a:rPr lang="en-US" sz="1600" dirty="0"/>
              <a:t>Assist in the preparation of reports, briefing materials, and correspondence for senior leadership engagement.</a:t>
            </a:r>
          </a:p>
          <a:p>
            <a:pPr lvl="1">
              <a:defRPr/>
            </a:pPr>
            <a:r>
              <a:rPr lang="en-US" sz="1600" dirty="0"/>
              <a:t>Support the planning and execution of GE-hosted events, working groups, and information-sharing initiatives.</a:t>
            </a:r>
          </a:p>
          <a:p>
            <a:pPr lvl="1">
              <a:defRPr/>
            </a:pPr>
            <a:r>
              <a:rPr lang="en-US" sz="1600" dirty="0"/>
              <a:t>Maintain and update internal knowledge management repositories to ensure continuity of operations and historical reference.</a:t>
            </a:r>
          </a:p>
          <a:p>
            <a:pPr lvl="1">
              <a:defRPr/>
            </a:pPr>
            <a:r>
              <a:rPr lang="en-US" sz="1600" dirty="0"/>
              <a:t>Assist in tracking and reporting mission activities, engagement efforts, and operational coordination at forward-deployed sites.</a:t>
            </a:r>
          </a:p>
          <a:p>
            <a:pPr lvl="1">
              <a:defRPr/>
            </a:pPr>
            <a:r>
              <a:rPr lang="en-US" sz="1600" dirty="0"/>
              <a:t>Ensure consistency in reporting and alignment with GE’s mission objectives across all CONUS and OCONUS locations.</a:t>
            </a:r>
          </a:p>
          <a:p>
            <a:pPr lvl="1"/>
            <a:endParaRPr lang="en-US" sz="1400" dirty="0"/>
          </a:p>
        </p:txBody>
      </p:sp>
      <p:sp>
        <p:nvSpPr>
          <p:cNvPr id="3" name="Title 2">
            <a:extLst>
              <a:ext uri="{FF2B5EF4-FFF2-40B4-BE49-F238E27FC236}">
                <a16:creationId xmlns:a16="http://schemas.microsoft.com/office/drawing/2014/main" id="{5EBCD12C-748C-112D-8D8E-4B1EE8EAC545}"/>
              </a:ext>
            </a:extLst>
          </p:cNvPr>
          <p:cNvSpPr>
            <a:spLocks noGrp="1"/>
          </p:cNvSpPr>
          <p:nvPr>
            <p:ph type="title"/>
          </p:nvPr>
        </p:nvSpPr>
        <p:spPr>
          <a:xfrm>
            <a:off x="1899138" y="173038"/>
            <a:ext cx="9670010" cy="839836"/>
          </a:xfrm>
        </p:spPr>
        <p:txBody>
          <a:bodyPr/>
          <a:lstStyle/>
          <a:p>
            <a:r>
              <a:rPr lang="en-US" dirty="0"/>
              <a:t>Requirement Overview – Task 3</a:t>
            </a:r>
          </a:p>
        </p:txBody>
      </p:sp>
      <p:sp>
        <p:nvSpPr>
          <p:cNvPr id="2" name="Rectangle 59">
            <a:extLst>
              <a:ext uri="{FF2B5EF4-FFF2-40B4-BE49-F238E27FC236}">
                <a16:creationId xmlns:a16="http://schemas.microsoft.com/office/drawing/2014/main" id="{C4B97F34-0FE8-5EB0-F7EA-6A94C4106EFE}"/>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sp>
        <p:nvSpPr>
          <p:cNvPr id="4" name="Rectangle 59">
            <a:extLst>
              <a:ext uri="{FF2B5EF4-FFF2-40B4-BE49-F238E27FC236}">
                <a16:creationId xmlns:a16="http://schemas.microsoft.com/office/drawing/2014/main" id="{F562873E-78AC-B12E-B9A2-9863ED4A21C9}"/>
              </a:ext>
            </a:extLst>
          </p:cNvPr>
          <p:cNvSpPr>
            <a:spLocks noChangeArrowheads="1"/>
          </p:cNvSpPr>
          <p:nvPr/>
        </p:nvSpPr>
        <p:spPr bwMode="auto">
          <a:xfrm>
            <a:off x="5435402" y="6501627"/>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sp>
        <p:nvSpPr>
          <p:cNvPr id="5" name="Slide Number Placeholder 13">
            <a:extLst>
              <a:ext uri="{FF2B5EF4-FFF2-40B4-BE49-F238E27FC236}">
                <a16:creationId xmlns:a16="http://schemas.microsoft.com/office/drawing/2014/main" id="{7B031C08-4490-04E6-D58D-F35F1A43757F}"/>
              </a:ext>
            </a:extLst>
          </p:cNvPr>
          <p:cNvSpPr>
            <a:spLocks noGrp="1"/>
          </p:cNvSpPr>
          <p:nvPr>
            <p:ph type="sldNum" sz="quarter" idx="11"/>
          </p:nvPr>
        </p:nvSpPr>
        <p:spPr>
          <a:xfrm>
            <a:off x="11103231" y="6541657"/>
            <a:ext cx="533400" cy="200025"/>
          </a:xfrm>
        </p:spPr>
        <p:txBody>
          <a:bodyPr anchor="ctr"/>
          <a:lstStyle/>
          <a:p>
            <a:fld id="{FFAE6822-EB53-4D7A-8239-6F9883F241C9}" type="slidenum">
              <a:rPr lang="en-US" smtClean="0"/>
              <a:pPr/>
              <a:t>19</a:t>
            </a:fld>
            <a:endParaRPr lang="en-US"/>
          </a:p>
        </p:txBody>
      </p:sp>
    </p:spTree>
    <p:extLst>
      <p:ext uri="{BB962C8B-B14F-4D97-AF65-F5344CB8AC3E}">
        <p14:creationId xmlns:p14="http://schemas.microsoft.com/office/powerpoint/2010/main" val="12998234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a:xfrm>
            <a:off x="606287" y="1537398"/>
            <a:ext cx="10962861" cy="4575168"/>
          </a:xfrm>
        </p:spPr>
        <p:txBody>
          <a:bodyPr/>
          <a:lstStyle/>
          <a:p>
            <a:pPr>
              <a:defRPr/>
            </a:pPr>
            <a:r>
              <a:rPr lang="en-US" sz="2400" b="1" dirty="0"/>
              <a:t>Task 4: Contingency Operations (CO)</a:t>
            </a:r>
          </a:p>
          <a:p>
            <a:pPr lvl="1"/>
            <a:r>
              <a:rPr lang="en-US" sz="1800" dirty="0"/>
              <a:t>Perform facility management of assigned facilities. </a:t>
            </a:r>
          </a:p>
          <a:p>
            <a:pPr lvl="1"/>
            <a:r>
              <a:rPr lang="en-US" sz="1800" dirty="0"/>
              <a:t>Provide operational and policy support for CZ-CO.</a:t>
            </a:r>
          </a:p>
          <a:p>
            <a:pPr lvl="1"/>
            <a:r>
              <a:rPr lang="en-US" sz="1800" dirty="0"/>
              <a:t>Support the development of plans for program planning and resource utilization.</a:t>
            </a:r>
          </a:p>
          <a:p>
            <a:pPr lvl="1"/>
            <a:r>
              <a:rPr lang="en-US" sz="1800" dirty="0"/>
              <a:t>Deployment and coordination support, as required, for personnel and equipment deployment.</a:t>
            </a:r>
          </a:p>
          <a:p>
            <a:pPr lvl="1"/>
            <a:r>
              <a:rPr lang="en-US" sz="1800" dirty="0"/>
              <a:t>Provide comprehensive logistics support, to include property management, vehicle management, and shipping requirements. </a:t>
            </a:r>
          </a:p>
          <a:p>
            <a:pPr lvl="1"/>
            <a:r>
              <a:rPr lang="en-US" sz="1800" dirty="0"/>
              <a:t>Uncrewed Systems support and operation.</a:t>
            </a:r>
          </a:p>
          <a:p>
            <a:pPr lvl="1"/>
            <a:r>
              <a:rPr lang="en-US" sz="1800" dirty="0"/>
              <a:t>Provide communications support to include, but is not limited to, communication system evaluation, testing, setup, research, maintenance, and ability to act as COMSEC support custodian for NSA-provided authorized COMSEC account.</a:t>
            </a:r>
          </a:p>
          <a:p>
            <a:pPr lvl="1"/>
            <a:r>
              <a:rPr lang="en-US" sz="1800" dirty="0"/>
              <a:t>Provide additive manufacturing SME support.</a:t>
            </a:r>
          </a:p>
          <a:p>
            <a:pPr lvl="1"/>
            <a:r>
              <a:rPr lang="en-US" sz="1800" dirty="0"/>
              <a:t>Provide chemical, biological, radiological, and nuclear sensor integration and communications support to uncrewed systems efforts.</a:t>
            </a:r>
          </a:p>
          <a:p>
            <a:pPr marL="457200" lvl="1" indent="0">
              <a:buNone/>
              <a:defRPr/>
            </a:pPr>
            <a:endParaRPr lang="en-US" altLang="en-US" sz="2000" dirty="0"/>
          </a:p>
        </p:txBody>
      </p:sp>
      <p:sp>
        <p:nvSpPr>
          <p:cNvPr id="3" name="Title 2">
            <a:extLst>
              <a:ext uri="{FF2B5EF4-FFF2-40B4-BE49-F238E27FC236}">
                <a16:creationId xmlns:a16="http://schemas.microsoft.com/office/drawing/2014/main" id="{5EBCD12C-748C-112D-8D8E-4B1EE8EAC545}"/>
              </a:ext>
            </a:extLst>
          </p:cNvPr>
          <p:cNvSpPr>
            <a:spLocks noGrp="1"/>
          </p:cNvSpPr>
          <p:nvPr>
            <p:ph type="title"/>
          </p:nvPr>
        </p:nvSpPr>
        <p:spPr>
          <a:xfrm>
            <a:off x="1899138" y="173038"/>
            <a:ext cx="9670010" cy="839836"/>
          </a:xfrm>
        </p:spPr>
        <p:txBody>
          <a:bodyPr/>
          <a:lstStyle/>
          <a:p>
            <a:r>
              <a:rPr lang="en-US" dirty="0"/>
              <a:t>Requirement Overview – Task 4</a:t>
            </a:r>
          </a:p>
        </p:txBody>
      </p:sp>
      <p:sp>
        <p:nvSpPr>
          <p:cNvPr id="2" name="Rectangle 59">
            <a:extLst>
              <a:ext uri="{FF2B5EF4-FFF2-40B4-BE49-F238E27FC236}">
                <a16:creationId xmlns:a16="http://schemas.microsoft.com/office/drawing/2014/main" id="{C4B97F34-0FE8-5EB0-F7EA-6A94C4106EFE}"/>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sp>
        <p:nvSpPr>
          <p:cNvPr id="4" name="Rectangle 59">
            <a:extLst>
              <a:ext uri="{FF2B5EF4-FFF2-40B4-BE49-F238E27FC236}">
                <a16:creationId xmlns:a16="http://schemas.microsoft.com/office/drawing/2014/main" id="{F562873E-78AC-B12E-B9A2-9863ED4A21C9}"/>
              </a:ext>
            </a:extLst>
          </p:cNvPr>
          <p:cNvSpPr>
            <a:spLocks noChangeArrowheads="1"/>
          </p:cNvSpPr>
          <p:nvPr/>
        </p:nvSpPr>
        <p:spPr bwMode="auto">
          <a:xfrm>
            <a:off x="5435402" y="6501627"/>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sp>
        <p:nvSpPr>
          <p:cNvPr id="5" name="Slide Number Placeholder 13">
            <a:extLst>
              <a:ext uri="{FF2B5EF4-FFF2-40B4-BE49-F238E27FC236}">
                <a16:creationId xmlns:a16="http://schemas.microsoft.com/office/drawing/2014/main" id="{7B031C08-4490-04E6-D58D-F35F1A43757F}"/>
              </a:ext>
            </a:extLst>
          </p:cNvPr>
          <p:cNvSpPr>
            <a:spLocks noGrp="1"/>
          </p:cNvSpPr>
          <p:nvPr>
            <p:ph type="sldNum" sz="quarter" idx="11"/>
          </p:nvPr>
        </p:nvSpPr>
        <p:spPr>
          <a:xfrm>
            <a:off x="11103231" y="6541657"/>
            <a:ext cx="533400" cy="200025"/>
          </a:xfrm>
        </p:spPr>
        <p:txBody>
          <a:bodyPr anchor="ctr"/>
          <a:lstStyle/>
          <a:p>
            <a:fld id="{FFAE6822-EB53-4D7A-8239-6F9883F241C9}" type="slidenum">
              <a:rPr lang="en-US" smtClean="0"/>
              <a:pPr/>
              <a:t>20</a:t>
            </a:fld>
            <a:endParaRPr lang="en-US"/>
          </a:p>
        </p:txBody>
      </p:sp>
    </p:spTree>
    <p:extLst>
      <p:ext uri="{BB962C8B-B14F-4D97-AF65-F5344CB8AC3E}">
        <p14:creationId xmlns:p14="http://schemas.microsoft.com/office/powerpoint/2010/main" val="1625915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F40EB-F06C-A6D6-8B9B-CC49AE74F5AF}"/>
            </a:ext>
          </a:extLst>
        </p:cNvPr>
        <p:cNvGrpSpPr/>
        <p:nvPr/>
      </p:nvGrpSpPr>
      <p:grpSpPr>
        <a:xfrm>
          <a:off x="0" y="0"/>
          <a:ext cx="0" cy="0"/>
          <a:chOff x="0" y="0"/>
          <a:chExt cx="0" cy="0"/>
        </a:xfrm>
      </p:grpSpPr>
      <p:sp>
        <p:nvSpPr>
          <p:cNvPr id="16387" name="Content Placeholder 2">
            <a:extLst>
              <a:ext uri="{FF2B5EF4-FFF2-40B4-BE49-F238E27FC236}">
                <a16:creationId xmlns:a16="http://schemas.microsoft.com/office/drawing/2014/main" id="{3E77BBDB-5229-6B36-D216-BA0DEA160272}"/>
              </a:ext>
            </a:extLst>
          </p:cNvPr>
          <p:cNvSpPr>
            <a:spLocks noGrp="1"/>
          </p:cNvSpPr>
          <p:nvPr>
            <p:ph idx="1"/>
          </p:nvPr>
        </p:nvSpPr>
        <p:spPr>
          <a:xfrm>
            <a:off x="606287" y="1537398"/>
            <a:ext cx="10962861" cy="4575168"/>
          </a:xfrm>
        </p:spPr>
        <p:txBody>
          <a:bodyPr/>
          <a:lstStyle/>
          <a:p>
            <a:pPr>
              <a:defRPr/>
            </a:pPr>
            <a:r>
              <a:rPr lang="en-US" sz="2400" b="1" dirty="0"/>
              <a:t>Task 5: Systems Engineering and Operational Planning Support (PL) </a:t>
            </a:r>
          </a:p>
          <a:p>
            <a:pPr lvl="1"/>
            <a:r>
              <a:rPr lang="en-US" sz="2000" dirty="0"/>
              <a:t>Provide Operational Planning Support embedded with partner unit planning teams and system engineering support. </a:t>
            </a:r>
          </a:p>
          <a:p>
            <a:pPr lvl="1"/>
            <a:r>
              <a:rPr lang="en-US" sz="2000" dirty="0"/>
              <a:t>Monitoring current commercial-of-the-shelf / government off-the-shelf state-of-the-art and niche technologies</a:t>
            </a:r>
          </a:p>
          <a:p>
            <a:pPr lvl="1"/>
            <a:r>
              <a:rPr lang="en-US" sz="2000" dirty="0"/>
              <a:t>Provide prototype development of key performance parameters decomposed from mission planning, and technology / capability validation event planning support</a:t>
            </a:r>
          </a:p>
          <a:p>
            <a:pPr lvl="1"/>
            <a:r>
              <a:rPr lang="en-US" sz="2000" dirty="0"/>
              <a:t>Obtain systems engineering an integration (SE&amp;I) activities necessary to support DTRA CZ and select partner units</a:t>
            </a:r>
          </a:p>
          <a:p>
            <a:pPr lvl="2"/>
            <a:r>
              <a:rPr lang="en-US" sz="1800" dirty="0"/>
              <a:t>Inclusion of scientific and technical analysis and evaluation of vulnerabilities</a:t>
            </a:r>
          </a:p>
          <a:p>
            <a:pPr lvl="2"/>
            <a:r>
              <a:rPr lang="en-US" sz="1800" dirty="0"/>
              <a:t>Development of technical solutions that shall address capability gaps identified by partners during concept development.</a:t>
            </a:r>
            <a:endParaRPr lang="en-US" altLang="en-US" sz="2800" dirty="0"/>
          </a:p>
        </p:txBody>
      </p:sp>
      <p:sp>
        <p:nvSpPr>
          <p:cNvPr id="3" name="Title 2">
            <a:extLst>
              <a:ext uri="{FF2B5EF4-FFF2-40B4-BE49-F238E27FC236}">
                <a16:creationId xmlns:a16="http://schemas.microsoft.com/office/drawing/2014/main" id="{3F58059B-1312-0345-8F4D-A490EC7E495F}"/>
              </a:ext>
            </a:extLst>
          </p:cNvPr>
          <p:cNvSpPr>
            <a:spLocks noGrp="1"/>
          </p:cNvSpPr>
          <p:nvPr>
            <p:ph type="title"/>
          </p:nvPr>
        </p:nvSpPr>
        <p:spPr>
          <a:xfrm>
            <a:off x="1899138" y="173038"/>
            <a:ext cx="9670010" cy="839836"/>
          </a:xfrm>
        </p:spPr>
        <p:txBody>
          <a:bodyPr/>
          <a:lstStyle/>
          <a:p>
            <a:r>
              <a:rPr lang="en-US" dirty="0"/>
              <a:t>Requirement Overview – Task 5</a:t>
            </a:r>
          </a:p>
        </p:txBody>
      </p:sp>
      <p:sp>
        <p:nvSpPr>
          <p:cNvPr id="2" name="Rectangle 59">
            <a:extLst>
              <a:ext uri="{FF2B5EF4-FFF2-40B4-BE49-F238E27FC236}">
                <a16:creationId xmlns:a16="http://schemas.microsoft.com/office/drawing/2014/main" id="{FD567E0A-F0FE-8DA0-147F-1E75B11A4766}"/>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sp>
        <p:nvSpPr>
          <p:cNvPr id="4" name="Rectangle 59">
            <a:extLst>
              <a:ext uri="{FF2B5EF4-FFF2-40B4-BE49-F238E27FC236}">
                <a16:creationId xmlns:a16="http://schemas.microsoft.com/office/drawing/2014/main" id="{26F59FD5-4095-9A55-0A52-1970B512783C}"/>
              </a:ext>
            </a:extLst>
          </p:cNvPr>
          <p:cNvSpPr>
            <a:spLocks noChangeArrowheads="1"/>
          </p:cNvSpPr>
          <p:nvPr/>
        </p:nvSpPr>
        <p:spPr bwMode="auto">
          <a:xfrm>
            <a:off x="5435402" y="6501627"/>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sp>
        <p:nvSpPr>
          <p:cNvPr id="5" name="Slide Number Placeholder 13">
            <a:extLst>
              <a:ext uri="{FF2B5EF4-FFF2-40B4-BE49-F238E27FC236}">
                <a16:creationId xmlns:a16="http://schemas.microsoft.com/office/drawing/2014/main" id="{96997C37-6F46-4BE6-9042-F348F8C624A6}"/>
              </a:ext>
            </a:extLst>
          </p:cNvPr>
          <p:cNvSpPr>
            <a:spLocks noGrp="1"/>
          </p:cNvSpPr>
          <p:nvPr>
            <p:ph type="sldNum" sz="quarter" idx="11"/>
          </p:nvPr>
        </p:nvSpPr>
        <p:spPr>
          <a:xfrm>
            <a:off x="11103231" y="6541657"/>
            <a:ext cx="533400" cy="200025"/>
          </a:xfrm>
        </p:spPr>
        <p:txBody>
          <a:bodyPr anchor="ctr"/>
          <a:lstStyle/>
          <a:p>
            <a:fld id="{FFAE6822-EB53-4D7A-8239-6F9883F241C9}" type="slidenum">
              <a:rPr lang="en-US" smtClean="0"/>
              <a:pPr/>
              <a:t>21</a:t>
            </a:fld>
            <a:endParaRPr lang="en-US"/>
          </a:p>
        </p:txBody>
      </p:sp>
    </p:spTree>
    <p:extLst>
      <p:ext uri="{BB962C8B-B14F-4D97-AF65-F5344CB8AC3E}">
        <p14:creationId xmlns:p14="http://schemas.microsoft.com/office/powerpoint/2010/main" val="419704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Content Placeholder 2"/>
          <p:cNvSpPr>
            <a:spLocks noGrp="1"/>
          </p:cNvSpPr>
          <p:nvPr>
            <p:ph idx="1"/>
          </p:nvPr>
        </p:nvSpPr>
        <p:spPr>
          <a:xfrm>
            <a:off x="606287" y="1607127"/>
            <a:ext cx="10982739" cy="4592781"/>
          </a:xfrm>
        </p:spPr>
        <p:txBody>
          <a:bodyPr/>
          <a:lstStyle/>
          <a:p>
            <a:r>
              <a:rPr lang="en-US" sz="2000" b="1" dirty="0"/>
              <a:t>Delivery Period:</a:t>
            </a:r>
            <a:r>
              <a:rPr lang="en-US" sz="2000" dirty="0"/>
              <a:t> The Period of Performance shall be a twelve (12) month base period from the date of award with four (4), twelve (12) month option periods. Performance will occur at locations CONUS and OCONUS. </a:t>
            </a:r>
          </a:p>
          <a:p>
            <a:r>
              <a:rPr lang="en-US" sz="2000" dirty="0"/>
              <a:t>All personnel will require at least a DoD Top Secret clearance or Interim Top-Secret clearance, with a majority requiring a Top Secret/SCI clearance</a:t>
            </a:r>
          </a:p>
          <a:p>
            <a:pPr marL="0" indent="0">
              <a:buNone/>
            </a:pPr>
            <a:r>
              <a:rPr lang="en-US" sz="2000" b="1" dirty="0"/>
              <a:t>4.0 Facility Clearance and Secure Facility Requirements</a:t>
            </a:r>
            <a:endParaRPr lang="en-US" sz="2000" dirty="0"/>
          </a:p>
          <a:p>
            <a:r>
              <a:rPr lang="en-US" sz="1800" dirty="0"/>
              <a:t>Due to anticipated Government facility constraints, the contractor must be able to provide secure facilities to accommodate classified work requirements. The following capabilities are required:</a:t>
            </a:r>
            <a:endParaRPr lang="en-US" sz="1600" dirty="0"/>
          </a:p>
          <a:p>
            <a:pPr lvl="0"/>
            <a:r>
              <a:rPr lang="en-US" sz="2000" b="1" dirty="0"/>
              <a:t>Secure Workspaces:</a:t>
            </a:r>
            <a:endParaRPr lang="en-US" sz="1800" dirty="0"/>
          </a:p>
          <a:p>
            <a:pPr lvl="1"/>
            <a:r>
              <a:rPr lang="en-US" sz="1800" dirty="0"/>
              <a:t>Ability to provide Secure Compartmented Information Facilities (SCIFs) or equivalent for TS//SCI-level work.</a:t>
            </a:r>
            <a:endParaRPr lang="en-US" sz="1600" dirty="0"/>
          </a:p>
          <a:p>
            <a:pPr lvl="1"/>
            <a:r>
              <a:rPr lang="en-US" sz="1800" dirty="0"/>
              <a:t>Capability to host classified meetings and workspaces for contractor personnel.</a:t>
            </a:r>
            <a:endParaRPr lang="en-US" sz="1600" dirty="0"/>
          </a:p>
        </p:txBody>
      </p:sp>
      <p:sp>
        <p:nvSpPr>
          <p:cNvPr id="3" name="Title 2">
            <a:extLst>
              <a:ext uri="{FF2B5EF4-FFF2-40B4-BE49-F238E27FC236}">
                <a16:creationId xmlns:a16="http://schemas.microsoft.com/office/drawing/2014/main" id="{58D8E08B-2210-D5BF-7FFF-5F6FD9AB13A6}"/>
              </a:ext>
            </a:extLst>
          </p:cNvPr>
          <p:cNvSpPr>
            <a:spLocks noGrp="1"/>
          </p:cNvSpPr>
          <p:nvPr>
            <p:ph type="title"/>
          </p:nvPr>
        </p:nvSpPr>
        <p:spPr/>
        <p:txBody>
          <a:bodyPr/>
          <a:lstStyle/>
          <a:p>
            <a:r>
              <a:rPr lang="en-US"/>
              <a:t>Requirement Overview, Cont’d</a:t>
            </a:r>
          </a:p>
        </p:txBody>
      </p:sp>
      <p:sp>
        <p:nvSpPr>
          <p:cNvPr id="2" name="Rectangle 59">
            <a:extLst>
              <a:ext uri="{FF2B5EF4-FFF2-40B4-BE49-F238E27FC236}">
                <a16:creationId xmlns:a16="http://schemas.microsoft.com/office/drawing/2014/main" id="{755B48C4-7131-9DDD-F925-F5180C9F659F}"/>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sp>
        <p:nvSpPr>
          <p:cNvPr id="4" name="Rectangle 59">
            <a:extLst>
              <a:ext uri="{FF2B5EF4-FFF2-40B4-BE49-F238E27FC236}">
                <a16:creationId xmlns:a16="http://schemas.microsoft.com/office/drawing/2014/main" id="{D661F547-A9CA-2DAB-41C9-7841EDC00B8B}"/>
              </a:ext>
            </a:extLst>
          </p:cNvPr>
          <p:cNvSpPr>
            <a:spLocks noChangeArrowheads="1"/>
          </p:cNvSpPr>
          <p:nvPr/>
        </p:nvSpPr>
        <p:spPr bwMode="auto">
          <a:xfrm>
            <a:off x="5435402" y="6501627"/>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sp>
        <p:nvSpPr>
          <p:cNvPr id="5" name="Slide Number Placeholder 13">
            <a:extLst>
              <a:ext uri="{FF2B5EF4-FFF2-40B4-BE49-F238E27FC236}">
                <a16:creationId xmlns:a16="http://schemas.microsoft.com/office/drawing/2014/main" id="{DAF0254B-04FB-05B5-339A-FCB822067FDF}"/>
              </a:ext>
            </a:extLst>
          </p:cNvPr>
          <p:cNvSpPr>
            <a:spLocks noGrp="1"/>
          </p:cNvSpPr>
          <p:nvPr>
            <p:ph type="sldNum" sz="quarter" idx="11"/>
          </p:nvPr>
        </p:nvSpPr>
        <p:spPr>
          <a:xfrm>
            <a:off x="11103231" y="6541657"/>
            <a:ext cx="533400" cy="200025"/>
          </a:xfrm>
        </p:spPr>
        <p:txBody>
          <a:bodyPr anchor="ctr"/>
          <a:lstStyle/>
          <a:p>
            <a:fld id="{FFAE6822-EB53-4D7A-8239-6F9883F241C9}"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1"/>
          </p:nvPr>
        </p:nvSpPr>
        <p:spPr>
          <a:xfrm>
            <a:off x="606288" y="1605515"/>
            <a:ext cx="10952922" cy="4691062"/>
          </a:xfrm>
        </p:spPr>
        <p:txBody>
          <a:bodyPr/>
          <a:lstStyle/>
          <a:p>
            <a:pPr lvl="0"/>
            <a:r>
              <a:rPr lang="en-US" sz="2400" b="1" dirty="0"/>
              <a:t>Information Technology (IT) and Communications Security (COMSEC) Compliance:</a:t>
            </a:r>
            <a:endParaRPr lang="en-US" sz="2000" dirty="0"/>
          </a:p>
          <a:p>
            <a:pPr lvl="1"/>
            <a:r>
              <a:rPr lang="en-US" sz="2000" dirty="0"/>
              <a:t>Ability to meet Department of War (</a:t>
            </a:r>
            <a:r>
              <a:rPr lang="en-US" sz="2000" dirty="0" err="1"/>
              <a:t>DoW</a:t>
            </a:r>
            <a:r>
              <a:rPr lang="en-US" sz="2000" dirty="0"/>
              <a:t>) cybersecurity and information assurance (IA) requirements for handling classified data.</a:t>
            </a:r>
            <a:endParaRPr lang="en-US" sz="1800" dirty="0"/>
          </a:p>
          <a:p>
            <a:pPr lvl="1"/>
            <a:r>
              <a:rPr lang="en-US" sz="2000" dirty="0"/>
              <a:t>Provide classified IT infrastructure in compliance with </a:t>
            </a:r>
            <a:r>
              <a:rPr lang="en-US" sz="2000" dirty="0" err="1"/>
              <a:t>DoW</a:t>
            </a:r>
            <a:r>
              <a:rPr lang="en-US" sz="2000" dirty="0"/>
              <a:t> policies and standards.</a:t>
            </a:r>
          </a:p>
          <a:p>
            <a:pPr lvl="0"/>
            <a:r>
              <a:rPr lang="en-US" sz="2400" b="1" dirty="0"/>
              <a:t>Geographical Considerations:</a:t>
            </a:r>
            <a:endParaRPr lang="en-US" sz="2000" dirty="0"/>
          </a:p>
          <a:p>
            <a:r>
              <a:rPr lang="en-US" sz="2400" dirty="0"/>
              <a:t>Secure facilities should be within reasonable proximity to DTRA headquarters or key mission partner locations.</a:t>
            </a:r>
          </a:p>
          <a:p>
            <a:r>
              <a:rPr lang="en-US" sz="2400" dirty="0"/>
              <a:t>Contractors without existing secure facility capabilities should describe in detail their approach to meeting these requirements, including potential partnerships, facility acquisition plans, or alternatives.</a:t>
            </a:r>
          </a:p>
          <a:p>
            <a:endParaRPr lang="en-US" altLang="en-US" sz="4400" dirty="0"/>
          </a:p>
        </p:txBody>
      </p:sp>
      <p:sp>
        <p:nvSpPr>
          <p:cNvPr id="3" name="Title 2">
            <a:extLst>
              <a:ext uri="{FF2B5EF4-FFF2-40B4-BE49-F238E27FC236}">
                <a16:creationId xmlns:a16="http://schemas.microsoft.com/office/drawing/2014/main" id="{DF884B34-5800-EF50-A021-FC97D22A8CFB}"/>
              </a:ext>
            </a:extLst>
          </p:cNvPr>
          <p:cNvSpPr>
            <a:spLocks noGrp="1"/>
          </p:cNvSpPr>
          <p:nvPr>
            <p:ph type="title"/>
          </p:nvPr>
        </p:nvSpPr>
        <p:spPr/>
        <p:txBody>
          <a:bodyPr/>
          <a:lstStyle/>
          <a:p>
            <a:r>
              <a:rPr lang="en-US"/>
              <a:t>Requirement Overview, Cont’d</a:t>
            </a:r>
          </a:p>
        </p:txBody>
      </p:sp>
      <p:sp>
        <p:nvSpPr>
          <p:cNvPr id="2" name="Rectangle 59">
            <a:extLst>
              <a:ext uri="{FF2B5EF4-FFF2-40B4-BE49-F238E27FC236}">
                <a16:creationId xmlns:a16="http://schemas.microsoft.com/office/drawing/2014/main" id="{4E690156-00C7-BBCE-71C8-CB1AFB2986E5}"/>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sp>
        <p:nvSpPr>
          <p:cNvPr id="4" name="Rectangle 59">
            <a:extLst>
              <a:ext uri="{FF2B5EF4-FFF2-40B4-BE49-F238E27FC236}">
                <a16:creationId xmlns:a16="http://schemas.microsoft.com/office/drawing/2014/main" id="{C06F9AA6-E14B-835C-F51D-04A87AA280D5}"/>
              </a:ext>
            </a:extLst>
          </p:cNvPr>
          <p:cNvSpPr>
            <a:spLocks noChangeArrowheads="1"/>
          </p:cNvSpPr>
          <p:nvPr/>
        </p:nvSpPr>
        <p:spPr bwMode="auto">
          <a:xfrm>
            <a:off x="5435402" y="6501627"/>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sp>
        <p:nvSpPr>
          <p:cNvPr id="5" name="Slide Number Placeholder 13">
            <a:extLst>
              <a:ext uri="{FF2B5EF4-FFF2-40B4-BE49-F238E27FC236}">
                <a16:creationId xmlns:a16="http://schemas.microsoft.com/office/drawing/2014/main" id="{FE13AEAE-1E38-37BB-4CB4-C46104A83392}"/>
              </a:ext>
            </a:extLst>
          </p:cNvPr>
          <p:cNvSpPr>
            <a:spLocks noGrp="1"/>
          </p:cNvSpPr>
          <p:nvPr>
            <p:ph type="sldNum" sz="quarter" idx="11"/>
          </p:nvPr>
        </p:nvSpPr>
        <p:spPr>
          <a:xfrm>
            <a:off x="11103231" y="6541657"/>
            <a:ext cx="533400" cy="200025"/>
          </a:xfrm>
        </p:spPr>
        <p:txBody>
          <a:bodyPr anchor="ctr"/>
          <a:lstStyle/>
          <a:p>
            <a:fld id="{FFAE6822-EB53-4D7A-8239-6F9883F241C9}"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F08D5-3BA6-D1E4-CC10-BFF7E688E4D5}"/>
              </a:ext>
            </a:extLst>
          </p:cNvPr>
          <p:cNvSpPr>
            <a:spLocks noGrp="1"/>
          </p:cNvSpPr>
          <p:nvPr>
            <p:ph type="title"/>
          </p:nvPr>
        </p:nvSpPr>
        <p:spPr/>
        <p:txBody>
          <a:bodyPr/>
          <a:lstStyle/>
          <a:p>
            <a:r>
              <a:rPr lang="en-US" dirty="0"/>
              <a:t>Current CZ Contract Details</a:t>
            </a:r>
          </a:p>
        </p:txBody>
      </p:sp>
      <p:sp>
        <p:nvSpPr>
          <p:cNvPr id="4" name="Content Placeholder 3">
            <a:extLst>
              <a:ext uri="{FF2B5EF4-FFF2-40B4-BE49-F238E27FC236}">
                <a16:creationId xmlns:a16="http://schemas.microsoft.com/office/drawing/2014/main" id="{7BB334BA-F4BA-5E63-3327-7BBE650AAFA4}"/>
              </a:ext>
            </a:extLst>
          </p:cNvPr>
          <p:cNvSpPr>
            <a:spLocks noGrp="1"/>
          </p:cNvSpPr>
          <p:nvPr>
            <p:ph idx="1"/>
          </p:nvPr>
        </p:nvSpPr>
        <p:spPr>
          <a:xfrm>
            <a:off x="609599" y="1597891"/>
            <a:ext cx="10954327" cy="4237978"/>
          </a:xfrm>
        </p:spPr>
        <p:txBody>
          <a:bodyPr/>
          <a:lstStyle/>
          <a:p>
            <a:r>
              <a:rPr lang="en-US" sz="2400" kern="0" dirty="0">
                <a:effectLst/>
                <a:ea typeface="Times New Roman" panose="02020603050405020304" pitchFamily="18" charset="0"/>
              </a:rPr>
              <a:t>Competed and awarded to CACI as task order HDTRA1-23-F-0020)</a:t>
            </a:r>
          </a:p>
          <a:p>
            <a:r>
              <a:rPr lang="en-US" altLang="en-US" sz="2400" dirty="0"/>
              <a:t>All CZ functional programs provide funding, which is then commingled in obligation and performance/billing</a:t>
            </a:r>
          </a:p>
          <a:p>
            <a:r>
              <a:rPr lang="en-US" altLang="en-US" sz="2400" dirty="0"/>
              <a:t>In-scope surge feature, up to 20% of dollars annually, with pre-approval</a:t>
            </a:r>
          </a:p>
          <a:p>
            <a:r>
              <a:rPr lang="en-US" altLang="en-US" sz="2400" dirty="0"/>
              <a:t>One-year base plus four one-year options</a:t>
            </a:r>
          </a:p>
          <a:p>
            <a:endParaRPr lang="en-US" altLang="en-US" sz="2400" dirty="0"/>
          </a:p>
        </p:txBody>
      </p:sp>
      <p:sp>
        <p:nvSpPr>
          <p:cNvPr id="5" name="Rectangle 59">
            <a:extLst>
              <a:ext uri="{FF2B5EF4-FFF2-40B4-BE49-F238E27FC236}">
                <a16:creationId xmlns:a16="http://schemas.microsoft.com/office/drawing/2014/main" id="{C07FE0B7-A10F-4641-0A8C-F1A5AA07CC57}"/>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sp>
        <p:nvSpPr>
          <p:cNvPr id="6" name="Rectangle 59">
            <a:extLst>
              <a:ext uri="{FF2B5EF4-FFF2-40B4-BE49-F238E27FC236}">
                <a16:creationId xmlns:a16="http://schemas.microsoft.com/office/drawing/2014/main" id="{A495BF89-94D8-44F8-5BC6-8C3B3D3D2280}"/>
              </a:ext>
            </a:extLst>
          </p:cNvPr>
          <p:cNvSpPr>
            <a:spLocks noChangeArrowheads="1"/>
          </p:cNvSpPr>
          <p:nvPr/>
        </p:nvSpPr>
        <p:spPr bwMode="auto">
          <a:xfrm>
            <a:off x="5435402" y="6501627"/>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sp>
        <p:nvSpPr>
          <p:cNvPr id="7" name="Slide Number Placeholder 13">
            <a:extLst>
              <a:ext uri="{FF2B5EF4-FFF2-40B4-BE49-F238E27FC236}">
                <a16:creationId xmlns:a16="http://schemas.microsoft.com/office/drawing/2014/main" id="{F10FF401-3117-30DD-8016-820F6AF327E2}"/>
              </a:ext>
            </a:extLst>
          </p:cNvPr>
          <p:cNvSpPr>
            <a:spLocks noGrp="1"/>
          </p:cNvSpPr>
          <p:nvPr>
            <p:ph type="sldNum" sz="quarter" idx="11"/>
          </p:nvPr>
        </p:nvSpPr>
        <p:spPr>
          <a:xfrm>
            <a:off x="11103231" y="6541657"/>
            <a:ext cx="533400" cy="200025"/>
          </a:xfrm>
        </p:spPr>
        <p:txBody>
          <a:bodyPr anchor="ctr"/>
          <a:lstStyle/>
          <a:p>
            <a:fld id="{FFAE6822-EB53-4D7A-8239-6F9883F241C9}" type="slidenum">
              <a:rPr lang="en-US" smtClean="0"/>
              <a:pPr/>
              <a:t>24</a:t>
            </a:fld>
            <a:endParaRPr lang="en-US"/>
          </a:p>
        </p:txBody>
      </p:sp>
    </p:spTree>
    <p:extLst>
      <p:ext uri="{BB962C8B-B14F-4D97-AF65-F5344CB8AC3E}">
        <p14:creationId xmlns:p14="http://schemas.microsoft.com/office/powerpoint/2010/main" val="18436288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Content Placeholder 2"/>
          <p:cNvSpPr>
            <a:spLocks noGrp="1"/>
          </p:cNvSpPr>
          <p:nvPr>
            <p:ph idx="1"/>
          </p:nvPr>
        </p:nvSpPr>
        <p:spPr>
          <a:xfrm>
            <a:off x="606287" y="1619375"/>
            <a:ext cx="10982739" cy="4273136"/>
          </a:xfrm>
        </p:spPr>
        <p:txBody>
          <a:bodyPr/>
          <a:lstStyle/>
          <a:p>
            <a:r>
              <a:rPr lang="en-US" altLang="en-US" sz="2400" dirty="0"/>
              <a:t>SSN / RFI issued on </a:t>
            </a:r>
            <a:r>
              <a:rPr lang="en-US" altLang="en-US" sz="2400" dirty="0">
                <a:solidFill>
                  <a:schemeClr val="accent4"/>
                </a:solidFill>
                <a:hlinkClick r:id="rId2">
                  <a:extLst>
                    <a:ext uri="{A12FA001-AC4F-418D-AE19-62706E023703}">
                      <ahyp:hlinkClr xmlns:ahyp="http://schemas.microsoft.com/office/drawing/2018/hyperlinkcolor" val="tx"/>
                    </a:ext>
                  </a:extLst>
                </a:hlinkClick>
              </a:rPr>
              <a:t>www.sam.gov</a:t>
            </a:r>
            <a:r>
              <a:rPr lang="en-US" altLang="en-US" sz="2400" dirty="0">
                <a:solidFill>
                  <a:schemeClr val="accent4"/>
                </a:solidFill>
              </a:rPr>
              <a:t> </a:t>
            </a:r>
            <a:r>
              <a:rPr lang="en-US" altLang="en-US" sz="2400" dirty="0"/>
              <a:t>on 20 February along with draft SSN</a:t>
            </a:r>
          </a:p>
          <a:p>
            <a:r>
              <a:rPr lang="en-US" altLang="en-US" sz="2400" dirty="0"/>
              <a:t>Received responses from 32 companies (25 large, 7 small per NAICS 541990) by submission deadline </a:t>
            </a:r>
          </a:p>
          <a:p>
            <a:r>
              <a:rPr lang="en-US" altLang="en-US" sz="2400" dirty="0"/>
              <a:t>Feedback summary: All respondents were provided with a posting via sam.gov to the posted SSN link pertaining to the DA Follow-On requirement. </a:t>
            </a:r>
          </a:p>
          <a:p>
            <a:pPr marL="457200" lvl="1" indent="0">
              <a:buNone/>
            </a:pPr>
            <a:endParaRPr lang="en-US" altLang="en-US" sz="2000" dirty="0"/>
          </a:p>
          <a:p>
            <a:endParaRPr lang="en-US" altLang="en-US" sz="2400" dirty="0"/>
          </a:p>
        </p:txBody>
      </p:sp>
      <p:sp>
        <p:nvSpPr>
          <p:cNvPr id="3" name="Title 2">
            <a:extLst>
              <a:ext uri="{FF2B5EF4-FFF2-40B4-BE49-F238E27FC236}">
                <a16:creationId xmlns:a16="http://schemas.microsoft.com/office/drawing/2014/main" id="{96E9CE49-9C0B-BDAC-F7CE-52ED457D1A2C}"/>
              </a:ext>
            </a:extLst>
          </p:cNvPr>
          <p:cNvSpPr>
            <a:spLocks noGrp="1"/>
          </p:cNvSpPr>
          <p:nvPr>
            <p:ph type="title"/>
          </p:nvPr>
        </p:nvSpPr>
        <p:spPr/>
        <p:txBody>
          <a:bodyPr/>
          <a:lstStyle/>
          <a:p>
            <a:r>
              <a:rPr lang="en-US" dirty="0"/>
              <a:t>SSN Response Detail</a:t>
            </a:r>
          </a:p>
        </p:txBody>
      </p:sp>
      <p:sp>
        <p:nvSpPr>
          <p:cNvPr id="2" name="Rectangle 59">
            <a:extLst>
              <a:ext uri="{FF2B5EF4-FFF2-40B4-BE49-F238E27FC236}">
                <a16:creationId xmlns:a16="http://schemas.microsoft.com/office/drawing/2014/main" id="{ACB5A911-CBCE-345D-399E-78C6554F9989}"/>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a:ln>
                  <a:noFill/>
                </a:ln>
                <a:solidFill>
                  <a:srgbClr val="00B050"/>
                </a:solidFill>
                <a:effectLst/>
                <a:uLnTx/>
                <a:uFillTx/>
                <a:ea typeface="ＭＳ Ｐゴシック"/>
                <a:cs typeface="Arial" panose="020B0604020202020204" pitchFamily="34" charset="0"/>
              </a:rPr>
              <a:t>UNCLASSIFIED</a:t>
            </a:r>
          </a:p>
        </p:txBody>
      </p:sp>
      <p:sp>
        <p:nvSpPr>
          <p:cNvPr id="4" name="Rectangle 59">
            <a:extLst>
              <a:ext uri="{FF2B5EF4-FFF2-40B4-BE49-F238E27FC236}">
                <a16:creationId xmlns:a16="http://schemas.microsoft.com/office/drawing/2014/main" id="{8DCADCAF-7C40-A374-DC88-A82E285B0825}"/>
              </a:ext>
            </a:extLst>
          </p:cNvPr>
          <p:cNvSpPr>
            <a:spLocks noChangeArrowheads="1"/>
          </p:cNvSpPr>
          <p:nvPr/>
        </p:nvSpPr>
        <p:spPr bwMode="auto">
          <a:xfrm>
            <a:off x="5435402" y="6501627"/>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a:ln>
                  <a:noFill/>
                </a:ln>
                <a:solidFill>
                  <a:srgbClr val="00B050"/>
                </a:solidFill>
                <a:effectLst/>
                <a:uLnTx/>
                <a:uFillTx/>
                <a:ea typeface="ＭＳ Ｐゴシック"/>
                <a:cs typeface="Arial" panose="020B0604020202020204" pitchFamily="34" charset="0"/>
              </a:rPr>
              <a:t>UNCLASSIFIED</a:t>
            </a:r>
          </a:p>
        </p:txBody>
      </p:sp>
      <p:sp>
        <p:nvSpPr>
          <p:cNvPr id="5" name="Slide Number Placeholder 13">
            <a:extLst>
              <a:ext uri="{FF2B5EF4-FFF2-40B4-BE49-F238E27FC236}">
                <a16:creationId xmlns:a16="http://schemas.microsoft.com/office/drawing/2014/main" id="{72DB7454-0658-ED0E-B6B0-1A186DCEC068}"/>
              </a:ext>
            </a:extLst>
          </p:cNvPr>
          <p:cNvSpPr>
            <a:spLocks noGrp="1"/>
          </p:cNvSpPr>
          <p:nvPr>
            <p:ph type="sldNum" sz="quarter" idx="11"/>
          </p:nvPr>
        </p:nvSpPr>
        <p:spPr>
          <a:xfrm>
            <a:off x="11103231" y="6541657"/>
            <a:ext cx="533400" cy="200025"/>
          </a:xfrm>
        </p:spPr>
        <p:txBody>
          <a:bodyPr anchor="ctr"/>
          <a:lstStyle/>
          <a:p>
            <a:fld id="{FFAE6822-EB53-4D7A-8239-6F9883F241C9}"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6E9CE49-9C0B-BDAC-F7CE-52ED457D1A2C}"/>
              </a:ext>
            </a:extLst>
          </p:cNvPr>
          <p:cNvSpPr>
            <a:spLocks noGrp="1"/>
          </p:cNvSpPr>
          <p:nvPr>
            <p:ph type="title"/>
          </p:nvPr>
        </p:nvSpPr>
        <p:spPr/>
        <p:txBody>
          <a:bodyPr/>
          <a:lstStyle/>
          <a:p>
            <a:r>
              <a:rPr lang="en-US"/>
              <a:t>RFI Questions &amp; Answers</a:t>
            </a:r>
          </a:p>
        </p:txBody>
      </p:sp>
      <p:sp>
        <p:nvSpPr>
          <p:cNvPr id="2" name="Rectangle 59">
            <a:extLst>
              <a:ext uri="{FF2B5EF4-FFF2-40B4-BE49-F238E27FC236}">
                <a16:creationId xmlns:a16="http://schemas.microsoft.com/office/drawing/2014/main" id="{55B36B52-16CD-93AA-F858-0CB34A33E6F6}"/>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a:ln>
                  <a:noFill/>
                </a:ln>
                <a:solidFill>
                  <a:srgbClr val="00B050"/>
                </a:solidFill>
                <a:effectLst/>
                <a:uLnTx/>
                <a:uFillTx/>
                <a:ea typeface="ＭＳ Ｐゴシック"/>
                <a:cs typeface="Arial" panose="020B0604020202020204" pitchFamily="34" charset="0"/>
              </a:rPr>
              <a:t>UNCLASSIFIED</a:t>
            </a:r>
          </a:p>
        </p:txBody>
      </p:sp>
      <p:sp>
        <p:nvSpPr>
          <p:cNvPr id="4" name="Rectangle 59">
            <a:extLst>
              <a:ext uri="{FF2B5EF4-FFF2-40B4-BE49-F238E27FC236}">
                <a16:creationId xmlns:a16="http://schemas.microsoft.com/office/drawing/2014/main" id="{6173E2D7-755D-004A-025F-D858CEBF7227}"/>
              </a:ext>
            </a:extLst>
          </p:cNvPr>
          <p:cNvSpPr>
            <a:spLocks noChangeArrowheads="1"/>
          </p:cNvSpPr>
          <p:nvPr/>
        </p:nvSpPr>
        <p:spPr bwMode="auto">
          <a:xfrm>
            <a:off x="5435402" y="6501627"/>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a:ln>
                  <a:noFill/>
                </a:ln>
                <a:solidFill>
                  <a:srgbClr val="00B050"/>
                </a:solidFill>
                <a:effectLst/>
                <a:uLnTx/>
                <a:uFillTx/>
                <a:ea typeface="ＭＳ Ｐゴシック"/>
                <a:cs typeface="Arial" panose="020B0604020202020204" pitchFamily="34" charset="0"/>
              </a:rPr>
              <a:t>UNCLASSIFIED</a:t>
            </a:r>
          </a:p>
        </p:txBody>
      </p:sp>
      <p:sp>
        <p:nvSpPr>
          <p:cNvPr id="5" name="Slide Number Placeholder 13">
            <a:extLst>
              <a:ext uri="{FF2B5EF4-FFF2-40B4-BE49-F238E27FC236}">
                <a16:creationId xmlns:a16="http://schemas.microsoft.com/office/drawing/2014/main" id="{96CB94CB-66F4-9877-8F8D-16A1556E925F}"/>
              </a:ext>
            </a:extLst>
          </p:cNvPr>
          <p:cNvSpPr>
            <a:spLocks noGrp="1"/>
          </p:cNvSpPr>
          <p:nvPr>
            <p:ph type="sldNum" sz="quarter" idx="11"/>
          </p:nvPr>
        </p:nvSpPr>
        <p:spPr>
          <a:xfrm>
            <a:off x="11103231" y="6541657"/>
            <a:ext cx="533400" cy="200025"/>
          </a:xfrm>
        </p:spPr>
        <p:txBody>
          <a:bodyPr anchor="ctr"/>
          <a:lstStyle/>
          <a:p>
            <a:fld id="{FFAE6822-EB53-4D7A-8239-6F9883F241C9}" type="slidenum">
              <a:rPr lang="en-US" smtClean="0"/>
              <a:pPr/>
              <a:t>26</a:t>
            </a:fld>
            <a:endParaRPr lang="en-US"/>
          </a:p>
        </p:txBody>
      </p:sp>
      <p:sp>
        <p:nvSpPr>
          <p:cNvPr id="7" name="TextBox 6">
            <a:extLst>
              <a:ext uri="{FF2B5EF4-FFF2-40B4-BE49-F238E27FC236}">
                <a16:creationId xmlns:a16="http://schemas.microsoft.com/office/drawing/2014/main" id="{BE2D6693-E67B-CB87-F18A-7923D89C3BEA}"/>
              </a:ext>
            </a:extLst>
          </p:cNvPr>
          <p:cNvSpPr txBox="1"/>
          <p:nvPr/>
        </p:nvSpPr>
        <p:spPr>
          <a:xfrm>
            <a:off x="618835" y="1607127"/>
            <a:ext cx="10945092" cy="1200329"/>
          </a:xfrm>
          <a:prstGeom prst="rect">
            <a:avLst/>
          </a:prstGeom>
          <a:noFill/>
        </p:spPr>
        <p:txBody>
          <a:bodyPr wrap="square" rtlCol="0">
            <a:spAutoFit/>
          </a:bodyPr>
          <a:lstStyle/>
          <a:p>
            <a:r>
              <a:rPr lang="en-US" dirty="0"/>
              <a:t>The initial RFI Questions and Answers have been posted to </a:t>
            </a:r>
            <a:r>
              <a:rPr lang="en-US" dirty="0">
                <a:solidFill>
                  <a:schemeClr val="accent4"/>
                </a:solidFill>
                <a:hlinkClick r:id="rId2">
                  <a:extLst>
                    <a:ext uri="{A12FA001-AC4F-418D-AE19-62706E023703}">
                      <ahyp:hlinkClr xmlns:ahyp="http://schemas.microsoft.com/office/drawing/2018/hyperlinkcolor" val="tx"/>
                    </a:ext>
                  </a:extLst>
                </a:hlinkClick>
              </a:rPr>
              <a:t>www.sam.gov</a:t>
            </a:r>
            <a:r>
              <a:rPr lang="en-US" dirty="0">
                <a:solidFill>
                  <a:schemeClr val="accent4"/>
                </a:solidFill>
              </a:rPr>
              <a:t> </a:t>
            </a:r>
            <a:r>
              <a:rPr lang="en-US" altLang="en-US" sz="2400" dirty="0"/>
              <a:t>pertaining previously submitted questions. Further communications will be discussed during individual 1 on 1 sessions scheduled for 31 March 2026.</a:t>
            </a:r>
            <a:endParaRPr lang="en-US" dirty="0"/>
          </a:p>
        </p:txBody>
      </p:sp>
    </p:spTree>
    <p:extLst>
      <p:ext uri="{BB962C8B-B14F-4D97-AF65-F5344CB8AC3E}">
        <p14:creationId xmlns:p14="http://schemas.microsoft.com/office/powerpoint/2010/main" val="31147941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F7B27-7416-2D81-B861-271D06FA1B8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E797ED-3DF6-9AEB-B968-2A280BBF8808}"/>
              </a:ext>
            </a:extLst>
          </p:cNvPr>
          <p:cNvSpPr>
            <a:spLocks noGrp="1"/>
          </p:cNvSpPr>
          <p:nvPr>
            <p:ph type="sldNum" sz="quarter" idx="11"/>
          </p:nvPr>
        </p:nvSpPr>
        <p:spPr/>
        <p:txBody>
          <a:bodyPr/>
          <a:lstStyle/>
          <a:p>
            <a:fld id="{8701F072-8BDC-4214-AD48-BDFCA27B0618}" type="slidenum">
              <a:rPr lang="en-US" smtClean="0"/>
              <a:pPr/>
              <a:t>27</a:t>
            </a:fld>
            <a:endParaRPr lang="en-US"/>
          </a:p>
        </p:txBody>
      </p:sp>
      <p:sp>
        <p:nvSpPr>
          <p:cNvPr id="3" name="Google Shape;403;p47">
            <a:extLst>
              <a:ext uri="{FF2B5EF4-FFF2-40B4-BE49-F238E27FC236}">
                <a16:creationId xmlns:a16="http://schemas.microsoft.com/office/drawing/2014/main" id="{E6DDA1D0-4E1A-F4E2-31EA-3C6CB9747441}"/>
              </a:ext>
            </a:extLst>
          </p:cNvPr>
          <p:cNvSpPr txBox="1">
            <a:spLocks/>
          </p:cNvSpPr>
          <p:nvPr/>
        </p:nvSpPr>
        <p:spPr>
          <a:xfrm>
            <a:off x="2164333" y="251364"/>
            <a:ext cx="8520600" cy="763500"/>
          </a:xfrm>
          <a:prstGeom prst="rect">
            <a:avLst/>
          </a:prstGeom>
        </p:spPr>
        <p:txBody>
          <a:bodyPr spcFirstLastPara="1" wrap="square" lIns="91425" tIns="91425" rIns="91425" bIns="91425" anchor="t" anchorCtr="0">
            <a:noAutofit/>
          </a:bodyPr>
          <a:lstStyle>
            <a:lvl1pPr marL="342900" indent="-342900" algn="l" rtl="0" eaLnBrk="0" fontAlgn="base" hangingPunct="0">
              <a:spcBef>
                <a:spcPct val="0"/>
              </a:spcBef>
              <a:spcAft>
                <a:spcPct val="0"/>
              </a:spcAft>
              <a:defRPr sz="2400" b="0" i="0">
                <a:solidFill>
                  <a:schemeClr val="tx2"/>
                </a:solidFill>
                <a:latin typeface="Arial Regular"/>
                <a:ea typeface="+mj-ea"/>
                <a:cs typeface="Arial" pitchFamily="34" charset="0"/>
              </a:defRPr>
            </a:lvl1pPr>
            <a:lvl2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2pPr>
            <a:lvl3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3pPr>
            <a:lvl4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4pPr>
            <a:lvl5pPr marL="342900" indent="-342900" algn="l" rtl="0" eaLnBrk="0" fontAlgn="base" hangingPunct="0">
              <a:spcBef>
                <a:spcPct val="0"/>
              </a:spcBef>
              <a:spcAft>
                <a:spcPct val="0"/>
              </a:spcAft>
              <a:defRPr sz="2400" b="1">
                <a:solidFill>
                  <a:schemeClr val="tx2"/>
                </a:solidFill>
                <a:latin typeface="Univers" pitchFamily="34" charset="-18"/>
                <a:ea typeface="ＭＳ Ｐゴシック" pitchFamily="20" charset="-128"/>
                <a:cs typeface="ＭＳ Ｐゴシック" charset="0"/>
              </a:defRPr>
            </a:lvl5pPr>
            <a:lvl6pPr marL="685800" indent="-342900" algn="l" rtl="0" fontAlgn="base">
              <a:spcBef>
                <a:spcPct val="0"/>
              </a:spcBef>
              <a:spcAft>
                <a:spcPct val="0"/>
              </a:spcAft>
              <a:defRPr sz="2400" b="1">
                <a:solidFill>
                  <a:schemeClr val="tx2"/>
                </a:solidFill>
                <a:latin typeface="Univers" pitchFamily="34" charset="-18"/>
                <a:ea typeface="ＭＳ Ｐゴシック" pitchFamily="20" charset="-128"/>
              </a:defRPr>
            </a:lvl6pPr>
            <a:lvl7pPr marL="1028700" indent="-342900" algn="l" rtl="0" fontAlgn="base">
              <a:spcBef>
                <a:spcPct val="0"/>
              </a:spcBef>
              <a:spcAft>
                <a:spcPct val="0"/>
              </a:spcAft>
              <a:defRPr sz="2400" b="1">
                <a:solidFill>
                  <a:schemeClr val="tx2"/>
                </a:solidFill>
                <a:latin typeface="Univers" pitchFamily="34" charset="-18"/>
                <a:ea typeface="ＭＳ Ｐゴシック" pitchFamily="20" charset="-128"/>
              </a:defRPr>
            </a:lvl7pPr>
            <a:lvl8pPr marL="1371600" indent="-342900" algn="l" rtl="0" fontAlgn="base">
              <a:spcBef>
                <a:spcPct val="0"/>
              </a:spcBef>
              <a:spcAft>
                <a:spcPct val="0"/>
              </a:spcAft>
              <a:defRPr sz="2400" b="1">
                <a:solidFill>
                  <a:schemeClr val="tx2"/>
                </a:solidFill>
                <a:latin typeface="Univers" pitchFamily="34" charset="-18"/>
                <a:ea typeface="ＭＳ Ｐゴシック" pitchFamily="20" charset="-128"/>
              </a:defRPr>
            </a:lvl8pPr>
            <a:lvl9pPr marL="1714500" indent="-342900" algn="l" rtl="0" fontAlgn="base">
              <a:spcBef>
                <a:spcPct val="0"/>
              </a:spcBef>
              <a:spcAft>
                <a:spcPct val="0"/>
              </a:spcAft>
              <a:defRPr sz="2400" b="1">
                <a:solidFill>
                  <a:schemeClr val="tx2"/>
                </a:solidFill>
                <a:latin typeface="Univers" pitchFamily="34" charset="-18"/>
                <a:ea typeface="ＭＳ Ｐゴシック" pitchFamily="20" charset="-128"/>
              </a:defRPr>
            </a:lvl9pPr>
          </a:lstStyle>
          <a:p>
            <a:pPr marL="0" indent="0">
              <a:spcBef>
                <a:spcPts val="0"/>
              </a:spcBef>
              <a:spcAft>
                <a:spcPts val="0"/>
              </a:spcAft>
            </a:pPr>
            <a:r>
              <a:rPr lang="en-US" sz="3200" b="1" kern="0" dirty="0">
                <a:solidFill>
                  <a:schemeClr val="tx1"/>
                </a:solidFill>
              </a:rPr>
              <a:t>One-on-One Sessions</a:t>
            </a:r>
          </a:p>
        </p:txBody>
      </p:sp>
      <p:sp>
        <p:nvSpPr>
          <p:cNvPr id="5" name="Rectangle 59">
            <a:extLst>
              <a:ext uri="{FF2B5EF4-FFF2-40B4-BE49-F238E27FC236}">
                <a16:creationId xmlns:a16="http://schemas.microsoft.com/office/drawing/2014/main" id="{CCB91353-6921-AB14-FB3D-B15AD2200446}"/>
              </a:ext>
            </a:extLst>
          </p:cNvPr>
          <p:cNvSpPr>
            <a:spLocks noChangeArrowheads="1"/>
          </p:cNvSpPr>
          <p:nvPr/>
        </p:nvSpPr>
        <p:spPr bwMode="auto">
          <a:xfrm>
            <a:off x="5435402" y="-1892"/>
            <a:ext cx="1321196" cy="276999"/>
          </a:xfrm>
          <a:prstGeom prst="rect">
            <a:avLst/>
          </a:prstGeom>
          <a:noFill/>
          <a:ln>
            <a:noFill/>
          </a:ln>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rPr>
              <a:t>UNCLASSIFIED</a:t>
            </a:r>
          </a:p>
        </p:txBody>
      </p:sp>
      <p:sp>
        <p:nvSpPr>
          <p:cNvPr id="6" name="Rectangle 59">
            <a:extLst>
              <a:ext uri="{FF2B5EF4-FFF2-40B4-BE49-F238E27FC236}">
                <a16:creationId xmlns:a16="http://schemas.microsoft.com/office/drawing/2014/main" id="{1180D561-F341-3329-399F-EAE906968B1C}"/>
              </a:ext>
            </a:extLst>
          </p:cNvPr>
          <p:cNvSpPr>
            <a:spLocks noChangeArrowheads="1"/>
          </p:cNvSpPr>
          <p:nvPr/>
        </p:nvSpPr>
        <p:spPr bwMode="auto">
          <a:xfrm>
            <a:off x="5587238" y="6578605"/>
            <a:ext cx="1321196" cy="276999"/>
          </a:xfrm>
          <a:prstGeom prst="rect">
            <a:avLst/>
          </a:prstGeom>
          <a:noFill/>
          <a:ln>
            <a:noFill/>
          </a:ln>
        </p:spPr>
        <p:txBody>
          <a:bodyPr wrap="none">
            <a:spAutoFit/>
          </a:bodyPr>
          <a:lstStyle/>
          <a:p>
            <a:pPr lvl="0" eaLnBrk="1" fontAlgn="auto" hangingPunct="1">
              <a:spcBef>
                <a:spcPts val="0"/>
              </a:spcBef>
              <a:spcAft>
                <a:spcPts val="0"/>
              </a:spcAft>
              <a:defRPr/>
            </a:pPr>
            <a:r>
              <a:rPr lang="en-US" altLang="en-US" sz="1200" b="1" dirty="0">
                <a:solidFill>
                  <a:srgbClr val="00B050"/>
                </a:solidFill>
                <a:ea typeface="ＭＳ Ｐゴシック"/>
                <a:cs typeface="Arial" panose="020B0604020202020204" pitchFamily="34" charset="0"/>
              </a:rPr>
              <a:t>UNCLASSIFIED</a:t>
            </a:r>
            <a:endParaRPr kumimoji="0" lang="en-US" altLang="en-US" sz="1200" b="1" i="0" u="none" strike="noStrike" kern="1200" cap="none" spc="0" normalizeH="0" baseline="0" noProof="0" dirty="0">
              <a:ln>
                <a:noFill/>
              </a:ln>
              <a:solidFill>
                <a:srgbClr val="00B050"/>
              </a:solidFill>
              <a:effectLst/>
              <a:uLnTx/>
              <a:uFillTx/>
              <a:ea typeface="ＭＳ Ｐゴシック"/>
              <a:cs typeface="Arial" panose="020B0604020202020204" pitchFamily="34" charset="0"/>
            </a:endParaRPr>
          </a:p>
        </p:txBody>
      </p:sp>
      <p:sp>
        <p:nvSpPr>
          <p:cNvPr id="7" name="Google Shape;143;p26">
            <a:extLst>
              <a:ext uri="{FF2B5EF4-FFF2-40B4-BE49-F238E27FC236}">
                <a16:creationId xmlns:a16="http://schemas.microsoft.com/office/drawing/2014/main" id="{0205D533-019F-F57D-78C5-00A05A223E9C}"/>
              </a:ext>
            </a:extLst>
          </p:cNvPr>
          <p:cNvSpPr txBox="1">
            <a:spLocks/>
          </p:cNvSpPr>
          <p:nvPr/>
        </p:nvSpPr>
        <p:spPr>
          <a:xfrm>
            <a:off x="555399" y="1329274"/>
            <a:ext cx="10286773" cy="5071526"/>
          </a:xfrm>
          <a:prstGeom prst="rect">
            <a:avLst/>
          </a:prstGeom>
          <a:noFill/>
          <a:ln>
            <a:noFill/>
          </a:ln>
        </p:spPr>
        <p:txBody>
          <a:bodyPr spcFirstLastPara="1" wrap="square" lIns="91425" tIns="91425" rIns="91425" bIns="91425" anchor="t" anchorCtr="0">
            <a:noAutofit/>
          </a:bodyPr>
          <a:lstStyle>
            <a:lvl1pPr marL="257175" indent="-257175" algn="l" rtl="0" eaLnBrk="0" fontAlgn="base" hangingPunct="0">
              <a:spcBef>
                <a:spcPct val="20000"/>
              </a:spcBef>
              <a:spcAft>
                <a:spcPct val="0"/>
              </a:spcAft>
              <a:buChar char="•"/>
              <a:defRPr sz="2100" b="0" i="0">
                <a:solidFill>
                  <a:schemeClr val="tx1"/>
                </a:solidFill>
                <a:latin typeface="Arial Regular"/>
                <a:ea typeface="+mn-ea"/>
                <a:cs typeface="Arial" pitchFamily="34" charset="0"/>
              </a:defRPr>
            </a:lvl1pPr>
            <a:lvl2pPr marL="557213" indent="-214313" algn="l" rtl="0" eaLnBrk="0" fontAlgn="base" hangingPunct="0">
              <a:spcBef>
                <a:spcPct val="20000"/>
              </a:spcBef>
              <a:spcAft>
                <a:spcPct val="0"/>
              </a:spcAft>
              <a:buChar char="•"/>
              <a:defRPr sz="1800" b="0" i="0">
                <a:solidFill>
                  <a:schemeClr val="tx1"/>
                </a:solidFill>
                <a:latin typeface="Arial Regular"/>
                <a:ea typeface="+mn-ea"/>
                <a:cs typeface="Arial" pitchFamily="34" charset="0"/>
              </a:defRPr>
            </a:lvl2pPr>
            <a:lvl3pPr marL="857250" indent="-171450" algn="l" rtl="0" eaLnBrk="0" fontAlgn="base" hangingPunct="0">
              <a:spcBef>
                <a:spcPct val="20000"/>
              </a:spcBef>
              <a:spcAft>
                <a:spcPct val="0"/>
              </a:spcAft>
              <a:buChar char="•"/>
              <a:defRPr sz="1500" b="0" i="0">
                <a:solidFill>
                  <a:schemeClr val="tx1"/>
                </a:solidFill>
                <a:latin typeface="Arial Regular"/>
                <a:ea typeface="+mn-ea"/>
                <a:cs typeface="Arial" pitchFamily="34" charset="0"/>
              </a:defRPr>
            </a:lvl3pPr>
            <a:lvl4pPr marL="1200150" indent="-171450" algn="l" rtl="0" eaLnBrk="0" fontAlgn="base" hangingPunct="0">
              <a:spcBef>
                <a:spcPct val="20000"/>
              </a:spcBef>
              <a:spcAft>
                <a:spcPct val="0"/>
              </a:spcAft>
              <a:buFont typeface="Times" charset="0"/>
              <a:buChar char="•"/>
              <a:defRPr sz="1200" b="0" i="0">
                <a:solidFill>
                  <a:schemeClr val="tx1"/>
                </a:solidFill>
                <a:latin typeface="Arial Regular"/>
                <a:ea typeface="+mn-ea"/>
                <a:cs typeface="Arial" pitchFamily="34" charset="0"/>
              </a:defRPr>
            </a:lvl4pPr>
            <a:lvl5pPr marL="1543050" indent="-171450" algn="l" rtl="0" eaLnBrk="0" fontAlgn="base" hangingPunct="0">
              <a:spcBef>
                <a:spcPct val="20000"/>
              </a:spcBef>
              <a:spcAft>
                <a:spcPct val="0"/>
              </a:spcAft>
              <a:buFont typeface="Times" charset="0"/>
              <a:buChar char="•"/>
              <a:defRPr sz="1050" b="0" i="0">
                <a:solidFill>
                  <a:schemeClr val="tx1"/>
                </a:solidFill>
                <a:latin typeface="Arial Regular"/>
                <a:ea typeface="+mn-ea"/>
                <a:cs typeface="Arial" pitchFamily="34" charset="0"/>
              </a:defRPr>
            </a:lvl5pPr>
            <a:lvl6pPr marL="1885950" indent="-171450" algn="l" rtl="0" fontAlgn="base">
              <a:spcBef>
                <a:spcPct val="20000"/>
              </a:spcBef>
              <a:spcAft>
                <a:spcPct val="0"/>
              </a:spcAft>
              <a:buFont typeface="Times" pitchFamily="18" charset="0"/>
              <a:buChar char="•"/>
              <a:defRPr sz="1050">
                <a:solidFill>
                  <a:schemeClr val="tx1"/>
                </a:solidFill>
                <a:latin typeface="+mn-lt"/>
                <a:ea typeface="+mn-ea"/>
              </a:defRPr>
            </a:lvl6pPr>
            <a:lvl7pPr marL="2228850" indent="-171450" algn="l" rtl="0" fontAlgn="base">
              <a:spcBef>
                <a:spcPct val="20000"/>
              </a:spcBef>
              <a:spcAft>
                <a:spcPct val="0"/>
              </a:spcAft>
              <a:buFont typeface="Times" pitchFamily="18" charset="0"/>
              <a:buChar char="•"/>
              <a:defRPr sz="1050">
                <a:solidFill>
                  <a:schemeClr val="tx1"/>
                </a:solidFill>
                <a:latin typeface="+mn-lt"/>
                <a:ea typeface="+mn-ea"/>
              </a:defRPr>
            </a:lvl7pPr>
            <a:lvl8pPr marL="2571750" indent="-171450" algn="l" rtl="0" fontAlgn="base">
              <a:spcBef>
                <a:spcPct val="20000"/>
              </a:spcBef>
              <a:spcAft>
                <a:spcPct val="0"/>
              </a:spcAft>
              <a:buFont typeface="Times" pitchFamily="18" charset="0"/>
              <a:buChar char="•"/>
              <a:defRPr sz="1050">
                <a:solidFill>
                  <a:schemeClr val="tx1"/>
                </a:solidFill>
                <a:latin typeface="+mn-lt"/>
                <a:ea typeface="+mn-ea"/>
              </a:defRPr>
            </a:lvl8pPr>
            <a:lvl9pPr marL="2914650" indent="-171450" algn="l" rtl="0" fontAlgn="base">
              <a:spcBef>
                <a:spcPct val="20000"/>
              </a:spcBef>
              <a:spcAft>
                <a:spcPct val="0"/>
              </a:spcAft>
              <a:buFont typeface="Times" pitchFamily="18" charset="0"/>
              <a:buChar char="•"/>
              <a:defRPr sz="1050">
                <a:solidFill>
                  <a:schemeClr val="tx1"/>
                </a:solidFill>
                <a:latin typeface="+mn-lt"/>
                <a:ea typeface="+mn-ea"/>
              </a:defRPr>
            </a:lvl9pPr>
          </a:lstStyle>
          <a:p>
            <a:pPr marL="457200" indent="-320040">
              <a:spcBef>
                <a:spcPts val="200"/>
              </a:spcBef>
              <a:spcAft>
                <a:spcPts val="0"/>
              </a:spcAft>
              <a:buClr>
                <a:srgbClr val="000000"/>
              </a:buClr>
              <a:buSzPts val="1404"/>
              <a:buFontTx/>
              <a:buChar char="●"/>
            </a:pPr>
            <a:r>
              <a:rPr lang="en-US" sz="2400" b="1" u="sng" kern="0" dirty="0">
                <a:solidFill>
                  <a:srgbClr val="000000"/>
                </a:solidFill>
                <a:latin typeface="Arial" panose="020B0604020202020204" pitchFamily="34" charset="0"/>
                <a:ea typeface="Proxima Nova"/>
                <a:sym typeface="Proxima Nova"/>
              </a:rPr>
              <a:t>Schedule &amp; Location:</a:t>
            </a:r>
            <a:endParaRPr lang="en-US" sz="2400" u="sng" kern="0" dirty="0">
              <a:solidFill>
                <a:srgbClr val="000000"/>
              </a:solidFill>
              <a:latin typeface="Arial" panose="020B0604020202020204" pitchFamily="34" charset="0"/>
            </a:endParaRPr>
          </a:p>
          <a:p>
            <a:pPr marL="914400" lvl="1" indent="-317500">
              <a:spcBef>
                <a:spcPts val="200"/>
              </a:spcBef>
              <a:spcAft>
                <a:spcPts val="0"/>
              </a:spcAft>
              <a:buClr>
                <a:srgbClr val="000000"/>
              </a:buClr>
              <a:buSzPts val="1400"/>
              <a:buFontTx/>
              <a:buChar char="○"/>
            </a:pPr>
            <a:r>
              <a:rPr lang="en-US" sz="2000" kern="0" dirty="0">
                <a:solidFill>
                  <a:srgbClr val="000000"/>
                </a:solidFill>
                <a:latin typeface="Arial" panose="020B0604020202020204" pitchFamily="34" charset="0"/>
                <a:ea typeface="Proxima Nova"/>
                <a:sym typeface="Proxima Nova"/>
              </a:rPr>
              <a:t>Sessions will begin at </a:t>
            </a:r>
            <a:r>
              <a:rPr lang="en-US" sz="2000" u="sng" kern="0" dirty="0">
                <a:solidFill>
                  <a:srgbClr val="000000"/>
                </a:solidFill>
                <a:latin typeface="Arial" panose="020B0604020202020204" pitchFamily="34" charset="0"/>
                <a:ea typeface="Proxima Nova"/>
                <a:sym typeface="Proxima Nova"/>
              </a:rPr>
              <a:t>10:00</a:t>
            </a:r>
            <a:r>
              <a:rPr lang="en-US" sz="2000" kern="0" dirty="0">
                <a:solidFill>
                  <a:srgbClr val="000000"/>
                </a:solidFill>
                <a:latin typeface="Arial" panose="020B0604020202020204" pitchFamily="34" charset="0"/>
                <a:ea typeface="Proxima Nova"/>
                <a:sym typeface="Proxima Nova"/>
              </a:rPr>
              <a:t>.</a:t>
            </a:r>
          </a:p>
          <a:p>
            <a:pPr marL="914400" lvl="1" indent="-317500">
              <a:spcBef>
                <a:spcPts val="200"/>
              </a:spcBef>
              <a:spcAft>
                <a:spcPts val="0"/>
              </a:spcAft>
              <a:buClr>
                <a:srgbClr val="000000"/>
              </a:buClr>
              <a:buSzPts val="1400"/>
              <a:buFontTx/>
              <a:buChar char="○"/>
            </a:pPr>
            <a:r>
              <a:rPr lang="en-US" sz="2000" kern="0" dirty="0">
                <a:solidFill>
                  <a:srgbClr val="000000"/>
                </a:solidFill>
                <a:latin typeface="Arial" panose="020B0604020202020204" pitchFamily="34" charset="0"/>
                <a:ea typeface="Proxima Nova"/>
                <a:sym typeface="Proxima Nova"/>
              </a:rPr>
              <a:t>Each session is limited to 15 minutes.</a:t>
            </a:r>
          </a:p>
          <a:p>
            <a:pPr marL="914400" lvl="1" indent="-317500">
              <a:spcBef>
                <a:spcPts val="200"/>
              </a:spcBef>
              <a:spcAft>
                <a:spcPts val="0"/>
              </a:spcAft>
              <a:buClr>
                <a:srgbClr val="000000"/>
              </a:buClr>
              <a:buSzPts val="1400"/>
              <a:buFontTx/>
              <a:buChar char="○"/>
            </a:pPr>
            <a:r>
              <a:rPr lang="en-US" sz="2000" kern="0" dirty="0">
                <a:solidFill>
                  <a:srgbClr val="000000"/>
                </a:solidFill>
                <a:latin typeface="Arial" panose="020B0604020202020204" pitchFamily="34" charset="0"/>
                <a:ea typeface="Proxima Nova"/>
                <a:sym typeface="Proxima Nova"/>
              </a:rPr>
              <a:t>Your specific session time has been sent to the email address you registered with. Further communication from Mrs. Moronda Gage will be provided upon arrival.</a:t>
            </a:r>
          </a:p>
          <a:p>
            <a:pPr marL="457200" indent="-320040">
              <a:spcBef>
                <a:spcPts val="0"/>
              </a:spcBef>
              <a:spcAft>
                <a:spcPts val="0"/>
              </a:spcAft>
              <a:buClr>
                <a:srgbClr val="000000"/>
              </a:buClr>
              <a:buSzPts val="1404"/>
              <a:buFontTx/>
              <a:buChar char="●"/>
            </a:pPr>
            <a:r>
              <a:rPr lang="en-US" sz="2400" b="1" u="sng" kern="0" dirty="0">
                <a:solidFill>
                  <a:srgbClr val="000000"/>
                </a:solidFill>
                <a:latin typeface="Arial" panose="020B0604020202020204" pitchFamily="34" charset="0"/>
                <a:ea typeface="Proxima Nova"/>
                <a:sym typeface="Proxima Nova"/>
              </a:rPr>
              <a:t>Ground Rules:</a:t>
            </a:r>
          </a:p>
          <a:p>
            <a:pPr marL="914400" lvl="1" indent="-317500">
              <a:spcBef>
                <a:spcPts val="200"/>
              </a:spcBef>
              <a:spcAft>
                <a:spcPts val="0"/>
              </a:spcAft>
              <a:buClr>
                <a:srgbClr val="000000"/>
              </a:buClr>
              <a:buSzPts val="1400"/>
              <a:buFontTx/>
              <a:buChar char="○"/>
            </a:pPr>
            <a:r>
              <a:rPr lang="en-US" sz="2000" kern="0" dirty="0">
                <a:solidFill>
                  <a:srgbClr val="000000"/>
                </a:solidFill>
                <a:latin typeface="Arial" panose="020B0604020202020204" pitchFamily="34" charset="0"/>
                <a:ea typeface="Proxima Nova"/>
                <a:sym typeface="Proxima Nova"/>
              </a:rPr>
              <a:t>Information discussed is for market research and is not binding on the Government.</a:t>
            </a:r>
          </a:p>
          <a:p>
            <a:pPr marL="914400" lvl="1" indent="-317500">
              <a:spcBef>
                <a:spcPts val="200"/>
              </a:spcBef>
              <a:spcAft>
                <a:spcPts val="0"/>
              </a:spcAft>
              <a:buClr>
                <a:srgbClr val="000000"/>
              </a:buClr>
              <a:buSzPts val="1400"/>
              <a:buFontTx/>
              <a:buChar char="○"/>
            </a:pPr>
            <a:r>
              <a:rPr lang="en-US" sz="2000" kern="0" dirty="0">
                <a:solidFill>
                  <a:srgbClr val="000000"/>
                </a:solidFill>
                <a:latin typeface="Arial" panose="020B0604020202020204" pitchFamily="34" charset="0"/>
                <a:ea typeface="Proxima Nova"/>
                <a:sym typeface="Proxima Nova"/>
              </a:rPr>
              <a:t>No information will be provided that would create an unfair competitive advantage.</a:t>
            </a:r>
          </a:p>
          <a:p>
            <a:pPr marL="914400" lvl="1" indent="-317500">
              <a:spcBef>
                <a:spcPts val="200"/>
              </a:spcBef>
              <a:spcAft>
                <a:spcPts val="0"/>
              </a:spcAft>
              <a:buClr>
                <a:srgbClr val="000000"/>
              </a:buClr>
              <a:buSzPts val="1400"/>
              <a:buFontTx/>
              <a:buChar char="○"/>
            </a:pPr>
            <a:r>
              <a:rPr lang="en-US" sz="2000" kern="0" dirty="0">
                <a:solidFill>
                  <a:srgbClr val="000000"/>
                </a:solidFill>
                <a:latin typeface="Arial" panose="020B0604020202020204" pitchFamily="34" charset="0"/>
                <a:ea typeface="Proxima Nova"/>
                <a:sym typeface="Proxima Nova"/>
              </a:rPr>
              <a:t>The focus should be on your company's capabilities and questions related to the requirement's scope. We may not be able to answer definitive questions about the final acquisition strategy at this time.</a:t>
            </a:r>
            <a:endParaRPr lang="en-US" sz="1400" kern="0" dirty="0">
              <a:solidFill>
                <a:srgbClr val="000000"/>
              </a:solidFill>
            </a:endParaRPr>
          </a:p>
          <a:p>
            <a:pPr marL="457200" indent="-228600">
              <a:lnSpc>
                <a:spcPct val="115000"/>
              </a:lnSpc>
              <a:spcBef>
                <a:spcPts val="0"/>
              </a:spcBef>
              <a:spcAft>
                <a:spcPts val="0"/>
              </a:spcAft>
              <a:buSzPts val="1800"/>
              <a:buFontTx/>
              <a:buNone/>
            </a:pPr>
            <a:endParaRPr lang="en-US" kern="0" dirty="0">
              <a:solidFill>
                <a:srgbClr val="E36C0A"/>
              </a:solidFill>
            </a:endParaRPr>
          </a:p>
        </p:txBody>
      </p:sp>
    </p:spTree>
    <p:extLst>
      <p:ext uri="{BB962C8B-B14F-4D97-AF65-F5344CB8AC3E}">
        <p14:creationId xmlns:p14="http://schemas.microsoft.com/office/powerpoint/2010/main" val="359707718"/>
      </p:ext>
    </p:extLst>
  </p:cSld>
  <p:clrMapOvr>
    <a:masterClrMapping/>
  </p:clrMapOvr>
</p:sld>
</file>

<file path=ppt/theme/theme1.xml><?xml version="1.0" encoding="utf-8"?>
<a:theme xmlns:a="http://schemas.openxmlformats.org/drawingml/2006/main" name="1_Blank Presentation">
  <a:themeElements>
    <a:clrScheme name="1_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Blank Presentation">
      <a:majorFont>
        <a:latin typeface="Univers"/>
        <a:ea typeface="ＭＳ Ｐゴシック"/>
        <a:cs typeface=""/>
      </a:majorFont>
      <a:minorFont>
        <a:latin typeface="Univers"/>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lnDef>
  </a:objectDefaults>
  <a:extraClrSchemeLst>
    <a:extraClrScheme>
      <a:clrScheme name="1_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Blank Presentation">
  <a:themeElements>
    <a:clrScheme name="1_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Blank Presentation">
      <a:majorFont>
        <a:latin typeface="Univers"/>
        <a:ea typeface="ＭＳ Ｐゴシック"/>
        <a:cs typeface=""/>
      </a:majorFont>
      <a:minorFont>
        <a:latin typeface="Univers"/>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panose="020B0604020202020204" pitchFamily="34" charset="0"/>
            <a:ea typeface="ＭＳ Ｐゴシック" panose="020B0600070205080204" pitchFamily="34" charset="-128"/>
          </a:defRPr>
        </a:defPPr>
      </a:lstStyle>
    </a:lnDef>
  </a:objectDefaults>
  <a:extraClrSchemeLst>
    <a:extraClrScheme>
      <a:clrScheme name="1_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Blank Presentatio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2_Blank Presentation">
      <a:majorFont>
        <a:latin typeface="Univers"/>
        <a:ea typeface="ＭＳ Ｐゴシック"/>
        <a:cs typeface=""/>
      </a:majorFont>
      <a:minorFont>
        <a:latin typeface="Univers"/>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2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20" charset="-128"/>
          </a:defRPr>
        </a:defPPr>
      </a:lstStyle>
    </a:lnDef>
  </a:objectDefaults>
  <a:extraClrSchemeLst>
    <a:extraClrScheme>
      <a:clrScheme name="2_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5_Blank Presentatio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2_Blank Presentation">
      <a:majorFont>
        <a:latin typeface="Univers"/>
        <a:ea typeface="ＭＳ Ｐゴシック"/>
        <a:cs typeface=""/>
      </a:majorFont>
      <a:minorFont>
        <a:latin typeface="Univers"/>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2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20" charset="-128"/>
          </a:defRPr>
        </a:defPPr>
      </a:lstStyle>
    </a:lnDef>
  </a:objectDefaults>
  <a:extraClrSchemeLst>
    <a:extraClrScheme>
      <a:clrScheme name="2_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7_Blank Presentatio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2_Blank Presentation">
      <a:majorFont>
        <a:latin typeface="Univers"/>
        <a:ea typeface="ＭＳ Ｐゴシック"/>
        <a:cs typeface=""/>
      </a:majorFont>
      <a:minorFont>
        <a:latin typeface="Univers"/>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2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20" charset="-128"/>
          </a:defRPr>
        </a:defPPr>
      </a:lstStyle>
    </a:lnDef>
  </a:objectDefaults>
  <a:extraClrSchemeLst>
    <a:extraClrScheme>
      <a:clrScheme name="2_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DTRA FY21 - widescreen" id="{E0816B3E-4846-42F7-9A1F-F2CFB24D70D7}" vid="{F482E1E8-9937-4989-94FE-8C5140B579AD}"/>
    </a:ext>
  </a:ext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09A987151A39749AB3AF9E0B7AA11B1" ma:contentTypeVersion="4" ma:contentTypeDescription="Create a new document." ma:contentTypeScope="" ma:versionID="1fc532a61ac04cf06b9359a7664b82f4">
  <xsd:schema xmlns:xsd="http://www.w3.org/2001/XMLSchema" xmlns:xs="http://www.w3.org/2001/XMLSchema" xmlns:p="http://schemas.microsoft.com/office/2006/metadata/properties" xmlns:ns2="68e5a1f6-4332-4ed1-a1dd-3cd01555fe2d" targetNamespace="http://schemas.microsoft.com/office/2006/metadata/properties" ma:root="true" ma:fieldsID="8c677bb3a5a84be10ecef129c30aa910" ns2:_="">
    <xsd:import namespace="68e5a1f6-4332-4ed1-a1dd-3cd01555fe2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e5a1f6-4332-4ed1-a1dd-3cd01555fe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96A0AE7-43EA-48D4-8865-EC1F4368015F}">
  <ds:schemaRefs>
    <ds:schemaRef ds:uri="http://schemas.microsoft.com/sharepoint/v3/contenttype/forms"/>
  </ds:schemaRefs>
</ds:datastoreItem>
</file>

<file path=customXml/itemProps2.xml><?xml version="1.0" encoding="utf-8"?>
<ds:datastoreItem xmlns:ds="http://schemas.openxmlformats.org/officeDocument/2006/customXml" ds:itemID="{4271CF4C-E44F-4AA1-B3BA-3514A3A8207F}">
  <ds:schemaRefs>
    <ds:schemaRef ds:uri="68e5a1f6-4332-4ed1-a1dd-3cd01555fe2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AAC8E71-8D18-4DDA-B996-4E35DFE51733}">
  <ds:schemaRefs>
    <ds:schemaRef ds:uri="http://schemas.microsoft.com/office/2006/metadata/properties"/>
    <ds:schemaRef ds:uri="http://schemas.microsoft.com/office/infopath/2007/PartnerControls"/>
    <ds:schemaRef ds:uri="http://schemas.microsoft.com/office/2006/documentManagement/types"/>
    <ds:schemaRef ds:uri="http://purl.org/dc/terms/"/>
    <ds:schemaRef ds:uri="http://purl.org/dc/elements/1.1/"/>
    <ds:schemaRef ds:uri="http://purl.org/dc/dcmitype/"/>
    <ds:schemaRef ds:uri="http://schemas.openxmlformats.org/package/2006/metadata/core-properties"/>
    <ds:schemaRef ds:uri="68e5a1f6-4332-4ed1-a1dd-3cd01555fe2d"/>
    <ds:schemaRef ds:uri="http://www.w3.org/XML/1998/namespace"/>
  </ds:schemaRefs>
</ds:datastoreItem>
</file>

<file path=docMetadata/LabelInfo.xml><?xml version="1.0" encoding="utf-8"?>
<clbl:labelList xmlns:clbl="http://schemas.microsoft.com/office/2020/mipLabelMetadata">
  <clbl:label id="{102d0191-eeae-4761-b1cb-1a83e86ef445}" enabled="0" method="" siteId="{102d0191-eeae-4761-b1cb-1a83e86ef445}" removed="1"/>
</clbl:labelList>
</file>

<file path=docProps/app.xml><?xml version="1.0" encoding="utf-8"?>
<Properties xmlns="http://schemas.openxmlformats.org/officeDocument/2006/extended-properties" xmlns:vt="http://schemas.openxmlformats.org/officeDocument/2006/docPropsVTypes">
  <Template/>
  <TotalTime>715</TotalTime>
  <Words>2383</Words>
  <Application>Microsoft Office PowerPoint</Application>
  <PresentationFormat>Widescreen</PresentationFormat>
  <Paragraphs>288</Paragraphs>
  <Slides>27</Slides>
  <Notes>8</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27</vt:i4>
      </vt:variant>
    </vt:vector>
  </HeadingPairs>
  <TitlesOfParts>
    <vt:vector size="41" baseType="lpstr">
      <vt:lpstr>ＭＳ Ｐゴシック</vt:lpstr>
      <vt:lpstr>Arial</vt:lpstr>
      <vt:lpstr>Arial Regular</vt:lpstr>
      <vt:lpstr>Calibri</vt:lpstr>
      <vt:lpstr>Courier New</vt:lpstr>
      <vt:lpstr>Proxima Nova</vt:lpstr>
      <vt:lpstr>Times</vt:lpstr>
      <vt:lpstr>Times New Roman</vt:lpstr>
      <vt:lpstr>Univers</vt:lpstr>
      <vt:lpstr>1_Blank Presentation</vt:lpstr>
      <vt:lpstr>2_Blank Presentation</vt:lpstr>
      <vt:lpstr>4_Blank Presentation</vt:lpstr>
      <vt:lpstr>5_Blank Presentation</vt:lpstr>
      <vt:lpstr>7_Blank Presentation</vt:lpstr>
      <vt:lpstr>31 March 2026 </vt:lpstr>
      <vt:lpstr>Agenda</vt:lpstr>
      <vt:lpstr>PowerPoint Presentation</vt:lpstr>
      <vt:lpstr>Industry Day Rules of the Road</vt:lpstr>
      <vt:lpstr>PowerPoint Presentation</vt:lpstr>
      <vt:lpstr>PowerPoint Presentation</vt:lpstr>
      <vt:lpstr>PowerPoint Presentation</vt:lpstr>
      <vt:lpstr>Program Management Office (PMO)</vt:lpstr>
      <vt:lpstr>WMD Defeat (WD)</vt:lpstr>
      <vt:lpstr>Global Engagement &amp; Operations (GE)</vt:lpstr>
      <vt:lpstr>Contingency Operations (CO)</vt:lpstr>
      <vt:lpstr>Plans, Exercises, and Wargaming (PL)</vt:lpstr>
      <vt:lpstr>PowerPoint Presentation</vt:lpstr>
      <vt:lpstr>PowerPoint Presentation</vt:lpstr>
      <vt:lpstr>PowerPoint Presentation</vt:lpstr>
      <vt:lpstr>PowerPoint Presentation</vt:lpstr>
      <vt:lpstr>Requirement Overview – Task 1</vt:lpstr>
      <vt:lpstr>Requirement Overview – Task 2</vt:lpstr>
      <vt:lpstr>Requirement Overview – Task 3</vt:lpstr>
      <vt:lpstr>Requirement Overview – Task 4</vt:lpstr>
      <vt:lpstr>Requirement Overview – Task 5</vt:lpstr>
      <vt:lpstr>Requirement Overview, Cont’d</vt:lpstr>
      <vt:lpstr>Requirement Overview, Cont’d</vt:lpstr>
      <vt:lpstr>Current CZ Contract Details</vt:lpstr>
      <vt:lpstr>SSN Response Detail</vt:lpstr>
      <vt:lpstr>RFI Questions &amp; Answers</vt:lpstr>
      <vt:lpstr>PowerPoint Presentation</vt:lpstr>
    </vt:vector>
  </TitlesOfParts>
  <Company>Defense Threat Reduction Agency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DTRA Slide Template - 16x9 Format 2022 V1 Simple</dc:title>
  <dc:creator>julie.r.loiland.civ@mail.mil;Amy.l.Muench.civ@mail.MIL;lisa.m.mabbutt.mil@mail.mil</dc:creator>
  <cp:keywords/>
  <dc:description>UNCLASSIFIED BRIEFING_x000d_
Do not edit template</dc:description>
  <cp:lastModifiedBy>Hunt, Michael A CIV DTRA SI (USA)</cp:lastModifiedBy>
  <cp:revision>8</cp:revision>
  <cp:lastPrinted>2026-03-30T19:12:05Z</cp:lastPrinted>
  <dcterms:created xsi:type="dcterms:W3CDTF">2006-03-07T17:15:04Z</dcterms:created>
  <dcterms:modified xsi:type="dcterms:W3CDTF">2026-04-01T19:38:15Z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0x010100109A987151A39749AB3AF9E0B7AA11B1</vt:lpwstr>
  </property>
  <property fmtid="{D5CDD505-2E9C-101B-9397-08002B2CF9AE}" pid="3" name="TaxKeyword">
    <vt:lpwstr/>
  </property>
</Properties>
</file>