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D2FEB-384E-4692-AED4-97D8FE342FD3}" v="3" dt="2026-05-06T19:11:51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LIS, ULYSSES H II SSgt USAF AETC 502 CONS/PKAB" userId="a2c149f7-3fee-4a21-91cb-f0c7ffb604e8" providerId="ADAL" clId="{E9A767A1-3F47-4E22-8E33-E9F42EB57C29}"/>
    <pc:docChg chg="undo redo custSel modSld">
      <pc:chgData name="SOLIS, ULYSSES H II SSgt USAF AETC 502 CONS/PKAB" userId="a2c149f7-3fee-4a21-91cb-f0c7ffb604e8" providerId="ADAL" clId="{E9A767A1-3F47-4E22-8E33-E9F42EB57C29}" dt="2026-05-05T20:27:07.692" v="88" actId="478"/>
      <pc:docMkLst>
        <pc:docMk/>
      </pc:docMkLst>
      <pc:sldChg chg="delSp mod">
        <pc:chgData name="SOLIS, ULYSSES H II SSgt USAF AETC 502 CONS/PKAB" userId="a2c149f7-3fee-4a21-91cb-f0c7ffb604e8" providerId="ADAL" clId="{E9A767A1-3F47-4E22-8E33-E9F42EB57C29}" dt="2026-05-05T20:27:07.692" v="88" actId="478"/>
        <pc:sldMkLst>
          <pc:docMk/>
          <pc:sldMk cId="3225109264" sldId="256"/>
        </pc:sldMkLst>
        <pc:spChg chg="del">
          <ac:chgData name="SOLIS, ULYSSES H II SSgt USAF AETC 502 CONS/PKAB" userId="a2c149f7-3fee-4a21-91cb-f0c7ffb604e8" providerId="ADAL" clId="{E9A767A1-3F47-4E22-8E33-E9F42EB57C29}" dt="2026-05-05T20:27:07.692" v="88" actId="478"/>
          <ac:spMkLst>
            <pc:docMk/>
            <pc:sldMk cId="3225109264" sldId="256"/>
            <ac:spMk id="3" creationId="{FF62CD63-DA8B-7D52-86CB-D8D3513EF9EE}"/>
          </ac:spMkLst>
        </pc:spChg>
      </pc:sldChg>
      <pc:sldChg chg="modSp mod">
        <pc:chgData name="SOLIS, ULYSSES H II SSgt USAF AETC 502 CONS/PKAB" userId="a2c149f7-3fee-4a21-91cb-f0c7ffb604e8" providerId="ADAL" clId="{E9A767A1-3F47-4E22-8E33-E9F42EB57C29}" dt="2026-05-05T17:55:42.192" v="41" actId="20577"/>
        <pc:sldMkLst>
          <pc:docMk/>
          <pc:sldMk cId="3633499543" sldId="259"/>
        </pc:sldMkLst>
        <pc:spChg chg="mod">
          <ac:chgData name="SOLIS, ULYSSES H II SSgt USAF AETC 502 CONS/PKAB" userId="a2c149f7-3fee-4a21-91cb-f0c7ffb604e8" providerId="ADAL" clId="{E9A767A1-3F47-4E22-8E33-E9F42EB57C29}" dt="2026-05-05T17:55:42.192" v="41" actId="20577"/>
          <ac:spMkLst>
            <pc:docMk/>
            <pc:sldMk cId="3633499543" sldId="259"/>
            <ac:spMk id="2" creationId="{B6F26B39-E237-CC72-23B0-43652C279E86}"/>
          </ac:spMkLst>
        </pc:spChg>
      </pc:sldChg>
      <pc:sldChg chg="modSp">
        <pc:chgData name="SOLIS, ULYSSES H II SSgt USAF AETC 502 CONS/PKAB" userId="a2c149f7-3fee-4a21-91cb-f0c7ffb604e8" providerId="ADAL" clId="{E9A767A1-3F47-4E22-8E33-E9F42EB57C29}" dt="2026-05-05T17:55:51.094" v="42"/>
        <pc:sldMkLst>
          <pc:docMk/>
          <pc:sldMk cId="1726675032" sldId="260"/>
        </pc:sldMkLst>
        <pc:spChg chg="mod">
          <ac:chgData name="SOLIS, ULYSSES H II SSgt USAF AETC 502 CONS/PKAB" userId="a2c149f7-3fee-4a21-91cb-f0c7ffb604e8" providerId="ADAL" clId="{E9A767A1-3F47-4E22-8E33-E9F42EB57C29}" dt="2026-05-05T17:55:51.094" v="42"/>
          <ac:spMkLst>
            <pc:docMk/>
            <pc:sldMk cId="1726675032" sldId="260"/>
            <ac:spMk id="2" creationId="{93674B60-8835-056D-0700-4B984DDB5195}"/>
          </ac:spMkLst>
        </pc:spChg>
      </pc:sldChg>
      <pc:sldChg chg="modSp">
        <pc:chgData name="SOLIS, ULYSSES H II SSgt USAF AETC 502 CONS/PKAB" userId="a2c149f7-3fee-4a21-91cb-f0c7ffb604e8" providerId="ADAL" clId="{E9A767A1-3F47-4E22-8E33-E9F42EB57C29}" dt="2026-05-05T17:55:56.270" v="43"/>
        <pc:sldMkLst>
          <pc:docMk/>
          <pc:sldMk cId="1385148927" sldId="261"/>
        </pc:sldMkLst>
        <pc:spChg chg="mod">
          <ac:chgData name="SOLIS, ULYSSES H II SSgt USAF AETC 502 CONS/PKAB" userId="a2c149f7-3fee-4a21-91cb-f0c7ffb604e8" providerId="ADAL" clId="{E9A767A1-3F47-4E22-8E33-E9F42EB57C29}" dt="2026-05-05T17:55:56.270" v="43"/>
          <ac:spMkLst>
            <pc:docMk/>
            <pc:sldMk cId="1385148927" sldId="261"/>
            <ac:spMk id="2" creationId="{ED1701C2-B538-4C80-9302-A82781700A39}"/>
          </ac:spMkLst>
        </pc:spChg>
      </pc:sldChg>
      <pc:sldChg chg="modSp mod">
        <pc:chgData name="SOLIS, ULYSSES H II SSgt USAF AETC 502 CONS/PKAB" userId="a2c149f7-3fee-4a21-91cb-f0c7ffb604e8" providerId="ADAL" clId="{E9A767A1-3F47-4E22-8E33-E9F42EB57C29}" dt="2026-05-05T17:56:22.172" v="63"/>
        <pc:sldMkLst>
          <pc:docMk/>
          <pc:sldMk cId="1442450007" sldId="262"/>
        </pc:sldMkLst>
        <pc:spChg chg="mod">
          <ac:chgData name="SOLIS, ULYSSES H II SSgt USAF AETC 502 CONS/PKAB" userId="a2c149f7-3fee-4a21-91cb-f0c7ffb604e8" providerId="ADAL" clId="{E9A767A1-3F47-4E22-8E33-E9F42EB57C29}" dt="2026-05-05T17:56:22.172" v="63"/>
          <ac:spMkLst>
            <pc:docMk/>
            <pc:sldMk cId="1442450007" sldId="262"/>
            <ac:spMk id="2" creationId="{B4A236C2-EBD0-74ED-B054-1A547945A9B8}"/>
          </ac:spMkLst>
        </pc:spChg>
      </pc:sldChg>
      <pc:sldChg chg="modSp mod">
        <pc:chgData name="SOLIS, ULYSSES H II SSgt USAF AETC 502 CONS/PKAB" userId="a2c149f7-3fee-4a21-91cb-f0c7ffb604e8" providerId="ADAL" clId="{E9A767A1-3F47-4E22-8E33-E9F42EB57C29}" dt="2026-05-05T18:21:43.194" v="84" actId="20577"/>
        <pc:sldMkLst>
          <pc:docMk/>
          <pc:sldMk cId="3463395816" sldId="263"/>
        </pc:sldMkLst>
        <pc:spChg chg="mod">
          <ac:chgData name="SOLIS, ULYSSES H II SSgt USAF AETC 502 CONS/PKAB" userId="a2c149f7-3fee-4a21-91cb-f0c7ffb604e8" providerId="ADAL" clId="{E9A767A1-3F47-4E22-8E33-E9F42EB57C29}" dt="2026-05-05T18:21:43.194" v="84" actId="20577"/>
          <ac:spMkLst>
            <pc:docMk/>
            <pc:sldMk cId="3463395816" sldId="263"/>
            <ac:spMk id="2" creationId="{585B0420-A362-4EF0-4808-EE09C5A9563B}"/>
          </ac:spMkLst>
        </pc:spChg>
      </pc:sldChg>
      <pc:sldChg chg="modSp mod">
        <pc:chgData name="SOLIS, ULYSSES H II SSgt USAF AETC 502 CONS/PKAB" userId="a2c149f7-3fee-4a21-91cb-f0c7ffb604e8" providerId="ADAL" clId="{E9A767A1-3F47-4E22-8E33-E9F42EB57C29}" dt="2026-05-05T20:26:09.405" v="87" actId="1076"/>
        <pc:sldMkLst>
          <pc:docMk/>
          <pc:sldMk cId="1450687752" sldId="264"/>
        </pc:sldMkLst>
        <pc:spChg chg="mod">
          <ac:chgData name="SOLIS, ULYSSES H II SSgt USAF AETC 502 CONS/PKAB" userId="a2c149f7-3fee-4a21-91cb-f0c7ffb604e8" providerId="ADAL" clId="{E9A767A1-3F47-4E22-8E33-E9F42EB57C29}" dt="2026-05-05T17:56:39.351" v="66"/>
          <ac:spMkLst>
            <pc:docMk/>
            <pc:sldMk cId="1450687752" sldId="264"/>
            <ac:spMk id="2" creationId="{2FDF8AF2-43B3-120C-08CA-664CE6A2B853}"/>
          </ac:spMkLst>
        </pc:spChg>
        <pc:picChg chg="mod">
          <ac:chgData name="SOLIS, ULYSSES H II SSgt USAF AETC 502 CONS/PKAB" userId="a2c149f7-3fee-4a21-91cb-f0c7ffb604e8" providerId="ADAL" clId="{E9A767A1-3F47-4E22-8E33-E9F42EB57C29}" dt="2026-05-05T18:21:45.143" v="86" actId="1076"/>
          <ac:picMkLst>
            <pc:docMk/>
            <pc:sldMk cId="1450687752" sldId="264"/>
            <ac:picMk id="3" creationId="{8499910A-F217-8B23-8C24-302153881E30}"/>
          </ac:picMkLst>
        </pc:picChg>
        <pc:picChg chg="mod">
          <ac:chgData name="SOLIS, ULYSSES H II SSgt USAF AETC 502 CONS/PKAB" userId="a2c149f7-3fee-4a21-91cb-f0c7ffb604e8" providerId="ADAL" clId="{E9A767A1-3F47-4E22-8E33-E9F42EB57C29}" dt="2026-05-05T20:26:09.405" v="87" actId="1076"/>
          <ac:picMkLst>
            <pc:docMk/>
            <pc:sldMk cId="1450687752" sldId="264"/>
            <ac:picMk id="4" creationId="{603BF547-52CF-5967-ADE6-C2B685C73FA9}"/>
          </ac:picMkLst>
        </pc:picChg>
      </pc:sldChg>
      <pc:sldChg chg="modSp mod">
        <pc:chgData name="SOLIS, ULYSSES H II SSgt USAF AETC 502 CONS/PKAB" userId="a2c149f7-3fee-4a21-91cb-f0c7ffb604e8" providerId="ADAL" clId="{E9A767A1-3F47-4E22-8E33-E9F42EB57C29}" dt="2026-05-05T17:49:02.067" v="24" actId="1076"/>
        <pc:sldMkLst>
          <pc:docMk/>
          <pc:sldMk cId="264465429" sldId="265"/>
        </pc:sldMkLst>
        <pc:spChg chg="mod">
          <ac:chgData name="SOLIS, ULYSSES H II SSgt USAF AETC 502 CONS/PKAB" userId="a2c149f7-3fee-4a21-91cb-f0c7ffb604e8" providerId="ADAL" clId="{E9A767A1-3F47-4E22-8E33-E9F42EB57C29}" dt="2026-05-05T17:49:02.067" v="24" actId="1076"/>
          <ac:spMkLst>
            <pc:docMk/>
            <pc:sldMk cId="264465429" sldId="265"/>
            <ac:spMk id="2" creationId="{52B2CDDE-A742-21BD-2B18-A8BA0C393A40}"/>
          </ac:spMkLst>
        </pc:spChg>
      </pc:sldChg>
    </pc:docChg>
  </pc:docChgLst>
  <pc:docChgLst>
    <pc:chgData name="RODRIGUEZ, EMILY A CIV USAF AETC 502 CONS/PKA" userId="5e6567f2-56f6-4349-b932-a8eb795a13e6" providerId="ADAL" clId="{40C73E89-E6F2-4B27-8BE6-743CB6EEC98E}"/>
    <pc:docChg chg="undo custSel modSld">
      <pc:chgData name="RODRIGUEZ, EMILY A CIV USAF AETC 502 CONS/PKA" userId="5e6567f2-56f6-4349-b932-a8eb795a13e6" providerId="ADAL" clId="{40C73E89-E6F2-4B27-8BE6-743CB6EEC98E}" dt="2026-05-06T19:23:23.978" v="24" actId="22"/>
      <pc:docMkLst>
        <pc:docMk/>
      </pc:docMkLst>
      <pc:sldChg chg="modSp mod">
        <pc:chgData name="RODRIGUEZ, EMILY A CIV USAF AETC 502 CONS/PKA" userId="5e6567f2-56f6-4349-b932-a8eb795a13e6" providerId="ADAL" clId="{40C73E89-E6F2-4B27-8BE6-743CB6EEC98E}" dt="2026-05-06T19:09:57.847" v="1" actId="1076"/>
        <pc:sldMkLst>
          <pc:docMk/>
          <pc:sldMk cId="3225109264" sldId="256"/>
        </pc:sldMkLst>
        <pc:spChg chg="mod">
          <ac:chgData name="RODRIGUEZ, EMILY A CIV USAF AETC 502 CONS/PKA" userId="5e6567f2-56f6-4349-b932-a8eb795a13e6" providerId="ADAL" clId="{40C73E89-E6F2-4B27-8BE6-743CB6EEC98E}" dt="2026-05-06T19:09:57.847" v="1" actId="1076"/>
          <ac:spMkLst>
            <pc:docMk/>
            <pc:sldMk cId="3225109264" sldId="256"/>
            <ac:spMk id="2" creationId="{11AC53E1-90A5-9BC1-615F-BACF52C04CE7}"/>
          </ac:spMkLst>
        </pc:spChg>
      </pc:sldChg>
      <pc:sldChg chg="modSp mod">
        <pc:chgData name="RODRIGUEZ, EMILY A CIV USAF AETC 502 CONS/PKA" userId="5e6567f2-56f6-4349-b932-a8eb795a13e6" providerId="ADAL" clId="{40C73E89-E6F2-4B27-8BE6-743CB6EEC98E}" dt="2026-05-06T19:11:16.086" v="3" actId="20577"/>
        <pc:sldMkLst>
          <pc:docMk/>
          <pc:sldMk cId="1442450007" sldId="262"/>
        </pc:sldMkLst>
        <pc:spChg chg="mod">
          <ac:chgData name="RODRIGUEZ, EMILY A CIV USAF AETC 502 CONS/PKA" userId="5e6567f2-56f6-4349-b932-a8eb795a13e6" providerId="ADAL" clId="{40C73E89-E6F2-4B27-8BE6-743CB6EEC98E}" dt="2026-05-06T19:11:16.086" v="3" actId="20577"/>
          <ac:spMkLst>
            <pc:docMk/>
            <pc:sldMk cId="1442450007" sldId="262"/>
            <ac:spMk id="2" creationId="{B4A236C2-EBD0-74ED-B054-1A547945A9B8}"/>
          </ac:spMkLst>
        </pc:spChg>
      </pc:sldChg>
      <pc:sldChg chg="modSp mod">
        <pc:chgData name="RODRIGUEZ, EMILY A CIV USAF AETC 502 CONS/PKA" userId="5e6567f2-56f6-4349-b932-a8eb795a13e6" providerId="ADAL" clId="{40C73E89-E6F2-4B27-8BE6-743CB6EEC98E}" dt="2026-05-06T19:11:43.913" v="5" actId="20577"/>
        <pc:sldMkLst>
          <pc:docMk/>
          <pc:sldMk cId="3463395816" sldId="263"/>
        </pc:sldMkLst>
        <pc:spChg chg="mod">
          <ac:chgData name="RODRIGUEZ, EMILY A CIV USAF AETC 502 CONS/PKA" userId="5e6567f2-56f6-4349-b932-a8eb795a13e6" providerId="ADAL" clId="{40C73E89-E6F2-4B27-8BE6-743CB6EEC98E}" dt="2026-05-06T19:11:43.913" v="5" actId="20577"/>
          <ac:spMkLst>
            <pc:docMk/>
            <pc:sldMk cId="3463395816" sldId="263"/>
            <ac:spMk id="2" creationId="{585B0420-A362-4EF0-4808-EE09C5A9563B}"/>
          </ac:spMkLst>
        </pc:spChg>
      </pc:sldChg>
      <pc:sldChg chg="addSp delSp modSp mod">
        <pc:chgData name="RODRIGUEZ, EMILY A CIV USAF AETC 502 CONS/PKA" userId="5e6567f2-56f6-4349-b932-a8eb795a13e6" providerId="ADAL" clId="{40C73E89-E6F2-4B27-8BE6-743CB6EEC98E}" dt="2026-05-06T19:23:23.978" v="24" actId="22"/>
        <pc:sldMkLst>
          <pc:docMk/>
          <pc:sldMk cId="1450687752" sldId="264"/>
        </pc:sldMkLst>
        <pc:spChg chg="mod">
          <ac:chgData name="RODRIGUEZ, EMILY A CIV USAF AETC 502 CONS/PKA" userId="5e6567f2-56f6-4349-b932-a8eb795a13e6" providerId="ADAL" clId="{40C73E89-E6F2-4B27-8BE6-743CB6EEC98E}" dt="2026-05-06T19:11:51.764" v="6"/>
          <ac:spMkLst>
            <pc:docMk/>
            <pc:sldMk cId="1450687752" sldId="264"/>
            <ac:spMk id="2" creationId="{2FDF8AF2-43B3-120C-08CA-664CE6A2B853}"/>
          </ac:spMkLst>
        </pc:spChg>
        <pc:picChg chg="add del">
          <ac:chgData name="RODRIGUEZ, EMILY A CIV USAF AETC 502 CONS/PKA" userId="5e6567f2-56f6-4349-b932-a8eb795a13e6" providerId="ADAL" clId="{40C73E89-E6F2-4B27-8BE6-743CB6EEC98E}" dt="2026-05-06T19:23:21.929" v="23" actId="478"/>
          <ac:picMkLst>
            <pc:docMk/>
            <pc:sldMk cId="1450687752" sldId="264"/>
            <ac:picMk id="3" creationId="{8499910A-F217-8B23-8C24-302153881E30}"/>
          </ac:picMkLst>
        </pc:picChg>
        <pc:picChg chg="add del mod modCrop">
          <ac:chgData name="RODRIGUEZ, EMILY A CIV USAF AETC 502 CONS/PKA" userId="5e6567f2-56f6-4349-b932-a8eb795a13e6" providerId="ADAL" clId="{40C73E89-E6F2-4B27-8BE6-743CB6EEC98E}" dt="2026-05-06T19:23:23.978" v="24" actId="22"/>
          <ac:picMkLst>
            <pc:docMk/>
            <pc:sldMk cId="1450687752" sldId="264"/>
            <ac:picMk id="6" creationId="{9338F6E1-74D1-1C5D-EEAF-6FF8C3F3B0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605C-38B2-C2D8-FCCB-3AD1710C3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446DF-516D-772E-E51C-59121318C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0376F-FB1E-594C-10AD-E74FBCF3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CC3AB-31A3-D025-3291-912915B0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8B420-EF6C-9A96-937A-30D89679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7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B395-7CE2-9AC4-39AE-964C30CA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2483-E052-11F9-4BB4-84CF5D11F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B3F96-0BFE-5715-8671-2489730F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BA6C8-5AD2-ADCD-C7B6-F2A71E9D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E8C43-8522-14BD-E451-251BB9AE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0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08683-A16C-9C28-43B5-66FCA057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8B88C-A3B2-DC4C-6FF6-0D6C46CE4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8B0EA-531D-9628-478A-44B4F829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1EBC4-2839-A5BA-7524-B8FBEB6A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8B31B-610C-694E-0230-1CCD7405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E2F06-D5EA-4D6F-11A0-518F2F3E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EBDE-7BD5-4BDC-878C-BE92F5C60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543A-01C5-3F58-AFAC-70D7CB2E1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F7E1B-9514-B605-B7C4-BE82538E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2D14D-4BAA-C2B2-6793-0A8D7FA74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7B2FB-391B-6DF8-EA5F-BCE9C6EE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9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28B6-D5AC-DD7D-C552-F803EEC0B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84354-9294-FD75-C22C-ACA02A982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37419-8B1E-837D-7F4D-D7608D706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2B4EC-62E1-CF19-B9B4-2828BB24E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527A5-57DB-3A8E-F55D-C41C407E7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EB5F0-5073-AF58-0E11-E037CC913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4B7B55-7FFF-FD6A-C963-1ABF9A846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82CAD-B847-26FB-1997-C0F25F6C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0C6D-C7C8-50CF-AF15-16E9A3C0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D70BE-567B-1363-06C5-C2F1EC71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BF035-F1E0-2E97-17AC-F7679CB7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72E8D-BF2A-CD39-7B12-379FA5F8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10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B7CD2-5DB2-1200-3984-37A942CD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12963-31EE-3A1A-19D4-29654AAB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066DF-D1D8-4F47-E2AB-07BE5F8D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2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76D8-2F3A-86D7-457E-D5050D8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55900-E804-3FFB-E76E-0C9D798A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E161C-2AD1-3C91-57D7-6C9E59399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ABDA7-A4CF-8370-7F21-54D257E0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F8AAC-CA9B-8F24-6F04-30FF366A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6B36D-B129-1916-8514-4E7F372C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6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D9E1-745A-25ED-A833-DA2C66764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7B1C3-784F-3DAA-461D-43427BDBF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8685F-F725-D864-C3FD-14584B562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BCD39-E0E9-1B76-B11D-4A467176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BD3C6-0EC9-3BC8-15B7-7315A85F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D524A-5E67-6BE0-FC29-409A7EDC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2218-8569-0646-8788-053C8E9B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8F2BD-D130-3B95-33C7-CC0028DCC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4448B-24DA-189F-F077-BC143A2FF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23461-2394-7F95-AF29-8AEF4DCA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4CD04-5489-7828-697B-833E4DED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1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6473C-B32D-3596-1943-7BC3472DB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97767-035F-578B-9B23-5EB319FDB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0DECF-5BCD-0F66-2B3C-9CABA2DB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58E1-E493-4CA8-A236-8C4F29EE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6201A-F2D1-4BA4-5DE7-6EFCDC73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0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6CF75-8798-4A89-5625-698FB8CC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FB47F-5646-6D2E-409E-9CB616323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34849-C195-DE4D-EA16-79157F320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6E659-8DFF-4B83-ABE8-FC34B732AEBA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5409F-5058-E388-BA0A-693764F8A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8F1AA-615F-A0FA-0FDB-02F46E07D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ABA262-66A0-4DC9-A1D6-9332823ED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0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53E1-90A5-9BC1-615F-BACF52C04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25" y="1731380"/>
            <a:ext cx="9144000" cy="2387600"/>
          </a:xfrm>
        </p:spPr>
        <p:txBody>
          <a:bodyPr/>
          <a:lstStyle/>
          <a:p>
            <a:r>
              <a:rPr lang="en-US" dirty="0"/>
              <a:t>Legacy R22 Split HVAC System </a:t>
            </a:r>
          </a:p>
        </p:txBody>
      </p:sp>
    </p:spTree>
    <p:extLst>
      <p:ext uri="{BB962C8B-B14F-4D97-AF65-F5344CB8AC3E}">
        <p14:creationId xmlns:p14="http://schemas.microsoft.com/office/powerpoint/2010/main" val="3225109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6B39-E237-CC72-23B0-43652C27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RHEEM CONDENSER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0F8121-4BC8-5474-E879-D9BE3611B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75" y="2267526"/>
            <a:ext cx="5609630" cy="42253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E00779-19F4-A0D7-1DCE-E175B8DA6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832" y="982416"/>
            <a:ext cx="4947804" cy="551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9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4B60-8835-056D-0700-4B984DDB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RHEEM CONDENSER CONT.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F9A8EC-E272-9C7E-C7BB-5571B7313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80" y="1773234"/>
            <a:ext cx="3524979" cy="4719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601DC7-7DB0-63C9-7991-4D6D15DB7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135" y="1773234"/>
            <a:ext cx="3539729" cy="4719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C1E49D-C08F-18ED-EA84-26531867E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40" y="1773233"/>
            <a:ext cx="3519354" cy="471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7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01C2-B538-4C80-9302-A8278170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RHEEM CONDENSER CONT.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95111-2609-776D-B27B-79683740F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35" y="1938143"/>
            <a:ext cx="3434009" cy="455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8A22C6-C014-4B86-1728-860A4D3C4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471" y="1938143"/>
            <a:ext cx="3405340" cy="455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092F4F-7976-4C1E-40E3-FDF46683D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658" y="1938143"/>
            <a:ext cx="3405340" cy="455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4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36C2-EBD0-74ED-B054-1A547945A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RUUD AIR HANDLER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771A1-D9DF-FC34-CF75-91D8C4C9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3" y="1738313"/>
            <a:ext cx="4273637" cy="48634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3557F3-AE62-1D0F-28E4-75A5745EB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854" y="1948392"/>
            <a:ext cx="3527577" cy="46762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E302AA-03C0-B7BC-B235-D02A49130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757" y="1948392"/>
            <a:ext cx="3922920" cy="465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5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0420-A362-4EF0-4808-EE09C5A9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RUUD AIR HANDLER CONT.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95E3FB-1561-377F-410E-0D8A3A034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39" y="1690688"/>
            <a:ext cx="3787101" cy="4739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32D31D-CB54-9126-93C4-08D73167E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95" y="1738313"/>
            <a:ext cx="3668626" cy="4863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5EBCE7-0A56-D787-4CC6-6A77B8DF0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436" y="1738313"/>
            <a:ext cx="3703621" cy="486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9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8AF2-43B3-120C-08CA-664CE6A2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RUUD AIR HANDLERCONT.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99910A-F217-8B23-8C24-302153881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7520" y="1829043"/>
            <a:ext cx="7554159" cy="72774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3BF547-52CF-5967-ADE6-C2B685C7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24" y="126776"/>
            <a:ext cx="4053167" cy="660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8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CDDE-A742-21BD-2B18-A8BA0C393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193675"/>
            <a:ext cx="10515600" cy="1325563"/>
          </a:xfrm>
        </p:spPr>
        <p:txBody>
          <a:bodyPr/>
          <a:lstStyle/>
          <a:p>
            <a:r>
              <a:rPr lang="en-US" dirty="0"/>
              <a:t>CONTROLLER &amp; BREAKER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D9EA06-FA08-CC20-AA28-9E7D9100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56" y="1314450"/>
            <a:ext cx="3829288" cy="5178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CC202B-B089-B482-DE8B-514BF1C15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014" y="425153"/>
            <a:ext cx="3605458" cy="6067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0156AF-9524-5563-167C-4A3223026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7" y="2038156"/>
            <a:ext cx="3896269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5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CFActionNumber xmlns="8c3e6089-13da-438e-9ded-a92738ffad62" xsi:nil="true"/>
    <ECFActionDescription xmlns="8c3e6089-13da-438e-9ded-a92738ffad62" xsi:nil="true"/>
    <ECFActionPrimaryCloseOutBuyer xmlns="8c3e6089-13da-438e-9ded-a92738ffad62">
      <UserInfo>
        <DisplayName/>
        <AccountId xsi:nil="true"/>
        <AccountType/>
      </UserInfo>
    </ECFActionPrimaryCloseOutBuyer>
    <ECFActionOfficeID xmlns="8c3e6089-13da-438e-9ded-a92738ffad62" xsi:nil="true"/>
    <ECFApplicationEnvironment xmlns="8c3e6089-13da-438e-9ded-a92738ffad62">VanaQA</ECFApplicationEnvironment>
    <ECFActionPrimaryBuyer xmlns="8c3e6089-13da-438e-9ded-a92738ffad62">
      <UserInfo>
        <DisplayName/>
        <AccountId xsi:nil="true"/>
        <AccountType/>
      </UserInfo>
    </ECFActionPrimaryBuyer>
    <ECFActionSolicitationNumber xmlns="8c3e6089-13da-438e-9ded-a92738ffad62" xsi:nil="true"/>
    <ECFActionCOs xmlns="8c3e6089-13da-438e-9ded-a92738ffad62">
      <UserInfo>
        <DisplayName/>
        <AccountId xsi:nil="true"/>
        <AccountType/>
      </UserInfo>
    </ECFActionCOs>
    <ECFActionStatus xmlns="8c3e6089-13da-438e-9ded-a92738ffad62" xsi:nil="true"/>
    <ECFActionCreateDate xmlns="8c3e6089-13da-438e-9ded-a92738ffad62" xsi:nil="true"/>
    <ECFActionPrimaryCO xmlns="8c3e6089-13da-438e-9ded-a92738ffad62">
      <UserInfo>
        <DisplayName/>
        <AccountId xsi:nil="true"/>
        <AccountType/>
      </UserInfo>
    </ECFActionPrimaryCO>
    <ECFActionParentID xmlns="8c3e6089-13da-438e-9ded-a92738ffad62" xsi:nil="true"/>
    <ECFApplicationVersion xmlns="8c3e6089-13da-438e-9ded-a92738ffad62">5.0.0</ECFApplicationVersion>
    <ECFActionPurchaseReqNumbers xmlns="8c3e6089-13da-438e-9ded-a92738ffad62" xsi:nil="true"/>
    <ECFActionID xmlns="8c3e6089-13da-438e-9ded-a92738ffad62" xsi:nil="true"/>
    <ECFActionName xmlns="8c3e6089-13da-438e-9ded-a92738ffad62" xsi:nil="true"/>
    <ECFActionIsPartitioned xmlns="8c3e6089-13da-438e-9ded-a92738ffad62" xsi:nil="true"/>
    <ECFActionBuyers xmlns="8c3e6089-13da-438e-9ded-a92738ffad62">
      <UserInfo>
        <DisplayName/>
        <AccountId xsi:nil="true"/>
        <AccountType/>
      </UserInfo>
    </ECFActionBuyers>
    <ECFActionPrimaryCloseOutCO xmlns="8c3e6089-13da-438e-9ded-a92738ffad62">
      <UserInfo>
        <DisplayName/>
        <AccountId xsi:nil="true"/>
        <AccountType/>
      </UserInfo>
    </ECFActionPrimaryCloseOutCO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ECFDocument" ma:contentTypeID="0x010100FB11F418D69BFC45A723CA4F6BDC05FD005A4B2FC9F0DFCD4AB3079496DCCB1001" ma:contentTypeVersion="2" ma:contentTypeDescription="Create a new document." ma:contentTypeScope="" ma:versionID="00337380c82a7a9bdfef6b166565705d">
  <xsd:schema xmlns:xsd="http://www.w3.org/2001/XMLSchema" xmlns:xs="http://www.w3.org/2001/XMLSchema" xmlns:p="http://schemas.microsoft.com/office/2006/metadata/properties" xmlns:ns1="http://schemas.microsoft.com/sharepoint/v3" xmlns:ns2="8c3e6089-13da-438e-9ded-a92738ffad62" targetNamespace="http://schemas.microsoft.com/office/2006/metadata/properties" ma:root="true" ma:fieldsID="49081483551146e5b09dbe3e250aa5d2" ns1:_="" ns2:_="">
    <xsd:import namespace="http://schemas.microsoft.com/sharepoint/v3"/>
    <xsd:import namespace="8c3e6089-13da-438e-9ded-a92738ffad62"/>
    <xsd:element name="properties">
      <xsd:complexType>
        <xsd:sequence>
          <xsd:element name="documentManagement">
            <xsd:complexType>
              <xsd:all>
                <xsd:element ref="ns2:ECFActionID" minOccurs="0"/>
                <xsd:element ref="ns2:ECFActionParentID" minOccurs="0"/>
                <xsd:element ref="ns2:ECFActionName" minOccurs="0"/>
                <xsd:element ref="ns2:ECFActionNumber" minOccurs="0"/>
                <xsd:element ref="ns2:ECFActionDescription" minOccurs="0"/>
                <xsd:element ref="ns2:ECFActionCreateDate" minOccurs="0"/>
                <xsd:element ref="ns2:ECFActionOfficeID" minOccurs="0"/>
                <xsd:element ref="ns2:ECFActionPrimaryBuyer" minOccurs="0"/>
                <xsd:element ref="ns2:ECFActionBuyers" minOccurs="0"/>
                <xsd:element ref="ns2:ECFActionPrimaryCO" minOccurs="0"/>
                <xsd:element ref="ns2:ECFActionCOs" minOccurs="0"/>
                <xsd:element ref="ns2:ECFActionPrimaryCloseOutCO" minOccurs="0"/>
                <xsd:element ref="ns2:ECFActionPrimaryCloseOutBuyer" minOccurs="0"/>
                <xsd:element ref="ns2:ECFActionIsPartitioned" minOccurs="0"/>
                <xsd:element ref="ns2:ECFActionStatus" minOccurs="0"/>
                <xsd:element ref="ns2:ECFActionPurchaseReqNumbers" minOccurs="0"/>
                <xsd:element ref="ns2:ECFActionSolicitationNumber" minOccurs="0"/>
                <xsd:element ref="ns2:ECFApplicationVersion" minOccurs="0"/>
                <xsd:element ref="ns2:ECFApplicationEnvironment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27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28" nillable="true" ma:displayName="Hold and Record Status" ma:decimals="0" ma:hidden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3e6089-13da-438e-9ded-a92738ffad62" elementFormDefault="qualified">
    <xsd:import namespace="http://schemas.microsoft.com/office/2006/documentManagement/types"/>
    <xsd:import namespace="http://schemas.microsoft.com/office/infopath/2007/PartnerControls"/>
    <xsd:element name="ECFActionID" ma:index="8" nillable="true" ma:displayName="Action ID" ma:decimals="0" ma:indexed="true" ma:internalName="ECFActionID">
      <xsd:simpleType>
        <xsd:restriction base="dms:Number"/>
      </xsd:simpleType>
    </xsd:element>
    <xsd:element name="ECFActionParentID" ma:index="9" nillable="true" ma:displayName="Parent Action ID" ma:decimals="0" ma:indexed="true" ma:internalName="ECFActionParentID">
      <xsd:simpleType>
        <xsd:restriction base="dms:Number"/>
      </xsd:simpleType>
    </xsd:element>
    <xsd:element name="ECFActionName" ma:index="10" nillable="true" ma:displayName="Action Name" ma:internalName="ECFActionName">
      <xsd:simpleType>
        <xsd:restriction base="dms:Text"/>
      </xsd:simpleType>
    </xsd:element>
    <xsd:element name="ECFActionNumber" ma:index="11" nillable="true" ma:displayName="Action Number" ma:internalName="ECFActionNumber">
      <xsd:simpleType>
        <xsd:restriction base="dms:Text"/>
      </xsd:simpleType>
    </xsd:element>
    <xsd:element name="ECFActionDescription" ma:index="12" nillable="true" ma:displayName="Action Description" ma:internalName="ECFActionDescription">
      <xsd:simpleType>
        <xsd:restriction base="dms:Note">
          <xsd:maxLength value="255"/>
        </xsd:restriction>
      </xsd:simpleType>
    </xsd:element>
    <xsd:element name="ECFActionCreateDate" ma:index="13" nillable="true" ma:displayName="Action CreateDate" ma:format="DateTime" ma:internalName="ECFActionCreateDate">
      <xsd:simpleType>
        <xsd:restriction base="dms:DateTime"/>
      </xsd:simpleType>
    </xsd:element>
    <xsd:element name="ECFActionOfficeID" ma:index="14" nillable="true" ma:displayName="Action Administration Office" ma:decimals="0" ma:internalName="ECFActionOfficeID">
      <xsd:simpleType>
        <xsd:restriction base="dms:Number"/>
      </xsd:simpleType>
    </xsd:element>
    <xsd:element name="ECFActionPrimaryBuyer" ma:index="15" nillable="true" ma:displayName="Primary Buyer" ma:description="Primary Buyer" ma:SharePointGroup="0" ma:internalName="ECFActionPrimaryBuy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CFActionBuyers" ma:index="16" nillable="true" ma:displayName="Buyers" ma:description="Buyers" ma:SharePointGroup="0" ma:internalName="ECFActionBuy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CFActionPrimaryCO" ma:index="17" nillable="true" ma:displayName="Primary Contracting Officer" ma:description="Primary Contracting Officer" ma:SharePointGroup="0" ma:internalName="ECFActionPrimaryC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CFActionCOs" ma:index="18" nillable="true" ma:displayName="Contracting Officers" ma:description="Contracting Officers" ma:SharePointGroup="0" ma:internalName="ECFActionCO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CFActionPrimaryCloseOutCO" ma:index="19" nillable="true" ma:displayName="Primary Close-Out Contracting Officer" ma:description="Primary Close-Out Contracting Officer" ma:SharePointGroup="0" ma:internalName="ECFActionPrimaryCloseOutC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CFActionPrimaryCloseOutBuyer" ma:index="20" nillable="true" ma:displayName="Primary Close-Out Buyer" ma:description="Primary Close-Out Buyer" ma:SharePointGroup="0" ma:internalName="ECFActionPrimaryCloseOutBuy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CFActionIsPartitioned" ma:index="21" nillable="true" ma:displayName="Action Is Partitioned" ma:internalName="ECFActionIsPartitioned">
      <xsd:simpleType>
        <xsd:restriction base="dms:Boolean"/>
      </xsd:simpleType>
    </xsd:element>
    <xsd:element name="ECFActionStatus" ma:index="22" nillable="true" ma:displayName="Action Current Status" ma:description="Current Status of the Action" ma:internalName="ECFActionStatus">
      <xsd:simpleType>
        <xsd:restriction base="dms:Text"/>
      </xsd:simpleType>
    </xsd:element>
    <xsd:element name="ECFActionPurchaseReqNumbers" ma:index="23" nillable="true" ma:displayName="Purchase Requirement Numbers" ma:internalName="ECFActionPurchaseReqNumbers">
      <xsd:simpleType>
        <xsd:restriction base="dms:Text"/>
      </xsd:simpleType>
    </xsd:element>
    <xsd:element name="ECFActionSolicitationNumber" ma:index="24" nillable="true" ma:displayName="Solicitation Numbers" ma:internalName="ECFActionSolicitationNumber">
      <xsd:simpleType>
        <xsd:restriction base="dms:Text"/>
      </xsd:simpleType>
    </xsd:element>
    <xsd:element name="ECFApplicationVersion" ma:index="25" nillable="true" ma:displayName="Application Version" ma:default="5.0.0" ma:internalName="ECFApplicationVersion">
      <xsd:simpleType>
        <xsd:restriction base="dms:Text"/>
      </xsd:simpleType>
    </xsd:element>
    <xsd:element name="ECFApplicationEnvironment" ma:index="26" nillable="true" ma:displayName="Application Environment" ma:default="VanaQA" ma:internalName="ECFApplicationEnvironment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BB027A-6121-481D-8595-C3A0DCD76114}">
  <ds:schemaRefs>
    <ds:schemaRef ds:uri="http://schemas.microsoft.com/office/2006/metadata/properties"/>
    <ds:schemaRef ds:uri="http://schemas.microsoft.com/office/infopath/2007/PartnerControls"/>
    <ds:schemaRef ds:uri="8c3e6089-13da-438e-9ded-a92738ffad62"/>
  </ds:schemaRefs>
</ds:datastoreItem>
</file>

<file path=customXml/itemProps2.xml><?xml version="1.0" encoding="utf-8"?>
<ds:datastoreItem xmlns:ds="http://schemas.openxmlformats.org/officeDocument/2006/customXml" ds:itemID="{FB04AE6E-BBE4-4DCA-8B84-28F2F294EE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EC8D25-44B8-4040-B627-68E853A8A2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c3e6089-13da-438e-9ded-a92738ffad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bd84cd2-a803-4625-aaf7-424aaac7782e}" enabled="1" method="Standard" siteId="{8331b18d-2d87-48ef-a35f-ac8818ebf9b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30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Legacy R22 Split HVAC System </vt:lpstr>
      <vt:lpstr>RHEEM CONDENSER</vt:lpstr>
      <vt:lpstr>RHEEM CONDENSER CONT.</vt:lpstr>
      <vt:lpstr>RHEEM CONDENSER CONT.</vt:lpstr>
      <vt:lpstr>RUUD AIR HANDLER</vt:lpstr>
      <vt:lpstr>RUUD AIR HANDLER CONT.</vt:lpstr>
      <vt:lpstr>RUUD AIR HANDLERCONT.</vt:lpstr>
      <vt:lpstr>CONTROLLER &amp; BREAKER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SOLIS, ULYSSES H II SSgt USAF AETC 502 CONS/PKAB</dc:creator>
  <cp:lastModifiedBy>RODRIGUEZ, EMILY A CIV USAF AETC 502 CONS/PKA</cp:lastModifiedBy>
  <cp:revision>1</cp:revision>
  <dcterms:created xsi:type="dcterms:W3CDTF">2026-05-05T15:48:57Z</dcterms:created>
  <dcterms:modified xsi:type="dcterms:W3CDTF">2026-05-06T19:23:27Z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0x010100FB11F418D69BFC45A723CA4F6BDC05FD005A4B2FC9F0DFCD4AB3079496DCCB1001</vt:lpwstr>
  </property>
</Properties>
</file>