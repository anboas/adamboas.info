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5.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theme/theme7.xml" ContentType="application/vnd.openxmlformats-officedocument.theme+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8.xml" ContentType="application/vnd.openxmlformats-officedocument.theme+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6"/>
    <p:sldMasterId id="2147483679" r:id="rId7"/>
    <p:sldMasterId id="2147483813" r:id="rId8"/>
    <p:sldMasterId id="2147483828" r:id="rId9"/>
    <p:sldMasterId id="2147483871" r:id="rId10"/>
    <p:sldMasterId id="2147483885" r:id="rId11"/>
    <p:sldMasterId id="2147483912" r:id="rId12"/>
    <p:sldMasterId id="2147484005" r:id="rId13"/>
    <p:sldMasterId id="2147484023" r:id="rId14"/>
  </p:sldMasterIdLst>
  <p:notesMasterIdLst>
    <p:notesMasterId r:id="rId16"/>
  </p:notesMasterIdLst>
  <p:handoutMasterIdLst>
    <p:handoutMasterId r:id="rId17"/>
  </p:handoutMasterIdLst>
  <p:sldIdLst>
    <p:sldId id="1584" r:id="rId15"/>
  </p:sldIdLst>
  <p:sldSz cx="9144000" cy="6858000" type="screen4x3"/>
  <p:notesSz cx="6997700" cy="9271000"/>
  <p:defaultTextStyle>
    <a:defPPr>
      <a:defRPr lang="en-US"/>
    </a:defPPr>
    <a:lvl1pPr algn="l" rtl="0" fontAlgn="base">
      <a:spcBef>
        <a:spcPct val="0"/>
      </a:spcBef>
      <a:spcAft>
        <a:spcPct val="0"/>
      </a:spcAft>
      <a:defRPr sz="2000" b="1" kern="1200">
        <a:solidFill>
          <a:schemeClr val="tx1"/>
        </a:solidFill>
        <a:latin typeface="Arial" charset="0"/>
        <a:ea typeface="+mn-ea"/>
        <a:cs typeface="+mn-cs"/>
      </a:defRPr>
    </a:lvl1pPr>
    <a:lvl2pPr marL="454800" algn="l" rtl="0" fontAlgn="base">
      <a:spcBef>
        <a:spcPct val="0"/>
      </a:spcBef>
      <a:spcAft>
        <a:spcPct val="0"/>
      </a:spcAft>
      <a:defRPr sz="2000" b="1" kern="1200">
        <a:solidFill>
          <a:schemeClr val="tx1"/>
        </a:solidFill>
        <a:latin typeface="Arial" charset="0"/>
        <a:ea typeface="+mn-ea"/>
        <a:cs typeface="+mn-cs"/>
      </a:defRPr>
    </a:lvl2pPr>
    <a:lvl3pPr marL="909604" algn="l" rtl="0" fontAlgn="base">
      <a:spcBef>
        <a:spcPct val="0"/>
      </a:spcBef>
      <a:spcAft>
        <a:spcPct val="0"/>
      </a:spcAft>
      <a:defRPr sz="2000" b="1" kern="1200">
        <a:solidFill>
          <a:schemeClr val="tx1"/>
        </a:solidFill>
        <a:latin typeface="Arial" charset="0"/>
        <a:ea typeface="+mn-ea"/>
        <a:cs typeface="+mn-cs"/>
      </a:defRPr>
    </a:lvl3pPr>
    <a:lvl4pPr marL="1364398" algn="l" rtl="0" fontAlgn="base">
      <a:spcBef>
        <a:spcPct val="0"/>
      </a:spcBef>
      <a:spcAft>
        <a:spcPct val="0"/>
      </a:spcAft>
      <a:defRPr sz="2000" b="1" kern="1200">
        <a:solidFill>
          <a:schemeClr val="tx1"/>
        </a:solidFill>
        <a:latin typeface="Arial" charset="0"/>
        <a:ea typeface="+mn-ea"/>
        <a:cs typeface="+mn-cs"/>
      </a:defRPr>
    </a:lvl4pPr>
    <a:lvl5pPr marL="1819209" algn="l" rtl="0" fontAlgn="base">
      <a:spcBef>
        <a:spcPct val="0"/>
      </a:spcBef>
      <a:spcAft>
        <a:spcPct val="0"/>
      </a:spcAft>
      <a:defRPr sz="2000" b="1" kern="1200">
        <a:solidFill>
          <a:schemeClr val="tx1"/>
        </a:solidFill>
        <a:latin typeface="Arial" charset="0"/>
        <a:ea typeface="+mn-ea"/>
        <a:cs typeface="+mn-cs"/>
      </a:defRPr>
    </a:lvl5pPr>
    <a:lvl6pPr marL="2274013" algn="l" defTabSz="909604" rtl="0" eaLnBrk="1" latinLnBrk="0" hangingPunct="1">
      <a:defRPr sz="2000" b="1" kern="1200">
        <a:solidFill>
          <a:schemeClr val="tx1"/>
        </a:solidFill>
        <a:latin typeface="Arial" charset="0"/>
        <a:ea typeface="+mn-ea"/>
        <a:cs typeface="+mn-cs"/>
      </a:defRPr>
    </a:lvl6pPr>
    <a:lvl7pPr marL="2728807" algn="l" defTabSz="909604" rtl="0" eaLnBrk="1" latinLnBrk="0" hangingPunct="1">
      <a:defRPr sz="2000" b="1" kern="1200">
        <a:solidFill>
          <a:schemeClr val="tx1"/>
        </a:solidFill>
        <a:latin typeface="Arial" charset="0"/>
        <a:ea typeface="+mn-ea"/>
        <a:cs typeface="+mn-cs"/>
      </a:defRPr>
    </a:lvl7pPr>
    <a:lvl8pPr marL="3183618" algn="l" defTabSz="909604" rtl="0" eaLnBrk="1" latinLnBrk="0" hangingPunct="1">
      <a:defRPr sz="2000" b="1" kern="1200">
        <a:solidFill>
          <a:schemeClr val="tx1"/>
        </a:solidFill>
        <a:latin typeface="Arial" charset="0"/>
        <a:ea typeface="+mn-ea"/>
        <a:cs typeface="+mn-cs"/>
      </a:defRPr>
    </a:lvl8pPr>
    <a:lvl9pPr marL="3638424" algn="l" defTabSz="909604" rtl="0" eaLnBrk="1" latinLnBrk="0" hangingPunct="1">
      <a:defRPr sz="20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3600">
          <p15:clr>
            <a:srgbClr val="A4A3A4"/>
          </p15:clr>
        </p15:guide>
        <p15:guide id="2" pos="2880">
          <p15:clr>
            <a:srgbClr val="A4A3A4"/>
          </p15:clr>
        </p15:guide>
      </p15:sldGuideLst>
    </p:ext>
    <p:ext uri="{2D200454-40CA-4A62-9FC3-DE9A4176ACB9}">
      <p15:notesGuideLst xmlns:p15="http://schemas.microsoft.com/office/powerpoint/2012/main">
        <p15:guide id="1" orient="horz" pos="2222">
          <p15:clr>
            <a:srgbClr val="A4A3A4"/>
          </p15:clr>
        </p15:guide>
        <p15:guide id="2" pos="289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FFCC66"/>
    <a:srgbClr val="FFCC99"/>
    <a:srgbClr val="C0C0C0"/>
    <a:srgbClr val="F8F200"/>
    <a:srgbClr val="CCCC00"/>
    <a:srgbClr val="996600"/>
    <a:srgbClr val="0000CC"/>
    <a:srgbClr val="000066"/>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40" autoAdjust="0"/>
    <p:restoredTop sz="99284" autoAdjust="0"/>
  </p:normalViewPr>
  <p:slideViewPr>
    <p:cSldViewPr>
      <p:cViewPr varScale="1">
        <p:scale>
          <a:sx n="81" d="100"/>
          <a:sy n="81" d="100"/>
        </p:scale>
        <p:origin x="864" y="60"/>
      </p:cViewPr>
      <p:guideLst>
        <p:guide orient="horz" pos="3600"/>
        <p:guide pos="2880"/>
      </p:guideLst>
    </p:cSldViewPr>
  </p:slideViewPr>
  <p:outlineViewPr>
    <p:cViewPr>
      <p:scale>
        <a:sx n="50" d="100"/>
        <a:sy n="50" d="100"/>
      </p:scale>
      <p:origin x="0" y="0"/>
    </p:cViewPr>
  </p:outlineViewPr>
  <p:notesTextViewPr>
    <p:cViewPr>
      <p:scale>
        <a:sx n="100" d="100"/>
        <a:sy n="100" d="100"/>
      </p:scale>
      <p:origin x="0" y="0"/>
    </p:cViewPr>
  </p:notesTextViewPr>
  <p:sorterViewPr>
    <p:cViewPr>
      <p:scale>
        <a:sx n="50" d="100"/>
        <a:sy n="50" d="100"/>
      </p:scale>
      <p:origin x="0" y="0"/>
    </p:cViewPr>
  </p:sorterViewPr>
  <p:notesViewPr>
    <p:cSldViewPr>
      <p:cViewPr varScale="1">
        <p:scale>
          <a:sx n="29" d="100"/>
          <a:sy n="29" d="100"/>
        </p:scale>
        <p:origin x="-1131" y="-113"/>
      </p:cViewPr>
      <p:guideLst>
        <p:guide orient="horz" pos="2222"/>
        <p:guide pos="2899"/>
      </p:guideLst>
    </p:cSldViewPr>
  </p:notesViewPr>
  <p:gridSpacing cx="38405" cy="38405"/>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3.xml"/><Relationship Id="rId13" Type="http://schemas.openxmlformats.org/officeDocument/2006/relationships/slideMaster" Target="slideMasters/slideMaster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Master" Target="slideMasters/slideMaster2.xml"/><Relationship Id="rId12" Type="http://schemas.openxmlformats.org/officeDocument/2006/relationships/slideMaster" Target="slideMasters/slideMaster7.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Master" Target="slideMasters/slideMaster6.xml"/><Relationship Id="rId5" Type="http://schemas.openxmlformats.org/officeDocument/2006/relationships/customXml" Target="../customXml/item5.xml"/><Relationship Id="rId15" Type="http://schemas.openxmlformats.org/officeDocument/2006/relationships/slide" Target="slides/slide1.xml"/><Relationship Id="rId10" Type="http://schemas.openxmlformats.org/officeDocument/2006/relationships/slideMaster" Target="slideMasters/slideMaster5.xml"/><Relationship Id="rId19"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Master" Target="slideMasters/slideMaster4.xml"/><Relationship Id="rId14" Type="http://schemas.openxmlformats.org/officeDocument/2006/relationships/slideMaster" Target="slideMasters/slideMaster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1588" y="-1588"/>
            <a:ext cx="3036888" cy="463551"/>
          </a:xfrm>
          <a:prstGeom prst="rect">
            <a:avLst/>
          </a:prstGeom>
          <a:noFill/>
          <a:ln w="9525">
            <a:noFill/>
            <a:miter lim="800000"/>
            <a:headEnd/>
            <a:tailEnd/>
          </a:ln>
          <a:effectLst/>
        </p:spPr>
        <p:txBody>
          <a:bodyPr vert="horz" wrap="square" lIns="19121" tIns="0" rIns="19121" bIns="0" numCol="1" anchor="t" anchorCtr="0" compatLnSpc="1">
            <a:prstTxWarp prst="textNoShape">
              <a:avLst/>
            </a:prstTxWarp>
          </a:bodyPr>
          <a:lstStyle>
            <a:lvl1pPr defTabSz="936625" eaLnBrk="0" hangingPunct="0">
              <a:defRPr sz="1000" b="0" i="1">
                <a:latin typeface="Times New Roman" pitchFamily="18" charset="0"/>
              </a:defRPr>
            </a:lvl1pPr>
          </a:lstStyle>
          <a:p>
            <a:pPr>
              <a:defRPr/>
            </a:pPr>
            <a:endParaRPr lang="en-US"/>
          </a:p>
        </p:txBody>
      </p:sp>
      <p:sp>
        <p:nvSpPr>
          <p:cNvPr id="3075" name="Rectangle 3"/>
          <p:cNvSpPr>
            <a:spLocks noGrp="1" noChangeArrowheads="1"/>
          </p:cNvSpPr>
          <p:nvPr>
            <p:ph type="dt" sz="quarter" idx="1"/>
          </p:nvPr>
        </p:nvSpPr>
        <p:spPr bwMode="auto">
          <a:xfrm>
            <a:off x="3962400" y="-1588"/>
            <a:ext cx="3036888" cy="463551"/>
          </a:xfrm>
          <a:prstGeom prst="rect">
            <a:avLst/>
          </a:prstGeom>
          <a:noFill/>
          <a:ln w="9525">
            <a:noFill/>
            <a:miter lim="800000"/>
            <a:headEnd/>
            <a:tailEnd/>
          </a:ln>
          <a:effectLst/>
        </p:spPr>
        <p:txBody>
          <a:bodyPr vert="horz" wrap="square" lIns="19121" tIns="0" rIns="19121" bIns="0" numCol="1" anchor="t" anchorCtr="0" compatLnSpc="1">
            <a:prstTxWarp prst="textNoShape">
              <a:avLst/>
            </a:prstTxWarp>
          </a:bodyPr>
          <a:lstStyle>
            <a:lvl1pPr algn="r" defTabSz="936625" eaLnBrk="0" hangingPunct="0">
              <a:defRPr sz="1000" b="0" i="1">
                <a:latin typeface="Times New Roman" pitchFamily="18" charset="0"/>
              </a:defRPr>
            </a:lvl1pPr>
          </a:lstStyle>
          <a:p>
            <a:pPr>
              <a:defRPr/>
            </a:pPr>
            <a:endParaRPr lang="en-US"/>
          </a:p>
        </p:txBody>
      </p:sp>
      <p:sp>
        <p:nvSpPr>
          <p:cNvPr id="3076" name="Rectangle 4"/>
          <p:cNvSpPr>
            <a:spLocks noGrp="1" noChangeArrowheads="1"/>
          </p:cNvSpPr>
          <p:nvPr>
            <p:ph type="ftr" sz="quarter" idx="2"/>
          </p:nvPr>
        </p:nvSpPr>
        <p:spPr bwMode="auto">
          <a:xfrm>
            <a:off x="-1588" y="8809038"/>
            <a:ext cx="3036888" cy="463550"/>
          </a:xfrm>
          <a:prstGeom prst="rect">
            <a:avLst/>
          </a:prstGeom>
          <a:noFill/>
          <a:ln w="9525">
            <a:noFill/>
            <a:miter lim="800000"/>
            <a:headEnd/>
            <a:tailEnd/>
          </a:ln>
          <a:effectLst/>
        </p:spPr>
        <p:txBody>
          <a:bodyPr vert="horz" wrap="square" lIns="19121" tIns="0" rIns="19121" bIns="0" numCol="1" anchor="b" anchorCtr="0" compatLnSpc="1">
            <a:prstTxWarp prst="textNoShape">
              <a:avLst/>
            </a:prstTxWarp>
          </a:bodyPr>
          <a:lstStyle>
            <a:lvl1pPr defTabSz="936625" eaLnBrk="0" hangingPunct="0">
              <a:defRPr sz="1000" b="0" i="1">
                <a:latin typeface="Times New Roman" pitchFamily="18" charset="0"/>
              </a:defRPr>
            </a:lvl1pPr>
          </a:lstStyle>
          <a:p>
            <a:pPr>
              <a:defRPr/>
            </a:pPr>
            <a:endParaRPr lang="en-US"/>
          </a:p>
        </p:txBody>
      </p:sp>
      <p:sp>
        <p:nvSpPr>
          <p:cNvPr id="3077" name="Rectangle 5"/>
          <p:cNvSpPr>
            <a:spLocks noGrp="1" noChangeArrowheads="1"/>
          </p:cNvSpPr>
          <p:nvPr>
            <p:ph type="sldNum" sz="quarter" idx="3"/>
          </p:nvPr>
        </p:nvSpPr>
        <p:spPr bwMode="auto">
          <a:xfrm>
            <a:off x="3962400" y="8809038"/>
            <a:ext cx="3036888" cy="463550"/>
          </a:xfrm>
          <a:prstGeom prst="rect">
            <a:avLst/>
          </a:prstGeom>
          <a:noFill/>
          <a:ln w="9525">
            <a:noFill/>
            <a:miter lim="800000"/>
            <a:headEnd/>
            <a:tailEnd/>
          </a:ln>
          <a:effectLst/>
        </p:spPr>
        <p:txBody>
          <a:bodyPr vert="horz" wrap="square" lIns="19121" tIns="0" rIns="19121" bIns="0" numCol="1" anchor="b" anchorCtr="0" compatLnSpc="1">
            <a:prstTxWarp prst="textNoShape">
              <a:avLst/>
            </a:prstTxWarp>
          </a:bodyPr>
          <a:lstStyle>
            <a:lvl1pPr algn="r" defTabSz="936625" eaLnBrk="0" hangingPunct="0">
              <a:defRPr sz="1000" b="0" i="1">
                <a:latin typeface="Times New Roman" pitchFamily="18" charset="0"/>
              </a:defRPr>
            </a:lvl1pPr>
          </a:lstStyle>
          <a:p>
            <a:pPr>
              <a:defRPr/>
            </a:pPr>
            <a:fld id="{F76BAB60-A8EA-47CD-B980-371248388E0F}" type="slidenum">
              <a:rPr lang="en-US"/>
              <a:pPr>
                <a:defRPr/>
              </a:pPr>
              <a:t>‹#›</a:t>
            </a:fld>
            <a:endParaRPr lang="en-US"/>
          </a:p>
        </p:txBody>
      </p:sp>
    </p:spTree>
    <p:extLst>
      <p:ext uri="{BB962C8B-B14F-4D97-AF65-F5344CB8AC3E}">
        <p14:creationId xmlns:p14="http://schemas.microsoft.com/office/powerpoint/2010/main" val="23777828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1588" y="-1588"/>
            <a:ext cx="3036888" cy="463551"/>
          </a:xfrm>
          <a:prstGeom prst="rect">
            <a:avLst/>
          </a:prstGeom>
          <a:noFill/>
          <a:ln w="9525">
            <a:noFill/>
            <a:miter lim="800000"/>
            <a:headEnd/>
            <a:tailEnd/>
          </a:ln>
          <a:effectLst/>
        </p:spPr>
        <p:txBody>
          <a:bodyPr vert="horz" wrap="square" lIns="19121" tIns="0" rIns="19121" bIns="0" numCol="1" anchor="t" anchorCtr="0" compatLnSpc="1">
            <a:prstTxWarp prst="textNoShape">
              <a:avLst/>
            </a:prstTxWarp>
          </a:bodyPr>
          <a:lstStyle>
            <a:lvl1pPr defTabSz="936625" eaLnBrk="0" hangingPunct="0">
              <a:defRPr sz="1000" b="0" i="1">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3962400" y="-1588"/>
            <a:ext cx="3036888" cy="463551"/>
          </a:xfrm>
          <a:prstGeom prst="rect">
            <a:avLst/>
          </a:prstGeom>
          <a:noFill/>
          <a:ln w="9525">
            <a:noFill/>
            <a:miter lim="800000"/>
            <a:headEnd/>
            <a:tailEnd/>
          </a:ln>
          <a:effectLst/>
        </p:spPr>
        <p:txBody>
          <a:bodyPr vert="horz" wrap="square" lIns="19121" tIns="0" rIns="19121" bIns="0" numCol="1" anchor="t" anchorCtr="0" compatLnSpc="1">
            <a:prstTxWarp prst="textNoShape">
              <a:avLst/>
            </a:prstTxWarp>
          </a:bodyPr>
          <a:lstStyle>
            <a:lvl1pPr algn="r" defTabSz="936625" eaLnBrk="0" hangingPunct="0">
              <a:defRPr sz="1000" b="0" i="1">
                <a:latin typeface="Times New Roman" pitchFamily="18" charset="0"/>
              </a:defRPr>
            </a:lvl1pPr>
          </a:lstStyle>
          <a:p>
            <a:pPr>
              <a:defRPr/>
            </a:pPr>
            <a:endParaRPr lang="en-US"/>
          </a:p>
        </p:txBody>
      </p:sp>
      <p:sp>
        <p:nvSpPr>
          <p:cNvPr id="2052" name="Rectangle 4"/>
          <p:cNvSpPr>
            <a:spLocks noGrp="1" noChangeArrowheads="1"/>
          </p:cNvSpPr>
          <p:nvPr>
            <p:ph type="ftr" sz="quarter" idx="4"/>
          </p:nvPr>
        </p:nvSpPr>
        <p:spPr bwMode="auto">
          <a:xfrm>
            <a:off x="-1588" y="8809038"/>
            <a:ext cx="3036888" cy="463550"/>
          </a:xfrm>
          <a:prstGeom prst="rect">
            <a:avLst/>
          </a:prstGeom>
          <a:noFill/>
          <a:ln w="9525">
            <a:noFill/>
            <a:miter lim="800000"/>
            <a:headEnd/>
            <a:tailEnd/>
          </a:ln>
          <a:effectLst/>
        </p:spPr>
        <p:txBody>
          <a:bodyPr vert="horz" wrap="square" lIns="19121" tIns="0" rIns="19121" bIns="0" numCol="1" anchor="b" anchorCtr="0" compatLnSpc="1">
            <a:prstTxWarp prst="textNoShape">
              <a:avLst/>
            </a:prstTxWarp>
          </a:bodyPr>
          <a:lstStyle>
            <a:lvl1pPr defTabSz="936625" eaLnBrk="0" hangingPunct="0">
              <a:defRPr sz="1000" b="0" i="1">
                <a:latin typeface="Times New Roman" pitchFamily="18" charset="0"/>
              </a:defRPr>
            </a:lvl1pPr>
          </a:lstStyle>
          <a:p>
            <a:pPr>
              <a:defRPr/>
            </a:pPr>
            <a:endParaRPr lang="en-US"/>
          </a:p>
        </p:txBody>
      </p:sp>
      <p:sp>
        <p:nvSpPr>
          <p:cNvPr id="2053" name="Rectangle 5"/>
          <p:cNvSpPr>
            <a:spLocks noGrp="1" noChangeArrowheads="1"/>
          </p:cNvSpPr>
          <p:nvPr>
            <p:ph type="sldNum" sz="quarter" idx="5"/>
          </p:nvPr>
        </p:nvSpPr>
        <p:spPr bwMode="auto">
          <a:xfrm>
            <a:off x="3962400" y="8809038"/>
            <a:ext cx="3036888" cy="463550"/>
          </a:xfrm>
          <a:prstGeom prst="rect">
            <a:avLst/>
          </a:prstGeom>
          <a:noFill/>
          <a:ln w="9525">
            <a:noFill/>
            <a:miter lim="800000"/>
            <a:headEnd/>
            <a:tailEnd/>
          </a:ln>
          <a:effectLst/>
        </p:spPr>
        <p:txBody>
          <a:bodyPr vert="horz" wrap="square" lIns="19121" tIns="0" rIns="19121" bIns="0" numCol="1" anchor="b" anchorCtr="0" compatLnSpc="1">
            <a:prstTxWarp prst="textNoShape">
              <a:avLst/>
            </a:prstTxWarp>
          </a:bodyPr>
          <a:lstStyle>
            <a:lvl1pPr algn="r" defTabSz="936625" eaLnBrk="0" hangingPunct="0">
              <a:defRPr sz="1000" b="0" i="1">
                <a:latin typeface="Times New Roman" pitchFamily="18" charset="0"/>
              </a:defRPr>
            </a:lvl1pPr>
          </a:lstStyle>
          <a:p>
            <a:pPr>
              <a:defRPr/>
            </a:pPr>
            <a:fld id="{A03341BD-DA26-4157-BD17-CA6360690FC2}" type="slidenum">
              <a:rPr lang="en-US"/>
              <a:pPr>
                <a:defRPr/>
              </a:pPr>
              <a:t>‹#›</a:t>
            </a:fld>
            <a:endParaRPr lang="en-US"/>
          </a:p>
        </p:txBody>
      </p:sp>
      <p:sp>
        <p:nvSpPr>
          <p:cNvPr id="2054" name="Rectangle 6"/>
          <p:cNvSpPr>
            <a:spLocks noGrp="1" noChangeArrowheads="1"/>
          </p:cNvSpPr>
          <p:nvPr>
            <p:ph type="body" sz="quarter" idx="3"/>
          </p:nvPr>
        </p:nvSpPr>
        <p:spPr bwMode="auto">
          <a:xfrm>
            <a:off x="933450" y="4405313"/>
            <a:ext cx="5130800" cy="4167187"/>
          </a:xfrm>
          <a:prstGeom prst="rect">
            <a:avLst/>
          </a:prstGeom>
          <a:noFill/>
          <a:ln w="9525">
            <a:noFill/>
            <a:miter lim="800000"/>
            <a:headEnd/>
            <a:tailEnd/>
          </a:ln>
          <a:effectLst/>
        </p:spPr>
        <p:txBody>
          <a:bodyPr vert="horz" wrap="square" lIns="94011" tIns="47803" rIns="94011" bIns="47803"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2535" name="Rectangle 7"/>
          <p:cNvSpPr>
            <a:spLocks noGrp="1" noRot="1" noChangeAspect="1" noChangeArrowheads="1" noTextEdit="1"/>
          </p:cNvSpPr>
          <p:nvPr>
            <p:ph type="sldImg" idx="2"/>
          </p:nvPr>
        </p:nvSpPr>
        <p:spPr bwMode="auto">
          <a:xfrm>
            <a:off x="1192213" y="706438"/>
            <a:ext cx="4616450" cy="3462337"/>
          </a:xfrm>
          <a:prstGeom prst="rect">
            <a:avLst/>
          </a:prstGeom>
          <a:noFill/>
          <a:ln w="12700">
            <a:solidFill>
              <a:schemeClr val="tx1"/>
            </a:solidFill>
            <a:miter lim="800000"/>
            <a:headEnd/>
            <a:tailEnd/>
          </a:ln>
        </p:spPr>
      </p:sp>
    </p:spTree>
    <p:extLst>
      <p:ext uri="{BB962C8B-B14F-4D97-AF65-F5344CB8AC3E}">
        <p14:creationId xmlns:p14="http://schemas.microsoft.com/office/powerpoint/2010/main" val="2432465370"/>
      </p:ext>
    </p:extLst>
  </p:cSld>
  <p:clrMap bg1="lt1" tx1="dk1" bg2="lt2" tx2="dk2" accent1="accent1" accent2="accent2" accent3="accent3" accent4="accent4" accent5="accent5" accent6="accent6" hlink="hlink" folHlink="folHlink"/>
  <p:notesStyle>
    <a:lvl1pPr algn="l" defTabSz="926975"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9542" algn="l" defTabSz="926975"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9082" algn="l" defTabSz="926975"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80210" algn="l" defTabSz="926975"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5526" algn="l" defTabSz="926975"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74013" algn="l" defTabSz="909604" rtl="0" eaLnBrk="1" latinLnBrk="0" hangingPunct="1">
      <a:defRPr sz="1200" kern="1200">
        <a:solidFill>
          <a:schemeClr val="tx1"/>
        </a:solidFill>
        <a:latin typeface="+mn-lt"/>
        <a:ea typeface="+mn-ea"/>
        <a:cs typeface="+mn-cs"/>
      </a:defRPr>
    </a:lvl6pPr>
    <a:lvl7pPr marL="2728807" algn="l" defTabSz="909604" rtl="0" eaLnBrk="1" latinLnBrk="0" hangingPunct="1">
      <a:defRPr sz="1200" kern="1200">
        <a:solidFill>
          <a:schemeClr val="tx1"/>
        </a:solidFill>
        <a:latin typeface="+mn-lt"/>
        <a:ea typeface="+mn-ea"/>
        <a:cs typeface="+mn-cs"/>
      </a:defRPr>
    </a:lvl7pPr>
    <a:lvl8pPr marL="3183618" algn="l" defTabSz="909604" rtl="0" eaLnBrk="1" latinLnBrk="0" hangingPunct="1">
      <a:defRPr sz="1200" kern="1200">
        <a:solidFill>
          <a:schemeClr val="tx1"/>
        </a:solidFill>
        <a:latin typeface="+mn-lt"/>
        <a:ea typeface="+mn-ea"/>
        <a:cs typeface="+mn-cs"/>
      </a:defRPr>
    </a:lvl8pPr>
    <a:lvl9pPr marL="3638424" algn="l" defTabSz="90960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55283" indent="-290493">
              <a:defRPr>
                <a:solidFill>
                  <a:schemeClr val="tx1"/>
                </a:solidFill>
                <a:latin typeface="Arial" charset="0"/>
              </a:defRPr>
            </a:lvl2pPr>
            <a:lvl3pPr marL="1161974" indent="-232395">
              <a:defRPr>
                <a:solidFill>
                  <a:schemeClr val="tx1"/>
                </a:solidFill>
                <a:latin typeface="Arial" charset="0"/>
              </a:defRPr>
            </a:lvl3pPr>
            <a:lvl4pPr marL="1626763" indent="-232395">
              <a:defRPr>
                <a:solidFill>
                  <a:schemeClr val="tx1"/>
                </a:solidFill>
                <a:latin typeface="Arial" charset="0"/>
              </a:defRPr>
            </a:lvl4pPr>
            <a:lvl5pPr marL="2091553" indent="-232395">
              <a:defRPr>
                <a:solidFill>
                  <a:schemeClr val="tx1"/>
                </a:solidFill>
                <a:latin typeface="Arial" charset="0"/>
              </a:defRPr>
            </a:lvl5pPr>
            <a:lvl6pPr marL="2556342" indent="-232395" eaLnBrk="0" fontAlgn="base" hangingPunct="0">
              <a:spcBef>
                <a:spcPct val="0"/>
              </a:spcBef>
              <a:spcAft>
                <a:spcPct val="0"/>
              </a:spcAft>
              <a:defRPr>
                <a:solidFill>
                  <a:schemeClr val="tx1"/>
                </a:solidFill>
                <a:latin typeface="Arial" charset="0"/>
              </a:defRPr>
            </a:lvl6pPr>
            <a:lvl7pPr marL="3021132" indent="-232395" eaLnBrk="0" fontAlgn="base" hangingPunct="0">
              <a:spcBef>
                <a:spcPct val="0"/>
              </a:spcBef>
              <a:spcAft>
                <a:spcPct val="0"/>
              </a:spcAft>
              <a:defRPr>
                <a:solidFill>
                  <a:schemeClr val="tx1"/>
                </a:solidFill>
                <a:latin typeface="Arial" charset="0"/>
              </a:defRPr>
            </a:lvl7pPr>
            <a:lvl8pPr marL="3485921" indent="-232395" eaLnBrk="0" fontAlgn="base" hangingPunct="0">
              <a:spcBef>
                <a:spcPct val="0"/>
              </a:spcBef>
              <a:spcAft>
                <a:spcPct val="0"/>
              </a:spcAft>
              <a:defRPr>
                <a:solidFill>
                  <a:schemeClr val="tx1"/>
                </a:solidFill>
                <a:latin typeface="Arial" charset="0"/>
              </a:defRPr>
            </a:lvl8pPr>
            <a:lvl9pPr marL="3950711" indent="-232395" eaLnBrk="0" fontAlgn="base" hangingPunct="0">
              <a:spcBef>
                <a:spcPct val="0"/>
              </a:spcBef>
              <a:spcAft>
                <a:spcPct val="0"/>
              </a:spcAft>
              <a:defRPr>
                <a:solidFill>
                  <a:schemeClr val="tx1"/>
                </a:solidFill>
                <a:latin typeface="Arial" charset="0"/>
              </a:defRPr>
            </a:lvl9pPr>
          </a:lstStyle>
          <a:p>
            <a:fld id="{E64D8FFB-6B15-421F-8575-B6E87D086568}" type="slidenum">
              <a:rPr lang="en-US" altLang="en-US">
                <a:solidFill>
                  <a:prstClr val="black"/>
                </a:solidFill>
              </a:rPr>
              <a:pPr/>
              <a:t>1</a:t>
            </a:fld>
            <a:endParaRPr lang="en-US" altLang="en-US">
              <a:solidFill>
                <a:prstClr val="black"/>
              </a:solidFill>
            </a:endParaRPr>
          </a:p>
        </p:txBody>
      </p:sp>
      <p:sp>
        <p:nvSpPr>
          <p:cNvPr id="4099" name="Rectangle 2"/>
          <p:cNvSpPr>
            <a:spLocks noGrp="1" noRot="1" noChangeAspect="1" noChangeArrowheads="1" noTextEdit="1"/>
          </p:cNvSpPr>
          <p:nvPr>
            <p:ph type="sldImg"/>
          </p:nvPr>
        </p:nvSpPr>
        <p:spPr>
          <a:xfrm>
            <a:off x="1179513" y="696913"/>
            <a:ext cx="4637087" cy="3478212"/>
          </a:xfrm>
          <a:ln/>
        </p:spPr>
      </p:sp>
      <p:sp>
        <p:nvSpPr>
          <p:cNvPr id="4100" name="Rectangle 3"/>
          <p:cNvSpPr>
            <a:spLocks noGrp="1" noChangeArrowheads="1"/>
          </p:cNvSpPr>
          <p:nvPr>
            <p:ph type="body" idx="1"/>
          </p:nvPr>
        </p:nvSpPr>
        <p:spPr>
          <a:xfrm>
            <a:off x="931408" y="4403725"/>
            <a:ext cx="5134886" cy="417034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9213849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7.xml"/><Relationship Id="rId5" Type="http://schemas.openxmlformats.org/officeDocument/2006/relationships/image" Target="../media/image12.png"/><Relationship Id="rId4" Type="http://schemas.openxmlformats.org/officeDocument/2006/relationships/image" Target="../media/image11.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Master" Target="../slideMasters/slideMaster7.xml"/><Relationship Id="rId4" Type="http://schemas.openxmlformats.org/officeDocument/2006/relationships/image" Target="../media/image14.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Master" Target="../slideMasters/slideMaster7.xml"/><Relationship Id="rId4" Type="http://schemas.openxmlformats.org/officeDocument/2006/relationships/image" Target="../media/image14.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Master" Target="../slideMasters/slideMaster7.xml"/><Relationship Id="rId4" Type="http://schemas.openxmlformats.org/officeDocument/2006/relationships/image" Target="../media/image14.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5" Type="http://schemas.openxmlformats.org/officeDocument/2006/relationships/image" Target="../media/image20.png"/><Relationship Id="rId4" Type="http://schemas.openxmlformats.org/officeDocument/2006/relationships/image" Target="../media/image19.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5" Type="http://schemas.openxmlformats.org/officeDocument/2006/relationships/image" Target="../media/image20.png"/><Relationship Id="rId4" Type="http://schemas.openxmlformats.org/officeDocument/2006/relationships/image" Target="../media/image19.pn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5" Type="http://schemas.openxmlformats.org/officeDocument/2006/relationships/image" Target="../media/image20.png"/><Relationship Id="rId4" Type="http://schemas.openxmlformats.org/officeDocument/2006/relationships/image" Target="../media/image19.pn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7.xml"/><Relationship Id="rId4" Type="http://schemas.openxmlformats.org/officeDocument/2006/relationships/image" Target="../media/image20.png"/></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9.pn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5" Type="http://schemas.openxmlformats.org/officeDocument/2006/relationships/image" Target="../media/image20.png"/><Relationship Id="rId4" Type="http://schemas.openxmlformats.org/officeDocument/2006/relationships/image" Target="../media/image19.png"/></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5" Type="http://schemas.openxmlformats.org/officeDocument/2006/relationships/image" Target="../media/image20.png"/><Relationship Id="rId4" Type="http://schemas.openxmlformats.org/officeDocument/2006/relationships/image" Target="../media/image19.pn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5" Type="http://schemas.openxmlformats.org/officeDocument/2006/relationships/image" Target="../media/image20.png"/><Relationship Id="rId4" Type="http://schemas.openxmlformats.org/officeDocument/2006/relationships/image" Target="../media/image19.pn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5" Type="http://schemas.openxmlformats.org/officeDocument/2006/relationships/image" Target="../media/image20.png"/><Relationship Id="rId4" Type="http://schemas.openxmlformats.org/officeDocument/2006/relationships/image" Target="../media/image19.pn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5" Type="http://schemas.openxmlformats.org/officeDocument/2006/relationships/image" Target="../media/image20.png"/><Relationship Id="rId4" Type="http://schemas.openxmlformats.org/officeDocument/2006/relationships/image" Target="../media/image19.pn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5" Type="http://schemas.openxmlformats.org/officeDocument/2006/relationships/image" Target="../media/image20.png"/><Relationship Id="rId4" Type="http://schemas.openxmlformats.org/officeDocument/2006/relationships/image" Target="../media/image19.png"/></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7.jpeg"/><Relationship Id="rId1" Type="http://schemas.openxmlformats.org/officeDocument/2006/relationships/slideMaster" Target="../slideMasters/slideMaster7.xml"/><Relationship Id="rId5" Type="http://schemas.openxmlformats.org/officeDocument/2006/relationships/image" Target="../media/image25.png"/><Relationship Id="rId4" Type="http://schemas.openxmlformats.org/officeDocument/2006/relationships/image" Target="../media/image22.pn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7.xml"/><Relationship Id="rId4" Type="http://schemas.openxmlformats.org/officeDocument/2006/relationships/image" Target="../media/image25.pn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Master" Target="../slideMasters/slideMaster7.xml"/><Relationship Id="rId5" Type="http://schemas.openxmlformats.org/officeDocument/2006/relationships/image" Target="../media/image29.png"/><Relationship Id="rId4" Type="http://schemas.openxmlformats.org/officeDocument/2006/relationships/image" Target="../media/image28.png"/></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7.xml"/><Relationship Id="rId4" Type="http://schemas.openxmlformats.org/officeDocument/2006/relationships/image" Target="../media/image23.png"/></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7.xml"/><Relationship Id="rId5" Type="http://schemas.openxmlformats.org/officeDocument/2006/relationships/image" Target="../media/image24.png"/><Relationship Id="rId4" Type="http://schemas.openxmlformats.org/officeDocument/2006/relationships/image" Target="../media/image23.png"/></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Master" Target="../slideMasters/slideMaster7.xml"/><Relationship Id="rId4" Type="http://schemas.openxmlformats.org/officeDocument/2006/relationships/image" Target="../media/image32.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5" Type="http://schemas.openxmlformats.org/officeDocument/2006/relationships/image" Target="../media/image20.png"/><Relationship Id="rId4" Type="http://schemas.openxmlformats.org/officeDocument/2006/relationships/image" Target="../media/image19.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7"/>
          <p:cNvSpPr txBox="1">
            <a:spLocks noChangeArrowheads="1"/>
          </p:cNvSpPr>
          <p:nvPr userDrawn="1"/>
        </p:nvSpPr>
        <p:spPr bwMode="auto">
          <a:xfrm>
            <a:off x="152459" y="6553205"/>
            <a:ext cx="8824913" cy="307911"/>
          </a:xfrm>
          <a:prstGeom prst="rect">
            <a:avLst/>
          </a:prstGeom>
          <a:noFill/>
          <a:ln w="12700" cap="rnd">
            <a:noFill/>
            <a:miter lim="800000"/>
            <a:headEnd type="none" w="sm" len="sm"/>
            <a:tailEnd type="none" w="sm" len="sm"/>
          </a:ln>
          <a:effectLst/>
        </p:spPr>
        <p:txBody>
          <a:bodyPr lIns="90954" tIns="45480" rIns="90954" bIns="45480">
            <a:spAutoFit/>
          </a:bodyPr>
          <a:lstStyle/>
          <a:p>
            <a:pPr algn="ctr" eaLnBrk="0" hangingPunct="0">
              <a:defRPr/>
            </a:pPr>
            <a:endParaRPr lang="en-US" sz="1400" i="1">
              <a:solidFill>
                <a:srgbClr val="003399"/>
              </a:solidFill>
            </a:endParaRPr>
          </a:p>
        </p:txBody>
      </p:sp>
      <p:pic>
        <p:nvPicPr>
          <p:cNvPr id="5" name="Picture 11" descr="S&amp;T logo using"/>
          <p:cNvPicPr>
            <a:picLocks noChangeAspect="1" noChangeArrowheads="1"/>
          </p:cNvPicPr>
          <p:nvPr userDrawn="1"/>
        </p:nvPicPr>
        <p:blipFill>
          <a:blip r:embed="rId2" cstate="print"/>
          <a:srcRect l="3889" t="3612" r="4723" b="3334"/>
          <a:stretch>
            <a:fillRect/>
          </a:stretch>
        </p:blipFill>
        <p:spPr bwMode="auto">
          <a:xfrm>
            <a:off x="7292975" y="233387"/>
            <a:ext cx="1498600" cy="1450975"/>
          </a:xfrm>
          <a:prstGeom prst="rect">
            <a:avLst/>
          </a:prstGeom>
          <a:noFill/>
          <a:ln w="9525">
            <a:noFill/>
            <a:miter lim="800000"/>
            <a:headEnd/>
            <a:tailEnd/>
          </a:ln>
        </p:spPr>
      </p:pic>
      <p:pic>
        <p:nvPicPr>
          <p:cNvPr id="6" name="Picture 12" descr="TRMC DOD SEAL-small"/>
          <p:cNvPicPr>
            <a:picLocks noChangeAspect="1" noChangeArrowheads="1"/>
          </p:cNvPicPr>
          <p:nvPr userDrawn="1"/>
        </p:nvPicPr>
        <p:blipFill>
          <a:blip r:embed="rId3" cstate="print">
            <a:clrChange>
              <a:clrFrom>
                <a:srgbClr val="FFFFFF"/>
              </a:clrFrom>
              <a:clrTo>
                <a:srgbClr val="FFFFFF">
                  <a:alpha val="0"/>
                </a:srgbClr>
              </a:clrTo>
            </a:clrChange>
          </a:blip>
          <a:srcRect/>
          <a:stretch>
            <a:fillRect/>
          </a:stretch>
        </p:blipFill>
        <p:spPr bwMode="auto">
          <a:xfrm>
            <a:off x="430272" y="276225"/>
            <a:ext cx="1411287" cy="1325563"/>
          </a:xfrm>
          <a:prstGeom prst="rect">
            <a:avLst/>
          </a:prstGeom>
          <a:noFill/>
          <a:ln w="9525">
            <a:noFill/>
            <a:miter lim="800000"/>
            <a:headEnd/>
            <a:tailEnd/>
          </a:ln>
        </p:spPr>
      </p:pic>
      <p:sp>
        <p:nvSpPr>
          <p:cNvPr id="1000450" name="Rectangle 2"/>
          <p:cNvSpPr>
            <a:spLocks noGrp="1" noChangeArrowheads="1"/>
          </p:cNvSpPr>
          <p:nvPr>
            <p:ph type="ctrTitle"/>
          </p:nvPr>
        </p:nvSpPr>
        <p:spPr>
          <a:xfrm>
            <a:off x="685800" y="2130484"/>
            <a:ext cx="7772400" cy="1470025"/>
          </a:xfrm>
        </p:spPr>
        <p:txBody>
          <a:bodyPr/>
          <a:lstStyle>
            <a:lvl1pPr>
              <a:defRPr smtClean="0"/>
            </a:lvl1pPr>
          </a:lstStyle>
          <a:p>
            <a:r>
              <a:rPr lang="en-US" smtClean="0"/>
              <a:t>Click to edit Master title style</a:t>
            </a:r>
          </a:p>
        </p:txBody>
      </p:sp>
      <p:sp>
        <p:nvSpPr>
          <p:cNvPr id="1000451" name="Rectangle 3"/>
          <p:cNvSpPr>
            <a:spLocks noGrp="1" noChangeArrowheads="1"/>
          </p:cNvSpPr>
          <p:nvPr>
            <p:ph type="subTitle" idx="1"/>
          </p:nvPr>
        </p:nvSpPr>
        <p:spPr>
          <a:xfrm>
            <a:off x="1371600" y="3886200"/>
            <a:ext cx="6400800" cy="1752600"/>
          </a:xfrm>
        </p:spPr>
        <p:txBody>
          <a:bodyPr anchor="ctr"/>
          <a:lstStyle>
            <a:lvl1pPr marL="0" indent="0" algn="ctr">
              <a:buFontTx/>
              <a:buNone/>
              <a:defRPr smtClean="0"/>
            </a:lvl1pPr>
          </a:lstStyle>
          <a:p>
            <a:r>
              <a:rPr lang="en-US" smtClean="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3"/>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41"/>
            <a:ext cx="7772400" cy="1500187"/>
          </a:xfrm>
        </p:spPr>
        <p:txBody>
          <a:bodyPr anchor="b"/>
          <a:lstStyle>
            <a:lvl1pPr marL="0" indent="0">
              <a:buNone/>
              <a:defRPr sz="2000"/>
            </a:lvl1pPr>
            <a:lvl2pPr marL="454800" indent="0">
              <a:buNone/>
              <a:defRPr sz="1800"/>
            </a:lvl2pPr>
            <a:lvl3pPr marL="909604" indent="0">
              <a:buNone/>
              <a:defRPr sz="1600"/>
            </a:lvl3pPr>
            <a:lvl4pPr marL="1364398" indent="0">
              <a:buNone/>
              <a:defRPr sz="1400"/>
            </a:lvl4pPr>
            <a:lvl5pPr marL="1819209" indent="0">
              <a:buNone/>
              <a:defRPr sz="1400"/>
            </a:lvl5pPr>
            <a:lvl6pPr marL="2274013" indent="0">
              <a:buNone/>
              <a:defRPr sz="1400"/>
            </a:lvl6pPr>
            <a:lvl7pPr marL="2728807" indent="0">
              <a:buNone/>
              <a:defRPr sz="1400"/>
            </a:lvl7pPr>
            <a:lvl8pPr marL="3183618" indent="0">
              <a:buNone/>
              <a:defRPr sz="1400"/>
            </a:lvl8pPr>
            <a:lvl9pPr marL="3638424"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163638"/>
            <a:ext cx="4114800" cy="5414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163638"/>
            <a:ext cx="4114800" cy="5414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7"/>
            <a:ext cx="4040188" cy="639762"/>
          </a:xfrm>
        </p:spPr>
        <p:txBody>
          <a:bodyPr anchor="b"/>
          <a:lstStyle>
            <a:lvl1pPr marL="0" indent="0">
              <a:buNone/>
              <a:defRPr sz="2400" b="1"/>
            </a:lvl1pPr>
            <a:lvl2pPr marL="454800" indent="0">
              <a:buNone/>
              <a:defRPr sz="2000" b="1"/>
            </a:lvl2pPr>
            <a:lvl3pPr marL="909604" indent="0">
              <a:buNone/>
              <a:defRPr sz="1800" b="1"/>
            </a:lvl3pPr>
            <a:lvl4pPr marL="1364398" indent="0">
              <a:buNone/>
              <a:defRPr sz="1600" b="1"/>
            </a:lvl4pPr>
            <a:lvl5pPr marL="1819209" indent="0">
              <a:buNone/>
              <a:defRPr sz="1600" b="1"/>
            </a:lvl5pPr>
            <a:lvl6pPr marL="2274013" indent="0">
              <a:buNone/>
              <a:defRPr sz="1600" b="1"/>
            </a:lvl6pPr>
            <a:lvl7pPr marL="2728807" indent="0">
              <a:buNone/>
              <a:defRPr sz="1600" b="1"/>
            </a:lvl7pPr>
            <a:lvl8pPr marL="3183618" indent="0">
              <a:buNone/>
              <a:defRPr sz="1600" b="1"/>
            </a:lvl8pPr>
            <a:lvl9pPr marL="363842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9"/>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33" y="1535117"/>
            <a:ext cx="4041775" cy="639762"/>
          </a:xfrm>
        </p:spPr>
        <p:txBody>
          <a:bodyPr anchor="b"/>
          <a:lstStyle>
            <a:lvl1pPr marL="0" indent="0">
              <a:buNone/>
              <a:defRPr sz="2400" b="1"/>
            </a:lvl1pPr>
            <a:lvl2pPr marL="454800" indent="0">
              <a:buNone/>
              <a:defRPr sz="2000" b="1"/>
            </a:lvl2pPr>
            <a:lvl3pPr marL="909604" indent="0">
              <a:buNone/>
              <a:defRPr sz="1800" b="1"/>
            </a:lvl3pPr>
            <a:lvl4pPr marL="1364398" indent="0">
              <a:buNone/>
              <a:defRPr sz="1600" b="1"/>
            </a:lvl4pPr>
            <a:lvl5pPr marL="1819209" indent="0">
              <a:buNone/>
              <a:defRPr sz="1600" b="1"/>
            </a:lvl5pPr>
            <a:lvl6pPr marL="2274013" indent="0">
              <a:buNone/>
              <a:defRPr sz="1600" b="1"/>
            </a:lvl6pPr>
            <a:lvl7pPr marL="2728807" indent="0">
              <a:buNone/>
              <a:defRPr sz="1600" b="1"/>
            </a:lvl7pPr>
            <a:lvl8pPr marL="3183618" indent="0">
              <a:buNone/>
              <a:defRPr sz="1600" b="1"/>
            </a:lvl8pPr>
            <a:lvl9pPr marL="363842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3" y="2174879"/>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59"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109"/>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59" y="1435113"/>
            <a:ext cx="3008313" cy="4691063"/>
          </a:xfrm>
        </p:spPr>
        <p:txBody>
          <a:bodyPr/>
          <a:lstStyle>
            <a:lvl1pPr marL="0" indent="0">
              <a:buNone/>
              <a:defRPr sz="1400"/>
            </a:lvl1pPr>
            <a:lvl2pPr marL="454800" indent="0">
              <a:buNone/>
              <a:defRPr sz="1200"/>
            </a:lvl2pPr>
            <a:lvl3pPr marL="909604" indent="0">
              <a:buNone/>
              <a:defRPr sz="1000"/>
            </a:lvl3pPr>
            <a:lvl4pPr marL="1364398" indent="0">
              <a:buNone/>
              <a:defRPr sz="900"/>
            </a:lvl4pPr>
            <a:lvl5pPr marL="1819209" indent="0">
              <a:buNone/>
              <a:defRPr sz="900"/>
            </a:lvl5pPr>
            <a:lvl6pPr marL="2274013" indent="0">
              <a:buNone/>
              <a:defRPr sz="900"/>
            </a:lvl6pPr>
            <a:lvl7pPr marL="2728807" indent="0">
              <a:buNone/>
              <a:defRPr sz="900"/>
            </a:lvl7pPr>
            <a:lvl8pPr marL="3183618" indent="0">
              <a:buNone/>
              <a:defRPr sz="900"/>
            </a:lvl8pPr>
            <a:lvl9pPr marL="3638424"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4"/>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4800" indent="0">
              <a:buNone/>
              <a:defRPr sz="2800"/>
            </a:lvl2pPr>
            <a:lvl3pPr marL="909604" indent="0">
              <a:buNone/>
              <a:defRPr sz="2400"/>
            </a:lvl3pPr>
            <a:lvl4pPr marL="1364398" indent="0">
              <a:buNone/>
              <a:defRPr sz="2000"/>
            </a:lvl4pPr>
            <a:lvl5pPr marL="1819209" indent="0">
              <a:buNone/>
              <a:defRPr sz="2000"/>
            </a:lvl5pPr>
            <a:lvl6pPr marL="2274013" indent="0">
              <a:buNone/>
              <a:defRPr sz="2000"/>
            </a:lvl6pPr>
            <a:lvl7pPr marL="2728807" indent="0">
              <a:buNone/>
              <a:defRPr sz="2000"/>
            </a:lvl7pPr>
            <a:lvl8pPr marL="3183618" indent="0">
              <a:buNone/>
              <a:defRPr sz="2000"/>
            </a:lvl8pPr>
            <a:lvl9pPr marL="3638424" indent="0">
              <a:buNone/>
              <a:defRPr sz="2000"/>
            </a:lvl9pPr>
          </a:lstStyle>
          <a:p>
            <a:pPr lvl="0"/>
            <a:endParaRPr lang="en-US" noProof="0"/>
          </a:p>
        </p:txBody>
      </p:sp>
      <p:sp>
        <p:nvSpPr>
          <p:cNvPr id="4" name="Text Placeholder 3"/>
          <p:cNvSpPr>
            <a:spLocks noGrp="1"/>
          </p:cNvSpPr>
          <p:nvPr>
            <p:ph type="body" sz="half" idx="2"/>
          </p:nvPr>
        </p:nvSpPr>
        <p:spPr>
          <a:xfrm>
            <a:off x="1792288" y="5367342"/>
            <a:ext cx="5486400" cy="804862"/>
          </a:xfrm>
        </p:spPr>
        <p:txBody>
          <a:bodyPr/>
          <a:lstStyle>
            <a:lvl1pPr marL="0" indent="0">
              <a:buNone/>
              <a:defRPr sz="1400"/>
            </a:lvl1pPr>
            <a:lvl2pPr marL="454800" indent="0">
              <a:buNone/>
              <a:defRPr sz="1200"/>
            </a:lvl2pPr>
            <a:lvl3pPr marL="909604" indent="0">
              <a:buNone/>
              <a:defRPr sz="1000"/>
            </a:lvl3pPr>
            <a:lvl4pPr marL="1364398" indent="0">
              <a:buNone/>
              <a:defRPr sz="900"/>
            </a:lvl4pPr>
            <a:lvl5pPr marL="1819209" indent="0">
              <a:buNone/>
              <a:defRPr sz="900"/>
            </a:lvl5pPr>
            <a:lvl6pPr marL="2274013" indent="0">
              <a:buNone/>
              <a:defRPr sz="900"/>
            </a:lvl6pPr>
            <a:lvl7pPr marL="2728807" indent="0">
              <a:buNone/>
              <a:defRPr sz="900"/>
            </a:lvl7pPr>
            <a:lvl8pPr marL="3183618" indent="0">
              <a:buNone/>
              <a:defRPr sz="900"/>
            </a:lvl8pPr>
            <a:lvl9pPr marL="3638424" indent="0">
              <a:buNone/>
              <a:defRPr sz="900"/>
            </a:lvl9pPr>
          </a:lstStyle>
          <a:p>
            <a:pPr lvl="0"/>
            <a:r>
              <a:rPr lang="en-US" smtClean="0"/>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7500" y="241308"/>
            <a:ext cx="2095500" cy="63373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241308"/>
            <a:ext cx="6134100" cy="63373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066800" y="241300"/>
            <a:ext cx="7010400" cy="639763"/>
          </a:xfrm>
        </p:spPr>
        <p:txBody>
          <a:bodyPr/>
          <a:lstStyle/>
          <a:p>
            <a:r>
              <a:rPr lang="en-US"/>
              <a:t>Click to edit Master title style</a:t>
            </a:r>
          </a:p>
        </p:txBody>
      </p:sp>
      <p:sp>
        <p:nvSpPr>
          <p:cNvPr id="3" name="Table Placeholder 2"/>
          <p:cNvSpPr>
            <a:spLocks noGrp="1"/>
          </p:cNvSpPr>
          <p:nvPr>
            <p:ph type="tbl" idx="1"/>
          </p:nvPr>
        </p:nvSpPr>
        <p:spPr>
          <a:xfrm>
            <a:off x="381000" y="1163638"/>
            <a:ext cx="8382000" cy="5414962"/>
          </a:xfrm>
        </p:spPr>
        <p:txBody>
          <a:bodyPr/>
          <a:lstStyle/>
          <a:p>
            <a:pPr lvl="0"/>
            <a:endParaRPr lang="en-US"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84"/>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4800" indent="0" algn="ctr">
              <a:buNone/>
              <a:defRPr/>
            </a:lvl2pPr>
            <a:lvl3pPr marL="909604" indent="0" algn="ctr">
              <a:buNone/>
              <a:defRPr/>
            </a:lvl3pPr>
            <a:lvl4pPr marL="1364398" indent="0" algn="ctr">
              <a:buNone/>
              <a:defRPr/>
            </a:lvl4pPr>
            <a:lvl5pPr marL="1819209" indent="0" algn="ctr">
              <a:buNone/>
              <a:defRPr/>
            </a:lvl5pPr>
            <a:lvl6pPr marL="2274013" indent="0" algn="ctr">
              <a:buNone/>
              <a:defRPr/>
            </a:lvl6pPr>
            <a:lvl7pPr marL="2728807" indent="0" algn="ctr">
              <a:buNone/>
              <a:defRPr/>
            </a:lvl7pPr>
            <a:lvl8pPr marL="3183618" indent="0" algn="ctr">
              <a:buNone/>
              <a:defRPr/>
            </a:lvl8pPr>
            <a:lvl9pPr marL="3638424" indent="0" algn="ctr">
              <a:buNone/>
              <a:defRPr/>
            </a:lvl9pPr>
          </a:lstStyle>
          <a:p>
            <a:r>
              <a:rPr lang="en-US"/>
              <a:t>Click to edit Master subtitle style</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84"/>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4800" indent="0" algn="ctr">
              <a:buNone/>
              <a:defRPr>
                <a:solidFill>
                  <a:schemeClr val="tx1">
                    <a:tint val="75000"/>
                  </a:schemeClr>
                </a:solidFill>
              </a:defRPr>
            </a:lvl2pPr>
            <a:lvl3pPr marL="909604" indent="0" algn="ctr">
              <a:buNone/>
              <a:defRPr>
                <a:solidFill>
                  <a:schemeClr val="tx1">
                    <a:tint val="75000"/>
                  </a:schemeClr>
                </a:solidFill>
              </a:defRPr>
            </a:lvl3pPr>
            <a:lvl4pPr marL="1364398" indent="0" algn="ctr">
              <a:buNone/>
              <a:defRPr>
                <a:solidFill>
                  <a:schemeClr val="tx1">
                    <a:tint val="75000"/>
                  </a:schemeClr>
                </a:solidFill>
              </a:defRPr>
            </a:lvl4pPr>
            <a:lvl5pPr marL="1819209" indent="0" algn="ctr">
              <a:buNone/>
              <a:defRPr>
                <a:solidFill>
                  <a:schemeClr val="tx1">
                    <a:tint val="75000"/>
                  </a:schemeClr>
                </a:solidFill>
              </a:defRPr>
            </a:lvl5pPr>
            <a:lvl6pPr marL="2274013" indent="0" algn="ctr">
              <a:buNone/>
              <a:defRPr>
                <a:solidFill>
                  <a:schemeClr val="tx1">
                    <a:tint val="75000"/>
                  </a:schemeClr>
                </a:solidFill>
              </a:defRPr>
            </a:lvl6pPr>
            <a:lvl7pPr marL="2728807" indent="0" algn="ctr">
              <a:buNone/>
              <a:defRPr>
                <a:solidFill>
                  <a:schemeClr val="tx1">
                    <a:tint val="75000"/>
                  </a:schemeClr>
                </a:solidFill>
              </a:defRPr>
            </a:lvl7pPr>
            <a:lvl8pPr marL="3183618" indent="0" algn="ctr">
              <a:buNone/>
              <a:defRPr>
                <a:solidFill>
                  <a:schemeClr val="tx1">
                    <a:tint val="75000"/>
                  </a:schemeClr>
                </a:solidFill>
              </a:defRPr>
            </a:lvl8pPr>
            <a:lvl9pPr marL="3638424"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85C9EF0E-ECE6-42D6-BD99-3A5C1A5876B7}" type="datetimeFigureOut">
              <a:rPr lang="en-US"/>
              <a:pPr>
                <a:defRPr/>
              </a:pPr>
              <a:t>1/31/2022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98B66E2-0F1C-4248-867A-D9048BA8F2EA}"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62E27B4-7AD7-4E29-9C16-D94C949F62B9}" type="datetimeFigureOut">
              <a:rPr lang="en-US"/>
              <a:pPr>
                <a:defRPr/>
              </a:pPr>
              <a:t>1/31/2022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2BBDDB7-9932-49BA-8D3A-09326A6D3963}"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3"/>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41"/>
            <a:ext cx="7772400" cy="1500187"/>
          </a:xfrm>
        </p:spPr>
        <p:txBody>
          <a:bodyPr anchor="b"/>
          <a:lstStyle>
            <a:lvl1pPr marL="0" indent="0">
              <a:buNone/>
              <a:defRPr sz="2000">
                <a:solidFill>
                  <a:schemeClr val="tx1">
                    <a:tint val="75000"/>
                  </a:schemeClr>
                </a:solidFill>
              </a:defRPr>
            </a:lvl1pPr>
            <a:lvl2pPr marL="454800" indent="0">
              <a:buNone/>
              <a:defRPr sz="1800">
                <a:solidFill>
                  <a:schemeClr val="tx1">
                    <a:tint val="75000"/>
                  </a:schemeClr>
                </a:solidFill>
              </a:defRPr>
            </a:lvl2pPr>
            <a:lvl3pPr marL="909604" indent="0">
              <a:buNone/>
              <a:defRPr sz="1600">
                <a:solidFill>
                  <a:schemeClr val="tx1">
                    <a:tint val="75000"/>
                  </a:schemeClr>
                </a:solidFill>
              </a:defRPr>
            </a:lvl3pPr>
            <a:lvl4pPr marL="1364398" indent="0">
              <a:buNone/>
              <a:defRPr sz="1400">
                <a:solidFill>
                  <a:schemeClr val="tx1">
                    <a:tint val="75000"/>
                  </a:schemeClr>
                </a:solidFill>
              </a:defRPr>
            </a:lvl4pPr>
            <a:lvl5pPr marL="1819209" indent="0">
              <a:buNone/>
              <a:defRPr sz="1400">
                <a:solidFill>
                  <a:schemeClr val="tx1">
                    <a:tint val="75000"/>
                  </a:schemeClr>
                </a:solidFill>
              </a:defRPr>
            </a:lvl5pPr>
            <a:lvl6pPr marL="2274013" indent="0">
              <a:buNone/>
              <a:defRPr sz="1400">
                <a:solidFill>
                  <a:schemeClr val="tx1">
                    <a:tint val="75000"/>
                  </a:schemeClr>
                </a:solidFill>
              </a:defRPr>
            </a:lvl6pPr>
            <a:lvl7pPr marL="2728807" indent="0">
              <a:buNone/>
              <a:defRPr sz="1400">
                <a:solidFill>
                  <a:schemeClr val="tx1">
                    <a:tint val="75000"/>
                  </a:schemeClr>
                </a:solidFill>
              </a:defRPr>
            </a:lvl7pPr>
            <a:lvl8pPr marL="3183618" indent="0">
              <a:buNone/>
              <a:defRPr sz="1400">
                <a:solidFill>
                  <a:schemeClr val="tx1">
                    <a:tint val="75000"/>
                  </a:schemeClr>
                </a:solidFill>
              </a:defRPr>
            </a:lvl8pPr>
            <a:lvl9pPr marL="3638424"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BEB6C30-952A-424C-820B-1E0C17BC2F59}" type="datetimeFigureOut">
              <a:rPr lang="en-US"/>
              <a:pPr>
                <a:defRPr/>
              </a:pPr>
              <a:t>1/31/2022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8771678-EC91-423C-8A04-B7A113F3D262}"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D0AB6F9F-774A-4794-93D6-0F01F5880346}" type="datetimeFigureOut">
              <a:rPr lang="en-US"/>
              <a:pPr>
                <a:defRPr/>
              </a:pPr>
              <a:t>1/31/2022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5C26694-83B0-4141-8063-0CF56DE92513}"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7"/>
            <a:ext cx="4040188" cy="639762"/>
          </a:xfrm>
        </p:spPr>
        <p:txBody>
          <a:bodyPr anchor="b"/>
          <a:lstStyle>
            <a:lvl1pPr marL="0" indent="0">
              <a:buNone/>
              <a:defRPr sz="2400" b="1"/>
            </a:lvl1pPr>
            <a:lvl2pPr marL="454800" indent="0">
              <a:buNone/>
              <a:defRPr sz="2000" b="1"/>
            </a:lvl2pPr>
            <a:lvl3pPr marL="909604" indent="0">
              <a:buNone/>
              <a:defRPr sz="1800" b="1"/>
            </a:lvl3pPr>
            <a:lvl4pPr marL="1364398" indent="0">
              <a:buNone/>
              <a:defRPr sz="1600" b="1"/>
            </a:lvl4pPr>
            <a:lvl5pPr marL="1819209" indent="0">
              <a:buNone/>
              <a:defRPr sz="1600" b="1"/>
            </a:lvl5pPr>
            <a:lvl6pPr marL="2274013" indent="0">
              <a:buNone/>
              <a:defRPr sz="1600" b="1"/>
            </a:lvl6pPr>
            <a:lvl7pPr marL="2728807" indent="0">
              <a:buNone/>
              <a:defRPr sz="1600" b="1"/>
            </a:lvl7pPr>
            <a:lvl8pPr marL="3183618" indent="0">
              <a:buNone/>
              <a:defRPr sz="1600" b="1"/>
            </a:lvl8pPr>
            <a:lvl9pPr marL="363842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9"/>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33" y="1535117"/>
            <a:ext cx="4041775" cy="639762"/>
          </a:xfrm>
        </p:spPr>
        <p:txBody>
          <a:bodyPr anchor="b"/>
          <a:lstStyle>
            <a:lvl1pPr marL="0" indent="0">
              <a:buNone/>
              <a:defRPr sz="2400" b="1"/>
            </a:lvl1pPr>
            <a:lvl2pPr marL="454800" indent="0">
              <a:buNone/>
              <a:defRPr sz="2000" b="1"/>
            </a:lvl2pPr>
            <a:lvl3pPr marL="909604" indent="0">
              <a:buNone/>
              <a:defRPr sz="1800" b="1"/>
            </a:lvl3pPr>
            <a:lvl4pPr marL="1364398" indent="0">
              <a:buNone/>
              <a:defRPr sz="1600" b="1"/>
            </a:lvl4pPr>
            <a:lvl5pPr marL="1819209" indent="0">
              <a:buNone/>
              <a:defRPr sz="1600" b="1"/>
            </a:lvl5pPr>
            <a:lvl6pPr marL="2274013" indent="0">
              <a:buNone/>
              <a:defRPr sz="1600" b="1"/>
            </a:lvl6pPr>
            <a:lvl7pPr marL="2728807" indent="0">
              <a:buNone/>
              <a:defRPr sz="1600" b="1"/>
            </a:lvl7pPr>
            <a:lvl8pPr marL="3183618" indent="0">
              <a:buNone/>
              <a:defRPr sz="1600" b="1"/>
            </a:lvl8pPr>
            <a:lvl9pPr marL="363842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3" y="2174879"/>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B8BF069-BE6E-4B89-B0E6-AD66A575853E}" type="datetimeFigureOut">
              <a:rPr lang="en-US"/>
              <a:pPr>
                <a:defRPr/>
              </a:pPr>
              <a:t>1/31/2022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E99AAFA-CEDD-476C-9524-89650CF02A6D}" type="slidenum">
              <a:rPr lang="en-US"/>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21CFF210-927E-44A7-B60E-D9B4C64FB932}" type="datetimeFigureOut">
              <a:rPr lang="en-US"/>
              <a:pPr>
                <a:defRPr/>
              </a:pPr>
              <a:t>1/31/2022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FBC608A-5F91-407B-BF5B-70107C21C936}" type="slidenum">
              <a:rPr lang="en-US"/>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C6BA9B71-E085-4CB9-AE18-8A8E19D72075}" type="datetimeFigureOut">
              <a:rPr lang="en-US"/>
              <a:pPr>
                <a:defRPr/>
              </a:pPr>
              <a:t>1/31/2022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C47A5C48-B7C2-4C89-A2F1-468B72C3ACC9}" type="slidenum">
              <a:rPr lang="en-US"/>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59"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109"/>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59" y="1435113"/>
            <a:ext cx="3008313" cy="4691063"/>
          </a:xfrm>
        </p:spPr>
        <p:txBody>
          <a:bodyPr/>
          <a:lstStyle>
            <a:lvl1pPr marL="0" indent="0">
              <a:buNone/>
              <a:defRPr sz="1400"/>
            </a:lvl1pPr>
            <a:lvl2pPr marL="454800" indent="0">
              <a:buNone/>
              <a:defRPr sz="1200"/>
            </a:lvl2pPr>
            <a:lvl3pPr marL="909604" indent="0">
              <a:buNone/>
              <a:defRPr sz="1000"/>
            </a:lvl3pPr>
            <a:lvl4pPr marL="1364398" indent="0">
              <a:buNone/>
              <a:defRPr sz="900"/>
            </a:lvl4pPr>
            <a:lvl5pPr marL="1819209" indent="0">
              <a:buNone/>
              <a:defRPr sz="900"/>
            </a:lvl5pPr>
            <a:lvl6pPr marL="2274013" indent="0">
              <a:buNone/>
              <a:defRPr sz="900"/>
            </a:lvl6pPr>
            <a:lvl7pPr marL="2728807" indent="0">
              <a:buNone/>
              <a:defRPr sz="900"/>
            </a:lvl7pPr>
            <a:lvl8pPr marL="3183618" indent="0">
              <a:buNone/>
              <a:defRPr sz="900"/>
            </a:lvl8pPr>
            <a:lvl9pPr marL="3638424"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16BCD6D3-960B-4190-9A55-210AA290DB1B}" type="datetimeFigureOut">
              <a:rPr lang="en-US"/>
              <a:pPr>
                <a:defRPr/>
              </a:pPr>
              <a:t>1/31/2022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191C54A-3F6A-4338-B2C4-84F5930ECCB9}" type="slidenum">
              <a:rPr lang="en-US"/>
              <a:pPr>
                <a:defRPr/>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4"/>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4800" indent="0">
              <a:buNone/>
              <a:defRPr sz="2800"/>
            </a:lvl2pPr>
            <a:lvl3pPr marL="909604" indent="0">
              <a:buNone/>
              <a:defRPr sz="2400"/>
            </a:lvl3pPr>
            <a:lvl4pPr marL="1364398" indent="0">
              <a:buNone/>
              <a:defRPr sz="2000"/>
            </a:lvl4pPr>
            <a:lvl5pPr marL="1819209" indent="0">
              <a:buNone/>
              <a:defRPr sz="2000"/>
            </a:lvl5pPr>
            <a:lvl6pPr marL="2274013" indent="0">
              <a:buNone/>
              <a:defRPr sz="2000"/>
            </a:lvl6pPr>
            <a:lvl7pPr marL="2728807" indent="0">
              <a:buNone/>
              <a:defRPr sz="2000"/>
            </a:lvl7pPr>
            <a:lvl8pPr marL="3183618" indent="0">
              <a:buNone/>
              <a:defRPr sz="2000"/>
            </a:lvl8pPr>
            <a:lvl9pPr marL="3638424" indent="0">
              <a:buNone/>
              <a:defRPr sz="2000"/>
            </a:lvl9pPr>
          </a:lstStyle>
          <a:p>
            <a:pPr lvl="0"/>
            <a:endParaRPr lang="en-US" noProof="0" smtClean="0"/>
          </a:p>
        </p:txBody>
      </p:sp>
      <p:sp>
        <p:nvSpPr>
          <p:cNvPr id="4" name="Text Placeholder 3"/>
          <p:cNvSpPr>
            <a:spLocks noGrp="1"/>
          </p:cNvSpPr>
          <p:nvPr>
            <p:ph type="body" sz="half" idx="2"/>
          </p:nvPr>
        </p:nvSpPr>
        <p:spPr>
          <a:xfrm>
            <a:off x="1792288" y="5367342"/>
            <a:ext cx="5486400" cy="804862"/>
          </a:xfrm>
        </p:spPr>
        <p:txBody>
          <a:bodyPr/>
          <a:lstStyle>
            <a:lvl1pPr marL="0" indent="0">
              <a:buNone/>
              <a:defRPr sz="1400"/>
            </a:lvl1pPr>
            <a:lvl2pPr marL="454800" indent="0">
              <a:buNone/>
              <a:defRPr sz="1200"/>
            </a:lvl2pPr>
            <a:lvl3pPr marL="909604" indent="0">
              <a:buNone/>
              <a:defRPr sz="1000"/>
            </a:lvl3pPr>
            <a:lvl4pPr marL="1364398" indent="0">
              <a:buNone/>
              <a:defRPr sz="900"/>
            </a:lvl4pPr>
            <a:lvl5pPr marL="1819209" indent="0">
              <a:buNone/>
              <a:defRPr sz="900"/>
            </a:lvl5pPr>
            <a:lvl6pPr marL="2274013" indent="0">
              <a:buNone/>
              <a:defRPr sz="900"/>
            </a:lvl6pPr>
            <a:lvl7pPr marL="2728807" indent="0">
              <a:buNone/>
              <a:defRPr sz="900"/>
            </a:lvl7pPr>
            <a:lvl8pPr marL="3183618" indent="0">
              <a:buNone/>
              <a:defRPr sz="900"/>
            </a:lvl8pPr>
            <a:lvl9pPr marL="3638424"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10294AF8-7E50-4CDB-9C71-02B529D2BBF7}" type="datetimeFigureOut">
              <a:rPr lang="en-US"/>
              <a:pPr>
                <a:defRPr/>
              </a:pPr>
              <a:t>1/31/2022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F605A60-6365-4FC9-A11A-BF26BFFA51A4}" type="slidenum">
              <a:rPr lang="en-US"/>
              <a:pPr>
                <a:defRPr/>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4A9CCF02-9783-457A-8499-6E1E7F86515A}" type="datetimeFigureOut">
              <a:rPr lang="en-US"/>
              <a:pPr>
                <a:defRPr/>
              </a:pPr>
              <a:t>1/31/2022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2243E6F-7B12-4B53-AD7E-36D2CEC974DC}" type="slidenum">
              <a:rPr lang="en-US"/>
              <a:pPr>
                <a:defRPr/>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97"/>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97"/>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1B2D397-7F32-42F0-A058-29E26E7303E5}" type="datetimeFigureOut">
              <a:rPr lang="en-US"/>
              <a:pPr>
                <a:defRPr/>
              </a:pPr>
              <a:t>1/31/2022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3051D94-539B-4745-A26F-0583A09BBCDF}" type="slidenum">
              <a:rPr lang="en-US"/>
              <a:pPr>
                <a:defRPr/>
              </a:pPr>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7"/>
          <p:cNvSpPr txBox="1">
            <a:spLocks noChangeArrowheads="1"/>
          </p:cNvSpPr>
          <p:nvPr userDrawn="1"/>
        </p:nvSpPr>
        <p:spPr bwMode="auto">
          <a:xfrm>
            <a:off x="152433" y="6553205"/>
            <a:ext cx="8824913" cy="307911"/>
          </a:xfrm>
          <a:prstGeom prst="rect">
            <a:avLst/>
          </a:prstGeom>
          <a:noFill/>
          <a:ln w="12700" cap="rnd">
            <a:noFill/>
            <a:miter lim="800000"/>
            <a:headEnd type="none" w="sm" len="sm"/>
            <a:tailEnd type="none" w="sm" len="sm"/>
          </a:ln>
          <a:effectLst/>
        </p:spPr>
        <p:txBody>
          <a:bodyPr lIns="91168" tIns="45585" rIns="91168" bIns="45585">
            <a:spAutoFit/>
          </a:bodyPr>
          <a:lstStyle/>
          <a:p>
            <a:pPr algn="ctr" eaLnBrk="0" hangingPunct="0">
              <a:defRPr/>
            </a:pPr>
            <a:endParaRPr lang="en-US" sz="1400" i="1">
              <a:solidFill>
                <a:srgbClr val="003399"/>
              </a:solidFill>
            </a:endParaRPr>
          </a:p>
        </p:txBody>
      </p:sp>
      <p:pic>
        <p:nvPicPr>
          <p:cNvPr id="5" name="Picture 11" descr="S&amp;T logo using"/>
          <p:cNvPicPr>
            <a:picLocks noChangeAspect="1" noChangeArrowheads="1"/>
          </p:cNvPicPr>
          <p:nvPr userDrawn="1"/>
        </p:nvPicPr>
        <p:blipFill>
          <a:blip r:embed="rId2" cstate="print"/>
          <a:srcRect l="3889" t="3612" r="4723" b="3334"/>
          <a:stretch>
            <a:fillRect/>
          </a:stretch>
        </p:blipFill>
        <p:spPr bwMode="auto">
          <a:xfrm>
            <a:off x="7292975" y="233387"/>
            <a:ext cx="1498600" cy="1450975"/>
          </a:xfrm>
          <a:prstGeom prst="rect">
            <a:avLst/>
          </a:prstGeom>
          <a:noFill/>
          <a:ln w="9525">
            <a:noFill/>
            <a:miter lim="800000"/>
            <a:headEnd/>
            <a:tailEnd/>
          </a:ln>
        </p:spPr>
      </p:pic>
      <p:pic>
        <p:nvPicPr>
          <p:cNvPr id="6" name="Picture 12" descr="TRMC DOD SEAL-small"/>
          <p:cNvPicPr>
            <a:picLocks noChangeAspect="1" noChangeArrowheads="1"/>
          </p:cNvPicPr>
          <p:nvPr userDrawn="1"/>
        </p:nvPicPr>
        <p:blipFill>
          <a:blip r:embed="rId3" cstate="print">
            <a:clrChange>
              <a:clrFrom>
                <a:srgbClr val="FFFFFF"/>
              </a:clrFrom>
              <a:clrTo>
                <a:srgbClr val="FFFFFF">
                  <a:alpha val="0"/>
                </a:srgbClr>
              </a:clrTo>
            </a:clrChange>
          </a:blip>
          <a:srcRect/>
          <a:stretch>
            <a:fillRect/>
          </a:stretch>
        </p:blipFill>
        <p:spPr bwMode="auto">
          <a:xfrm>
            <a:off x="430246" y="276225"/>
            <a:ext cx="1411287" cy="1325563"/>
          </a:xfrm>
          <a:prstGeom prst="rect">
            <a:avLst/>
          </a:prstGeom>
          <a:noFill/>
          <a:ln w="9525">
            <a:noFill/>
            <a:miter lim="800000"/>
            <a:headEnd/>
            <a:tailEnd/>
          </a:ln>
        </p:spPr>
      </p:pic>
      <p:sp>
        <p:nvSpPr>
          <p:cNvPr id="1000450" name="Rectangle 2"/>
          <p:cNvSpPr>
            <a:spLocks noGrp="1" noChangeArrowheads="1"/>
          </p:cNvSpPr>
          <p:nvPr>
            <p:ph type="ctrTitle"/>
          </p:nvPr>
        </p:nvSpPr>
        <p:spPr>
          <a:xfrm>
            <a:off x="685800" y="2130458"/>
            <a:ext cx="7772400" cy="1470025"/>
          </a:xfrm>
        </p:spPr>
        <p:txBody>
          <a:bodyPr/>
          <a:lstStyle>
            <a:lvl1pPr>
              <a:defRPr smtClean="0"/>
            </a:lvl1pPr>
          </a:lstStyle>
          <a:p>
            <a:r>
              <a:rPr lang="en-US" smtClean="0"/>
              <a:t>Click to edit Master title style</a:t>
            </a:r>
          </a:p>
        </p:txBody>
      </p:sp>
      <p:sp>
        <p:nvSpPr>
          <p:cNvPr id="1000451" name="Rectangle 3"/>
          <p:cNvSpPr>
            <a:spLocks noGrp="1" noChangeArrowheads="1"/>
          </p:cNvSpPr>
          <p:nvPr>
            <p:ph type="subTitle" idx="1"/>
          </p:nvPr>
        </p:nvSpPr>
        <p:spPr>
          <a:xfrm>
            <a:off x="1371600" y="3886200"/>
            <a:ext cx="6400800" cy="1752600"/>
          </a:xfrm>
        </p:spPr>
        <p:txBody>
          <a:bodyPr anchor="ctr"/>
          <a:lstStyle>
            <a:lvl1pPr marL="0" indent="0" algn="ctr">
              <a:buFontTx/>
              <a:buNone/>
              <a:defRPr smtClean="0"/>
            </a:lvl1pPr>
          </a:lstStyle>
          <a:p>
            <a:r>
              <a:rPr lang="en-US" smtClean="0"/>
              <a:t>Click to edit Master subtitle style</a:t>
            </a:r>
          </a:p>
        </p:txBody>
      </p:sp>
    </p:spTree>
    <p:extLst>
      <p:ext uri="{BB962C8B-B14F-4D97-AF65-F5344CB8AC3E}">
        <p14:creationId xmlns:p14="http://schemas.microsoft.com/office/powerpoint/2010/main" val="7531688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0354253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3"/>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41"/>
            <a:ext cx="7772400" cy="1500187"/>
          </a:xfrm>
        </p:spPr>
        <p:txBody>
          <a:bodyPr anchor="b"/>
          <a:lstStyle>
            <a:lvl1pPr marL="0" indent="0">
              <a:buNone/>
              <a:defRPr sz="2000"/>
            </a:lvl1pPr>
            <a:lvl2pPr marL="455856" indent="0">
              <a:buNone/>
              <a:defRPr sz="1800"/>
            </a:lvl2pPr>
            <a:lvl3pPr marL="911713" indent="0">
              <a:buNone/>
              <a:defRPr sz="1600"/>
            </a:lvl3pPr>
            <a:lvl4pPr marL="1367566" indent="0">
              <a:buNone/>
              <a:defRPr sz="1400"/>
            </a:lvl4pPr>
            <a:lvl5pPr marL="1823428" indent="0">
              <a:buNone/>
              <a:defRPr sz="1400"/>
            </a:lvl5pPr>
            <a:lvl6pPr marL="2279288" indent="0">
              <a:buNone/>
              <a:defRPr sz="1400"/>
            </a:lvl6pPr>
            <a:lvl7pPr marL="2735139" indent="0">
              <a:buNone/>
              <a:defRPr sz="1400"/>
            </a:lvl7pPr>
            <a:lvl8pPr marL="3191001" indent="0">
              <a:buNone/>
              <a:defRPr sz="1400"/>
            </a:lvl8pPr>
            <a:lvl9pPr marL="3646861" indent="0">
              <a:buNone/>
              <a:defRPr sz="1400"/>
            </a:lvl9pPr>
          </a:lstStyle>
          <a:p>
            <a:pPr lvl="0"/>
            <a:r>
              <a:rPr lang="en-US" smtClean="0"/>
              <a:t>Click to edit Master text styles</a:t>
            </a:r>
          </a:p>
        </p:txBody>
      </p:sp>
    </p:spTree>
    <p:extLst>
      <p:ext uri="{BB962C8B-B14F-4D97-AF65-F5344CB8AC3E}">
        <p14:creationId xmlns:p14="http://schemas.microsoft.com/office/powerpoint/2010/main" val="29337428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163638"/>
            <a:ext cx="4114800" cy="5414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163638"/>
            <a:ext cx="4114800" cy="5414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551503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7"/>
            <a:ext cx="4040188" cy="639762"/>
          </a:xfrm>
        </p:spPr>
        <p:txBody>
          <a:bodyPr anchor="b"/>
          <a:lstStyle>
            <a:lvl1pPr marL="0" indent="0">
              <a:buNone/>
              <a:defRPr sz="2400" b="1"/>
            </a:lvl1pPr>
            <a:lvl2pPr marL="455856" indent="0">
              <a:buNone/>
              <a:defRPr sz="2000" b="1"/>
            </a:lvl2pPr>
            <a:lvl3pPr marL="911713" indent="0">
              <a:buNone/>
              <a:defRPr sz="1800" b="1"/>
            </a:lvl3pPr>
            <a:lvl4pPr marL="1367566" indent="0">
              <a:buNone/>
              <a:defRPr sz="1600" b="1"/>
            </a:lvl4pPr>
            <a:lvl5pPr marL="1823428" indent="0">
              <a:buNone/>
              <a:defRPr sz="1600" b="1"/>
            </a:lvl5pPr>
            <a:lvl6pPr marL="2279288" indent="0">
              <a:buNone/>
              <a:defRPr sz="1600" b="1"/>
            </a:lvl6pPr>
            <a:lvl7pPr marL="2735139" indent="0">
              <a:buNone/>
              <a:defRPr sz="1600" b="1"/>
            </a:lvl7pPr>
            <a:lvl8pPr marL="3191001" indent="0">
              <a:buNone/>
              <a:defRPr sz="1600" b="1"/>
            </a:lvl8pPr>
            <a:lvl9pPr marL="3646861"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9"/>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33" y="1535117"/>
            <a:ext cx="4041775" cy="639762"/>
          </a:xfrm>
        </p:spPr>
        <p:txBody>
          <a:bodyPr anchor="b"/>
          <a:lstStyle>
            <a:lvl1pPr marL="0" indent="0">
              <a:buNone/>
              <a:defRPr sz="2400" b="1"/>
            </a:lvl1pPr>
            <a:lvl2pPr marL="455856" indent="0">
              <a:buNone/>
              <a:defRPr sz="2000" b="1"/>
            </a:lvl2pPr>
            <a:lvl3pPr marL="911713" indent="0">
              <a:buNone/>
              <a:defRPr sz="1800" b="1"/>
            </a:lvl3pPr>
            <a:lvl4pPr marL="1367566" indent="0">
              <a:buNone/>
              <a:defRPr sz="1600" b="1"/>
            </a:lvl4pPr>
            <a:lvl5pPr marL="1823428" indent="0">
              <a:buNone/>
              <a:defRPr sz="1600" b="1"/>
            </a:lvl5pPr>
            <a:lvl6pPr marL="2279288" indent="0">
              <a:buNone/>
              <a:defRPr sz="1600" b="1"/>
            </a:lvl6pPr>
            <a:lvl7pPr marL="2735139" indent="0">
              <a:buNone/>
              <a:defRPr sz="1600" b="1"/>
            </a:lvl7pPr>
            <a:lvl8pPr marL="3191001" indent="0">
              <a:buNone/>
              <a:defRPr sz="1600" b="1"/>
            </a:lvl8pPr>
            <a:lvl9pPr marL="3646861"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3" y="2174879"/>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0627001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4124205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839825"/>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1643642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33"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83"/>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33" y="1435113"/>
            <a:ext cx="3008313" cy="4691063"/>
          </a:xfrm>
        </p:spPr>
        <p:txBody>
          <a:bodyPr/>
          <a:lstStyle>
            <a:lvl1pPr marL="0" indent="0">
              <a:buNone/>
              <a:defRPr sz="1400"/>
            </a:lvl1pPr>
            <a:lvl2pPr marL="455856" indent="0">
              <a:buNone/>
              <a:defRPr sz="1200"/>
            </a:lvl2pPr>
            <a:lvl3pPr marL="911713" indent="0">
              <a:buNone/>
              <a:defRPr sz="1000"/>
            </a:lvl3pPr>
            <a:lvl4pPr marL="1367566" indent="0">
              <a:buNone/>
              <a:defRPr sz="900"/>
            </a:lvl4pPr>
            <a:lvl5pPr marL="1823428" indent="0">
              <a:buNone/>
              <a:defRPr sz="900"/>
            </a:lvl5pPr>
            <a:lvl6pPr marL="2279288" indent="0">
              <a:buNone/>
              <a:defRPr sz="900"/>
            </a:lvl6pPr>
            <a:lvl7pPr marL="2735139" indent="0">
              <a:buNone/>
              <a:defRPr sz="900"/>
            </a:lvl7pPr>
            <a:lvl8pPr marL="3191001" indent="0">
              <a:buNone/>
              <a:defRPr sz="900"/>
            </a:lvl8pPr>
            <a:lvl9pPr marL="3646861" indent="0">
              <a:buNone/>
              <a:defRPr sz="900"/>
            </a:lvl9pPr>
          </a:lstStyle>
          <a:p>
            <a:pPr lvl="0"/>
            <a:r>
              <a:rPr lang="en-US" smtClean="0"/>
              <a:t>Click to edit Master text styles</a:t>
            </a:r>
          </a:p>
        </p:txBody>
      </p:sp>
    </p:spTree>
    <p:extLst>
      <p:ext uri="{BB962C8B-B14F-4D97-AF65-F5344CB8AC3E}">
        <p14:creationId xmlns:p14="http://schemas.microsoft.com/office/powerpoint/2010/main" val="30510197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4"/>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5856" indent="0">
              <a:buNone/>
              <a:defRPr sz="2800"/>
            </a:lvl2pPr>
            <a:lvl3pPr marL="911713" indent="0">
              <a:buNone/>
              <a:defRPr sz="2400"/>
            </a:lvl3pPr>
            <a:lvl4pPr marL="1367566" indent="0">
              <a:buNone/>
              <a:defRPr sz="2000"/>
            </a:lvl4pPr>
            <a:lvl5pPr marL="1823428" indent="0">
              <a:buNone/>
              <a:defRPr sz="2000"/>
            </a:lvl5pPr>
            <a:lvl6pPr marL="2279288" indent="0">
              <a:buNone/>
              <a:defRPr sz="2000"/>
            </a:lvl6pPr>
            <a:lvl7pPr marL="2735139" indent="0">
              <a:buNone/>
              <a:defRPr sz="2000"/>
            </a:lvl7pPr>
            <a:lvl8pPr marL="3191001" indent="0">
              <a:buNone/>
              <a:defRPr sz="2000"/>
            </a:lvl8pPr>
            <a:lvl9pPr marL="3646861" indent="0">
              <a:buNone/>
              <a:defRPr sz="2000"/>
            </a:lvl9pPr>
          </a:lstStyle>
          <a:p>
            <a:pPr lvl="0"/>
            <a:endParaRPr lang="en-US" noProof="0"/>
          </a:p>
        </p:txBody>
      </p:sp>
      <p:sp>
        <p:nvSpPr>
          <p:cNvPr id="4" name="Text Placeholder 3"/>
          <p:cNvSpPr>
            <a:spLocks noGrp="1"/>
          </p:cNvSpPr>
          <p:nvPr>
            <p:ph type="body" sz="half" idx="2"/>
          </p:nvPr>
        </p:nvSpPr>
        <p:spPr>
          <a:xfrm>
            <a:off x="1792288" y="5367342"/>
            <a:ext cx="5486400" cy="804862"/>
          </a:xfrm>
        </p:spPr>
        <p:txBody>
          <a:bodyPr/>
          <a:lstStyle>
            <a:lvl1pPr marL="0" indent="0">
              <a:buNone/>
              <a:defRPr sz="1400"/>
            </a:lvl1pPr>
            <a:lvl2pPr marL="455856" indent="0">
              <a:buNone/>
              <a:defRPr sz="1200"/>
            </a:lvl2pPr>
            <a:lvl3pPr marL="911713" indent="0">
              <a:buNone/>
              <a:defRPr sz="1000"/>
            </a:lvl3pPr>
            <a:lvl4pPr marL="1367566" indent="0">
              <a:buNone/>
              <a:defRPr sz="900"/>
            </a:lvl4pPr>
            <a:lvl5pPr marL="1823428" indent="0">
              <a:buNone/>
              <a:defRPr sz="900"/>
            </a:lvl5pPr>
            <a:lvl6pPr marL="2279288" indent="0">
              <a:buNone/>
              <a:defRPr sz="900"/>
            </a:lvl6pPr>
            <a:lvl7pPr marL="2735139" indent="0">
              <a:buNone/>
              <a:defRPr sz="900"/>
            </a:lvl7pPr>
            <a:lvl8pPr marL="3191001" indent="0">
              <a:buNone/>
              <a:defRPr sz="900"/>
            </a:lvl8pPr>
            <a:lvl9pPr marL="3646861" indent="0">
              <a:buNone/>
              <a:defRPr sz="900"/>
            </a:lvl9pPr>
          </a:lstStyle>
          <a:p>
            <a:pPr lvl="0"/>
            <a:r>
              <a:rPr lang="en-US" smtClean="0"/>
              <a:t>Click to edit Master text styles</a:t>
            </a:r>
          </a:p>
        </p:txBody>
      </p:sp>
    </p:spTree>
    <p:extLst>
      <p:ext uri="{BB962C8B-B14F-4D97-AF65-F5344CB8AC3E}">
        <p14:creationId xmlns:p14="http://schemas.microsoft.com/office/powerpoint/2010/main" val="8687406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87423824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7500" y="241308"/>
            <a:ext cx="2095500" cy="63373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241308"/>
            <a:ext cx="6134100" cy="63373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76276259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066800" y="241300"/>
            <a:ext cx="7010400" cy="639763"/>
          </a:xfrm>
        </p:spPr>
        <p:txBody>
          <a:bodyPr/>
          <a:lstStyle/>
          <a:p>
            <a:r>
              <a:rPr lang="en-US"/>
              <a:t>Click to edit Master title style</a:t>
            </a:r>
          </a:p>
        </p:txBody>
      </p:sp>
      <p:sp>
        <p:nvSpPr>
          <p:cNvPr id="3" name="Table Placeholder 2"/>
          <p:cNvSpPr>
            <a:spLocks noGrp="1"/>
          </p:cNvSpPr>
          <p:nvPr>
            <p:ph type="tbl" idx="1"/>
          </p:nvPr>
        </p:nvSpPr>
        <p:spPr>
          <a:xfrm>
            <a:off x="381000" y="1163638"/>
            <a:ext cx="8382000" cy="5414962"/>
          </a:xfrm>
        </p:spPr>
        <p:txBody>
          <a:bodyPr/>
          <a:lstStyle/>
          <a:p>
            <a:pPr lvl="0"/>
            <a:endParaRPr lang="en-US" noProof="0"/>
          </a:p>
        </p:txBody>
      </p:sp>
    </p:spTree>
    <p:extLst>
      <p:ext uri="{BB962C8B-B14F-4D97-AF65-F5344CB8AC3E}">
        <p14:creationId xmlns:p14="http://schemas.microsoft.com/office/powerpoint/2010/main" val="197702054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58"/>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5856" indent="0" algn="ctr">
              <a:buNone/>
              <a:defRPr/>
            </a:lvl2pPr>
            <a:lvl3pPr marL="911713" indent="0" algn="ctr">
              <a:buNone/>
              <a:defRPr/>
            </a:lvl3pPr>
            <a:lvl4pPr marL="1367566" indent="0" algn="ctr">
              <a:buNone/>
              <a:defRPr/>
            </a:lvl4pPr>
            <a:lvl5pPr marL="1823428" indent="0" algn="ctr">
              <a:buNone/>
              <a:defRPr/>
            </a:lvl5pPr>
            <a:lvl6pPr marL="2279288" indent="0" algn="ctr">
              <a:buNone/>
              <a:defRPr/>
            </a:lvl6pPr>
            <a:lvl7pPr marL="2735139" indent="0" algn="ctr">
              <a:buNone/>
              <a:defRPr/>
            </a:lvl7pPr>
            <a:lvl8pPr marL="3191001" indent="0" algn="ctr">
              <a:buNone/>
              <a:defRPr/>
            </a:lvl8pPr>
            <a:lvl9pPr marL="3646861" indent="0" algn="ctr">
              <a:buNone/>
              <a:defRPr/>
            </a:lvl9pPr>
          </a:lstStyle>
          <a:p>
            <a:r>
              <a:rPr lang="en-US"/>
              <a:t>Click to edit Master subtitle style</a:t>
            </a:r>
          </a:p>
        </p:txBody>
      </p:sp>
    </p:spTree>
    <p:extLst>
      <p:ext uri="{BB962C8B-B14F-4D97-AF65-F5344CB8AC3E}">
        <p14:creationId xmlns:p14="http://schemas.microsoft.com/office/powerpoint/2010/main" val="429135777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7"/>
          <p:cNvSpPr txBox="1">
            <a:spLocks noChangeArrowheads="1"/>
          </p:cNvSpPr>
          <p:nvPr userDrawn="1"/>
        </p:nvSpPr>
        <p:spPr bwMode="auto">
          <a:xfrm>
            <a:off x="152433" y="6553205"/>
            <a:ext cx="8824913" cy="307911"/>
          </a:xfrm>
          <a:prstGeom prst="rect">
            <a:avLst/>
          </a:prstGeom>
          <a:noFill/>
          <a:ln w="12700" cap="rnd">
            <a:noFill/>
            <a:miter lim="800000"/>
            <a:headEnd type="none" w="sm" len="sm"/>
            <a:tailEnd type="none" w="sm" len="sm"/>
          </a:ln>
          <a:effectLst/>
        </p:spPr>
        <p:txBody>
          <a:bodyPr lIns="91168" tIns="45585" rIns="91168" bIns="45585">
            <a:spAutoFit/>
          </a:bodyPr>
          <a:lstStyle/>
          <a:p>
            <a:pPr algn="ctr" eaLnBrk="0" hangingPunct="0">
              <a:defRPr/>
            </a:pPr>
            <a:endParaRPr lang="en-US" sz="1400" i="1">
              <a:solidFill>
                <a:srgbClr val="003399"/>
              </a:solidFill>
            </a:endParaRPr>
          </a:p>
        </p:txBody>
      </p:sp>
      <p:pic>
        <p:nvPicPr>
          <p:cNvPr id="5" name="Picture 11" descr="S&amp;T logo using"/>
          <p:cNvPicPr>
            <a:picLocks noChangeAspect="1" noChangeArrowheads="1"/>
          </p:cNvPicPr>
          <p:nvPr userDrawn="1"/>
        </p:nvPicPr>
        <p:blipFill>
          <a:blip r:embed="rId2" cstate="print"/>
          <a:srcRect l="3889" t="3612" r="4723" b="3334"/>
          <a:stretch>
            <a:fillRect/>
          </a:stretch>
        </p:blipFill>
        <p:spPr bwMode="auto">
          <a:xfrm>
            <a:off x="7292975" y="233387"/>
            <a:ext cx="1498600" cy="1450975"/>
          </a:xfrm>
          <a:prstGeom prst="rect">
            <a:avLst/>
          </a:prstGeom>
          <a:noFill/>
          <a:ln w="9525">
            <a:noFill/>
            <a:miter lim="800000"/>
            <a:headEnd/>
            <a:tailEnd/>
          </a:ln>
        </p:spPr>
      </p:pic>
      <p:pic>
        <p:nvPicPr>
          <p:cNvPr id="6" name="Picture 12" descr="TRMC DOD SEAL-small"/>
          <p:cNvPicPr>
            <a:picLocks noChangeAspect="1" noChangeArrowheads="1"/>
          </p:cNvPicPr>
          <p:nvPr userDrawn="1"/>
        </p:nvPicPr>
        <p:blipFill>
          <a:blip r:embed="rId3" cstate="print">
            <a:clrChange>
              <a:clrFrom>
                <a:srgbClr val="FFFFFF"/>
              </a:clrFrom>
              <a:clrTo>
                <a:srgbClr val="FFFFFF">
                  <a:alpha val="0"/>
                </a:srgbClr>
              </a:clrTo>
            </a:clrChange>
          </a:blip>
          <a:srcRect/>
          <a:stretch>
            <a:fillRect/>
          </a:stretch>
        </p:blipFill>
        <p:spPr bwMode="auto">
          <a:xfrm>
            <a:off x="430246" y="276225"/>
            <a:ext cx="1411287" cy="1325563"/>
          </a:xfrm>
          <a:prstGeom prst="rect">
            <a:avLst/>
          </a:prstGeom>
          <a:noFill/>
          <a:ln w="9525">
            <a:noFill/>
            <a:miter lim="800000"/>
            <a:headEnd/>
            <a:tailEnd/>
          </a:ln>
        </p:spPr>
      </p:pic>
      <p:sp>
        <p:nvSpPr>
          <p:cNvPr id="1000450" name="Rectangle 2"/>
          <p:cNvSpPr>
            <a:spLocks noGrp="1" noChangeArrowheads="1"/>
          </p:cNvSpPr>
          <p:nvPr>
            <p:ph type="ctrTitle"/>
          </p:nvPr>
        </p:nvSpPr>
        <p:spPr>
          <a:xfrm>
            <a:off x="685800" y="2130458"/>
            <a:ext cx="7772400" cy="1470025"/>
          </a:xfrm>
        </p:spPr>
        <p:txBody>
          <a:bodyPr/>
          <a:lstStyle>
            <a:lvl1pPr>
              <a:defRPr smtClean="0"/>
            </a:lvl1pPr>
          </a:lstStyle>
          <a:p>
            <a:r>
              <a:rPr lang="en-US" smtClean="0"/>
              <a:t>Click to edit Master title style</a:t>
            </a:r>
          </a:p>
        </p:txBody>
      </p:sp>
      <p:sp>
        <p:nvSpPr>
          <p:cNvPr id="1000451" name="Rectangle 3"/>
          <p:cNvSpPr>
            <a:spLocks noGrp="1" noChangeArrowheads="1"/>
          </p:cNvSpPr>
          <p:nvPr>
            <p:ph type="subTitle" idx="1"/>
          </p:nvPr>
        </p:nvSpPr>
        <p:spPr>
          <a:xfrm>
            <a:off x="1371600" y="3886200"/>
            <a:ext cx="6400800" cy="1752600"/>
          </a:xfrm>
        </p:spPr>
        <p:txBody>
          <a:bodyPr anchor="ctr"/>
          <a:lstStyle>
            <a:lvl1pPr marL="0" indent="0" algn="ctr">
              <a:buFontTx/>
              <a:buNone/>
              <a:defRPr smtClean="0"/>
            </a:lvl1pPr>
          </a:lstStyle>
          <a:p>
            <a:r>
              <a:rPr lang="en-US" smtClean="0"/>
              <a:t>Click to edit Master subtitle style</a:t>
            </a:r>
          </a:p>
        </p:txBody>
      </p:sp>
    </p:spTree>
    <p:extLst>
      <p:ext uri="{BB962C8B-B14F-4D97-AF65-F5344CB8AC3E}">
        <p14:creationId xmlns:p14="http://schemas.microsoft.com/office/powerpoint/2010/main" val="133642591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02079504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3"/>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41"/>
            <a:ext cx="7772400" cy="1500187"/>
          </a:xfrm>
        </p:spPr>
        <p:txBody>
          <a:bodyPr anchor="b"/>
          <a:lstStyle>
            <a:lvl1pPr marL="0" indent="0">
              <a:buNone/>
              <a:defRPr sz="2000"/>
            </a:lvl1pPr>
            <a:lvl2pPr marL="455856" indent="0">
              <a:buNone/>
              <a:defRPr sz="1800"/>
            </a:lvl2pPr>
            <a:lvl3pPr marL="911713" indent="0">
              <a:buNone/>
              <a:defRPr sz="1600"/>
            </a:lvl3pPr>
            <a:lvl4pPr marL="1367566" indent="0">
              <a:buNone/>
              <a:defRPr sz="1400"/>
            </a:lvl4pPr>
            <a:lvl5pPr marL="1823428" indent="0">
              <a:buNone/>
              <a:defRPr sz="1400"/>
            </a:lvl5pPr>
            <a:lvl6pPr marL="2279288" indent="0">
              <a:buNone/>
              <a:defRPr sz="1400"/>
            </a:lvl6pPr>
            <a:lvl7pPr marL="2735139" indent="0">
              <a:buNone/>
              <a:defRPr sz="1400"/>
            </a:lvl7pPr>
            <a:lvl8pPr marL="3191001" indent="0">
              <a:buNone/>
              <a:defRPr sz="1400"/>
            </a:lvl8pPr>
            <a:lvl9pPr marL="3646861" indent="0">
              <a:buNone/>
              <a:defRPr sz="1400"/>
            </a:lvl9pPr>
          </a:lstStyle>
          <a:p>
            <a:pPr lvl="0"/>
            <a:r>
              <a:rPr lang="en-US" smtClean="0"/>
              <a:t>Click to edit Master text styles</a:t>
            </a:r>
          </a:p>
        </p:txBody>
      </p:sp>
    </p:spTree>
    <p:extLst>
      <p:ext uri="{BB962C8B-B14F-4D97-AF65-F5344CB8AC3E}">
        <p14:creationId xmlns:p14="http://schemas.microsoft.com/office/powerpoint/2010/main" val="135668149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163638"/>
            <a:ext cx="4114800" cy="5414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163638"/>
            <a:ext cx="4114800" cy="5414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07269648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7"/>
            <a:ext cx="4040188" cy="639762"/>
          </a:xfrm>
        </p:spPr>
        <p:txBody>
          <a:bodyPr anchor="b"/>
          <a:lstStyle>
            <a:lvl1pPr marL="0" indent="0">
              <a:buNone/>
              <a:defRPr sz="2400" b="1"/>
            </a:lvl1pPr>
            <a:lvl2pPr marL="455856" indent="0">
              <a:buNone/>
              <a:defRPr sz="2000" b="1"/>
            </a:lvl2pPr>
            <a:lvl3pPr marL="911713" indent="0">
              <a:buNone/>
              <a:defRPr sz="1800" b="1"/>
            </a:lvl3pPr>
            <a:lvl4pPr marL="1367566" indent="0">
              <a:buNone/>
              <a:defRPr sz="1600" b="1"/>
            </a:lvl4pPr>
            <a:lvl5pPr marL="1823428" indent="0">
              <a:buNone/>
              <a:defRPr sz="1600" b="1"/>
            </a:lvl5pPr>
            <a:lvl6pPr marL="2279288" indent="0">
              <a:buNone/>
              <a:defRPr sz="1600" b="1"/>
            </a:lvl6pPr>
            <a:lvl7pPr marL="2735139" indent="0">
              <a:buNone/>
              <a:defRPr sz="1600" b="1"/>
            </a:lvl7pPr>
            <a:lvl8pPr marL="3191001" indent="0">
              <a:buNone/>
              <a:defRPr sz="1600" b="1"/>
            </a:lvl8pPr>
            <a:lvl9pPr marL="3646861"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9"/>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33" y="1535117"/>
            <a:ext cx="4041775" cy="639762"/>
          </a:xfrm>
        </p:spPr>
        <p:txBody>
          <a:bodyPr anchor="b"/>
          <a:lstStyle>
            <a:lvl1pPr marL="0" indent="0">
              <a:buNone/>
              <a:defRPr sz="2400" b="1"/>
            </a:lvl1pPr>
            <a:lvl2pPr marL="455856" indent="0">
              <a:buNone/>
              <a:defRPr sz="2000" b="1"/>
            </a:lvl2pPr>
            <a:lvl3pPr marL="911713" indent="0">
              <a:buNone/>
              <a:defRPr sz="1800" b="1"/>
            </a:lvl3pPr>
            <a:lvl4pPr marL="1367566" indent="0">
              <a:buNone/>
              <a:defRPr sz="1600" b="1"/>
            </a:lvl4pPr>
            <a:lvl5pPr marL="1823428" indent="0">
              <a:buNone/>
              <a:defRPr sz="1600" b="1"/>
            </a:lvl5pPr>
            <a:lvl6pPr marL="2279288" indent="0">
              <a:buNone/>
              <a:defRPr sz="1600" b="1"/>
            </a:lvl6pPr>
            <a:lvl7pPr marL="2735139" indent="0">
              <a:buNone/>
              <a:defRPr sz="1600" b="1"/>
            </a:lvl7pPr>
            <a:lvl8pPr marL="3191001" indent="0">
              <a:buNone/>
              <a:defRPr sz="1600" b="1"/>
            </a:lvl8pPr>
            <a:lvl9pPr marL="3646861"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3" y="2174879"/>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98521824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8985389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0599382"/>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55084994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33"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83"/>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33" y="1435113"/>
            <a:ext cx="3008313" cy="4691063"/>
          </a:xfrm>
        </p:spPr>
        <p:txBody>
          <a:bodyPr/>
          <a:lstStyle>
            <a:lvl1pPr marL="0" indent="0">
              <a:buNone/>
              <a:defRPr sz="1400"/>
            </a:lvl1pPr>
            <a:lvl2pPr marL="455856" indent="0">
              <a:buNone/>
              <a:defRPr sz="1200"/>
            </a:lvl2pPr>
            <a:lvl3pPr marL="911713" indent="0">
              <a:buNone/>
              <a:defRPr sz="1000"/>
            </a:lvl3pPr>
            <a:lvl4pPr marL="1367566" indent="0">
              <a:buNone/>
              <a:defRPr sz="900"/>
            </a:lvl4pPr>
            <a:lvl5pPr marL="1823428" indent="0">
              <a:buNone/>
              <a:defRPr sz="900"/>
            </a:lvl5pPr>
            <a:lvl6pPr marL="2279288" indent="0">
              <a:buNone/>
              <a:defRPr sz="900"/>
            </a:lvl6pPr>
            <a:lvl7pPr marL="2735139" indent="0">
              <a:buNone/>
              <a:defRPr sz="900"/>
            </a:lvl7pPr>
            <a:lvl8pPr marL="3191001" indent="0">
              <a:buNone/>
              <a:defRPr sz="900"/>
            </a:lvl8pPr>
            <a:lvl9pPr marL="3646861" indent="0">
              <a:buNone/>
              <a:defRPr sz="900"/>
            </a:lvl9pPr>
          </a:lstStyle>
          <a:p>
            <a:pPr lvl="0"/>
            <a:r>
              <a:rPr lang="en-US" smtClean="0"/>
              <a:t>Click to edit Master text styles</a:t>
            </a:r>
          </a:p>
        </p:txBody>
      </p:sp>
    </p:spTree>
    <p:extLst>
      <p:ext uri="{BB962C8B-B14F-4D97-AF65-F5344CB8AC3E}">
        <p14:creationId xmlns:p14="http://schemas.microsoft.com/office/powerpoint/2010/main" val="233418204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4"/>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5856" indent="0">
              <a:buNone/>
              <a:defRPr sz="2800"/>
            </a:lvl2pPr>
            <a:lvl3pPr marL="911713" indent="0">
              <a:buNone/>
              <a:defRPr sz="2400"/>
            </a:lvl3pPr>
            <a:lvl4pPr marL="1367566" indent="0">
              <a:buNone/>
              <a:defRPr sz="2000"/>
            </a:lvl4pPr>
            <a:lvl5pPr marL="1823428" indent="0">
              <a:buNone/>
              <a:defRPr sz="2000"/>
            </a:lvl5pPr>
            <a:lvl6pPr marL="2279288" indent="0">
              <a:buNone/>
              <a:defRPr sz="2000"/>
            </a:lvl6pPr>
            <a:lvl7pPr marL="2735139" indent="0">
              <a:buNone/>
              <a:defRPr sz="2000"/>
            </a:lvl7pPr>
            <a:lvl8pPr marL="3191001" indent="0">
              <a:buNone/>
              <a:defRPr sz="2000"/>
            </a:lvl8pPr>
            <a:lvl9pPr marL="3646861" indent="0">
              <a:buNone/>
              <a:defRPr sz="2000"/>
            </a:lvl9pPr>
          </a:lstStyle>
          <a:p>
            <a:pPr lvl="0"/>
            <a:endParaRPr lang="en-US" noProof="0"/>
          </a:p>
        </p:txBody>
      </p:sp>
      <p:sp>
        <p:nvSpPr>
          <p:cNvPr id="4" name="Text Placeholder 3"/>
          <p:cNvSpPr>
            <a:spLocks noGrp="1"/>
          </p:cNvSpPr>
          <p:nvPr>
            <p:ph type="body" sz="half" idx="2"/>
          </p:nvPr>
        </p:nvSpPr>
        <p:spPr>
          <a:xfrm>
            <a:off x="1792288" y="5367342"/>
            <a:ext cx="5486400" cy="804862"/>
          </a:xfrm>
        </p:spPr>
        <p:txBody>
          <a:bodyPr/>
          <a:lstStyle>
            <a:lvl1pPr marL="0" indent="0">
              <a:buNone/>
              <a:defRPr sz="1400"/>
            </a:lvl1pPr>
            <a:lvl2pPr marL="455856" indent="0">
              <a:buNone/>
              <a:defRPr sz="1200"/>
            </a:lvl2pPr>
            <a:lvl3pPr marL="911713" indent="0">
              <a:buNone/>
              <a:defRPr sz="1000"/>
            </a:lvl3pPr>
            <a:lvl4pPr marL="1367566" indent="0">
              <a:buNone/>
              <a:defRPr sz="900"/>
            </a:lvl4pPr>
            <a:lvl5pPr marL="1823428" indent="0">
              <a:buNone/>
              <a:defRPr sz="900"/>
            </a:lvl5pPr>
            <a:lvl6pPr marL="2279288" indent="0">
              <a:buNone/>
              <a:defRPr sz="900"/>
            </a:lvl6pPr>
            <a:lvl7pPr marL="2735139" indent="0">
              <a:buNone/>
              <a:defRPr sz="900"/>
            </a:lvl7pPr>
            <a:lvl8pPr marL="3191001" indent="0">
              <a:buNone/>
              <a:defRPr sz="900"/>
            </a:lvl8pPr>
            <a:lvl9pPr marL="3646861" indent="0">
              <a:buNone/>
              <a:defRPr sz="900"/>
            </a:lvl9pPr>
          </a:lstStyle>
          <a:p>
            <a:pPr lvl="0"/>
            <a:r>
              <a:rPr lang="en-US" smtClean="0"/>
              <a:t>Click to edit Master text styles</a:t>
            </a:r>
          </a:p>
        </p:txBody>
      </p:sp>
    </p:spTree>
    <p:extLst>
      <p:ext uri="{BB962C8B-B14F-4D97-AF65-F5344CB8AC3E}">
        <p14:creationId xmlns:p14="http://schemas.microsoft.com/office/powerpoint/2010/main" val="285995124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18464703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7500" y="241308"/>
            <a:ext cx="2095500" cy="63373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241308"/>
            <a:ext cx="6134100" cy="63373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8008120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066800" y="241300"/>
            <a:ext cx="7010400" cy="639763"/>
          </a:xfrm>
        </p:spPr>
        <p:txBody>
          <a:bodyPr/>
          <a:lstStyle/>
          <a:p>
            <a:r>
              <a:rPr lang="en-US"/>
              <a:t>Click to edit Master title style</a:t>
            </a:r>
          </a:p>
        </p:txBody>
      </p:sp>
      <p:sp>
        <p:nvSpPr>
          <p:cNvPr id="3" name="Table Placeholder 2"/>
          <p:cNvSpPr>
            <a:spLocks noGrp="1"/>
          </p:cNvSpPr>
          <p:nvPr>
            <p:ph type="tbl" idx="1"/>
          </p:nvPr>
        </p:nvSpPr>
        <p:spPr>
          <a:xfrm>
            <a:off x="381000" y="1163638"/>
            <a:ext cx="8382000" cy="5414962"/>
          </a:xfrm>
        </p:spPr>
        <p:txBody>
          <a:bodyPr/>
          <a:lstStyle/>
          <a:p>
            <a:pPr lvl="0"/>
            <a:endParaRPr lang="en-US" noProof="0"/>
          </a:p>
        </p:txBody>
      </p:sp>
    </p:spTree>
    <p:extLst>
      <p:ext uri="{BB962C8B-B14F-4D97-AF65-F5344CB8AC3E}">
        <p14:creationId xmlns:p14="http://schemas.microsoft.com/office/powerpoint/2010/main" val="16437072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58"/>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5856" indent="0" algn="ctr">
              <a:buNone/>
              <a:defRPr/>
            </a:lvl2pPr>
            <a:lvl3pPr marL="911713" indent="0" algn="ctr">
              <a:buNone/>
              <a:defRPr/>
            </a:lvl3pPr>
            <a:lvl4pPr marL="1367566" indent="0" algn="ctr">
              <a:buNone/>
              <a:defRPr/>
            </a:lvl4pPr>
            <a:lvl5pPr marL="1823428" indent="0" algn="ctr">
              <a:buNone/>
              <a:defRPr/>
            </a:lvl5pPr>
            <a:lvl6pPr marL="2279288" indent="0" algn="ctr">
              <a:buNone/>
              <a:defRPr/>
            </a:lvl6pPr>
            <a:lvl7pPr marL="2735139" indent="0" algn="ctr">
              <a:buNone/>
              <a:defRPr/>
            </a:lvl7pPr>
            <a:lvl8pPr marL="3191001" indent="0" algn="ctr">
              <a:buNone/>
              <a:defRPr/>
            </a:lvl8pPr>
            <a:lvl9pPr marL="3646861" indent="0" algn="ctr">
              <a:buNone/>
              <a:defRPr/>
            </a:lvl9pPr>
          </a:lstStyle>
          <a:p>
            <a:r>
              <a:rPr lang="en-US"/>
              <a:t>Click to edit Master subtitle style</a:t>
            </a:r>
          </a:p>
        </p:txBody>
      </p:sp>
    </p:spTree>
    <p:extLst>
      <p:ext uri="{BB962C8B-B14F-4D97-AF65-F5344CB8AC3E}">
        <p14:creationId xmlns:p14="http://schemas.microsoft.com/office/powerpoint/2010/main" val="406708280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7"/>
          <p:cNvSpPr txBox="1">
            <a:spLocks noChangeArrowheads="1"/>
          </p:cNvSpPr>
          <p:nvPr userDrawn="1"/>
        </p:nvSpPr>
        <p:spPr bwMode="auto">
          <a:xfrm>
            <a:off x="152400" y="6553200"/>
            <a:ext cx="8824913" cy="304800"/>
          </a:xfrm>
          <a:prstGeom prst="rect">
            <a:avLst/>
          </a:prstGeom>
          <a:noFill/>
          <a:ln w="12700" cap="rnd">
            <a:noFill/>
            <a:miter lim="800000"/>
            <a:headEnd type="none" w="sm" len="sm"/>
            <a:tailEnd type="none" w="sm" len="sm"/>
          </a:ln>
          <a:effectLst/>
        </p:spPr>
        <p:txBody>
          <a:bodyPr>
            <a:spAutoFit/>
          </a:bodyPr>
          <a:lstStyle/>
          <a:p>
            <a:pPr algn="ctr" eaLnBrk="0" hangingPunct="0">
              <a:defRPr/>
            </a:pPr>
            <a:endParaRPr lang="en-US" sz="1400" i="1" dirty="0">
              <a:solidFill>
                <a:srgbClr val="003399"/>
              </a:solidFill>
              <a:latin typeface="Arial" pitchFamily="34" charset="0"/>
            </a:endParaRPr>
          </a:p>
        </p:txBody>
      </p:sp>
      <p:pic>
        <p:nvPicPr>
          <p:cNvPr id="5" name="Picture 10" descr="S&amp;T logo using"/>
          <p:cNvPicPr>
            <a:picLocks noChangeAspect="1" noChangeArrowheads="1"/>
          </p:cNvPicPr>
          <p:nvPr userDrawn="1"/>
        </p:nvPicPr>
        <p:blipFill>
          <a:blip r:embed="rId2" cstate="print"/>
          <a:srcRect l="3899" t="3520" r="5013" b="3520"/>
          <a:stretch>
            <a:fillRect/>
          </a:stretch>
        </p:blipFill>
        <p:spPr bwMode="auto">
          <a:xfrm>
            <a:off x="7212013" y="231775"/>
            <a:ext cx="1493837" cy="1449388"/>
          </a:xfrm>
          <a:prstGeom prst="rect">
            <a:avLst/>
          </a:prstGeom>
          <a:noFill/>
          <a:ln w="9525">
            <a:noFill/>
            <a:miter lim="800000"/>
            <a:headEnd/>
            <a:tailEnd/>
          </a:ln>
        </p:spPr>
      </p:pic>
      <p:pic>
        <p:nvPicPr>
          <p:cNvPr id="6" name="Picture 11" descr="TRMC DOD SEAL-small"/>
          <p:cNvPicPr>
            <a:picLocks noChangeAspect="1" noChangeArrowheads="1"/>
          </p:cNvPicPr>
          <p:nvPr userDrawn="1"/>
        </p:nvPicPr>
        <p:blipFill>
          <a:blip r:embed="rId3" cstate="print">
            <a:clrChange>
              <a:clrFrom>
                <a:srgbClr val="FFFFFF"/>
              </a:clrFrom>
              <a:clrTo>
                <a:srgbClr val="FFFFFF">
                  <a:alpha val="0"/>
                </a:srgbClr>
              </a:clrTo>
            </a:clrChange>
          </a:blip>
          <a:srcRect/>
          <a:stretch>
            <a:fillRect/>
          </a:stretch>
        </p:blipFill>
        <p:spPr bwMode="auto">
          <a:xfrm>
            <a:off x="430213" y="276225"/>
            <a:ext cx="1411287" cy="1325563"/>
          </a:xfrm>
          <a:prstGeom prst="rect">
            <a:avLst/>
          </a:prstGeom>
          <a:noFill/>
          <a:ln w="9525">
            <a:noFill/>
            <a:miter lim="800000"/>
            <a:headEnd/>
            <a:tailEnd/>
          </a:ln>
        </p:spPr>
      </p:pic>
      <p:sp>
        <p:nvSpPr>
          <p:cNvPr id="126978" name="Rectangle 2"/>
          <p:cNvSpPr>
            <a:spLocks noGrp="1" noChangeArrowheads="1"/>
          </p:cNvSpPr>
          <p:nvPr>
            <p:ph type="ctrTitle"/>
          </p:nvPr>
        </p:nvSpPr>
        <p:spPr>
          <a:xfrm>
            <a:off x="685800" y="2493963"/>
            <a:ext cx="7772400" cy="1470025"/>
          </a:xfrm>
        </p:spPr>
        <p:txBody>
          <a:bodyPr/>
          <a:lstStyle>
            <a:lvl1pPr>
              <a:defRPr smtClean="0"/>
            </a:lvl1pPr>
          </a:lstStyle>
          <a:p>
            <a:r>
              <a:rPr lang="en-US" smtClean="0"/>
              <a:t>Click to edit Master title style</a:t>
            </a:r>
          </a:p>
        </p:txBody>
      </p:sp>
      <p:sp>
        <p:nvSpPr>
          <p:cNvPr id="126979" name="Rectangle 3"/>
          <p:cNvSpPr>
            <a:spLocks noGrp="1" noChangeArrowheads="1"/>
          </p:cNvSpPr>
          <p:nvPr>
            <p:ph type="subTitle" idx="1"/>
          </p:nvPr>
        </p:nvSpPr>
        <p:spPr>
          <a:xfrm>
            <a:off x="1371600" y="4249738"/>
            <a:ext cx="6400800" cy="1752600"/>
          </a:xfrm>
        </p:spPr>
        <p:txBody>
          <a:bodyPr anchor="ctr"/>
          <a:lstStyle>
            <a:lvl1pPr marL="0" indent="0" algn="ctr">
              <a:buFontTx/>
              <a:buNone/>
              <a:defRPr smtClean="0"/>
            </a:lvl1pPr>
          </a:lstStyle>
          <a:p>
            <a:r>
              <a:rPr lang="en-US" smtClean="0"/>
              <a:t>Click to edit Master subtitle style</a:t>
            </a:r>
          </a:p>
        </p:txBody>
      </p:sp>
    </p:spTree>
    <p:extLst>
      <p:ext uri="{BB962C8B-B14F-4D97-AF65-F5344CB8AC3E}">
        <p14:creationId xmlns:p14="http://schemas.microsoft.com/office/powerpoint/2010/main" val="344233493"/>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79895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80332383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163638"/>
            <a:ext cx="4114800" cy="5414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163638"/>
            <a:ext cx="4114800" cy="5414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52143915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05167777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Click to edit Master title style</a:t>
            </a:r>
            <a:endParaRPr lang="en-US" dirty="0"/>
          </a:p>
        </p:txBody>
      </p:sp>
    </p:spTree>
    <p:extLst>
      <p:ext uri="{BB962C8B-B14F-4D97-AF65-F5344CB8AC3E}">
        <p14:creationId xmlns:p14="http://schemas.microsoft.com/office/powerpoint/2010/main" val="324329010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394662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22328445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7236220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7643695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7500" y="241300"/>
            <a:ext cx="2095500" cy="63373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241300"/>
            <a:ext cx="6134100" cy="63373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77038215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66800" y="241300"/>
            <a:ext cx="7010400" cy="639763"/>
          </a:xfrm>
        </p:spPr>
        <p:txBody>
          <a:bodyPr/>
          <a:lstStyle>
            <a:lvl1pPr>
              <a:defRPr sz="2800"/>
            </a:lvl1pPr>
          </a:lstStyle>
          <a:p>
            <a:r>
              <a:rPr lang="en-US" smtClean="0"/>
              <a:t>Click to edit Master title style</a:t>
            </a:r>
            <a:endParaRPr lang="en-US"/>
          </a:p>
        </p:txBody>
      </p:sp>
      <p:sp>
        <p:nvSpPr>
          <p:cNvPr id="3" name="Text Placeholder 2"/>
          <p:cNvSpPr>
            <a:spLocks noGrp="1"/>
          </p:cNvSpPr>
          <p:nvPr>
            <p:ph type="body" sz="half" idx="1"/>
          </p:nvPr>
        </p:nvSpPr>
        <p:spPr>
          <a:xfrm>
            <a:off x="381000" y="1163638"/>
            <a:ext cx="4114800" cy="54149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163638"/>
            <a:ext cx="4114800" cy="54149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3690769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066800" y="241300"/>
            <a:ext cx="7010400" cy="639763"/>
          </a:xfrm>
        </p:spPr>
        <p:txBody>
          <a:bodyPr/>
          <a:lstStyle>
            <a:lvl1pPr>
              <a:defRPr sz="2800"/>
            </a:lvl1pPr>
          </a:lstStyle>
          <a:p>
            <a:r>
              <a:rPr lang="en-US" smtClean="0"/>
              <a:t>Click to edit Master title style</a:t>
            </a:r>
            <a:endParaRPr lang="en-US"/>
          </a:p>
        </p:txBody>
      </p:sp>
      <p:sp>
        <p:nvSpPr>
          <p:cNvPr id="3" name="Table Placeholder 2"/>
          <p:cNvSpPr>
            <a:spLocks noGrp="1"/>
          </p:cNvSpPr>
          <p:nvPr>
            <p:ph type="tbl" idx="1"/>
          </p:nvPr>
        </p:nvSpPr>
        <p:spPr>
          <a:xfrm>
            <a:off x="381000" y="1163638"/>
            <a:ext cx="8382000" cy="5414962"/>
          </a:xfrm>
        </p:spPr>
        <p:txBody>
          <a:bodyPr/>
          <a:lstStyle/>
          <a:p>
            <a:pPr lvl="0"/>
            <a:endParaRPr lang="en-US" noProof="0" dirty="0" smtClean="0"/>
          </a:p>
        </p:txBody>
      </p:sp>
    </p:spTree>
    <p:extLst>
      <p:ext uri="{BB962C8B-B14F-4D97-AF65-F5344CB8AC3E}">
        <p14:creationId xmlns:p14="http://schemas.microsoft.com/office/powerpoint/2010/main" val="7746752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685800" y="2130425"/>
            <a:ext cx="7772400" cy="1470025"/>
          </a:xfrm>
        </p:spPr>
        <p:txBody>
          <a:bodyPr/>
          <a:lstStyle>
            <a:lvl1pPr>
              <a:defRPr/>
            </a:lvl1pPr>
          </a:lstStyle>
          <a:p>
            <a:pPr lvl="0"/>
            <a:r>
              <a:rPr lang="en-US" altLang="en-US" noProof="0" smtClean="0"/>
              <a:t>Click to edit Master title style</a:t>
            </a:r>
          </a:p>
        </p:txBody>
      </p:sp>
      <p:sp>
        <p:nvSpPr>
          <p:cNvPr id="152580" name="Rectangle 4"/>
          <p:cNvSpPr>
            <a:spLocks noChangeArrowheads="1"/>
          </p:cNvSpPr>
          <p:nvPr/>
        </p:nvSpPr>
        <p:spPr bwMode="auto">
          <a:xfrm>
            <a:off x="8824913" y="6642100"/>
            <a:ext cx="306387"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fld id="{07138476-772D-47C9-B5B4-E54B34C8A1F2}" type="slidenum">
              <a:rPr lang="en-US" altLang="en-US" sz="800" b="0" smtClean="0">
                <a:solidFill>
                  <a:srgbClr val="000000"/>
                </a:solidFill>
              </a:rPr>
              <a:pPr eaLnBrk="0" hangingPunct="0"/>
              <a:t>‹#›</a:t>
            </a:fld>
            <a:endParaRPr lang="en-US" altLang="en-US" sz="800" b="0" smtClean="0">
              <a:solidFill>
                <a:srgbClr val="000000"/>
              </a:solidFill>
            </a:endParaRPr>
          </a:p>
        </p:txBody>
      </p:sp>
    </p:spTree>
    <p:extLst>
      <p:ext uri="{BB962C8B-B14F-4D97-AF65-F5344CB8AC3E}">
        <p14:creationId xmlns:p14="http://schemas.microsoft.com/office/powerpoint/2010/main" val="23687524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726088774"/>
      </p:ext>
    </p:extLst>
  </p:cSld>
  <p:clrMapOvr>
    <a:masterClrMapping/>
  </p:clrMapOvr>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97289861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08000" y="1354138"/>
            <a:ext cx="3965575" cy="4741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5975" y="1354138"/>
            <a:ext cx="3967163" cy="4741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5974315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12069342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16192631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288264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53253154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65257303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8834160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2250" y="381000"/>
            <a:ext cx="2020888" cy="5715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08000" y="381000"/>
            <a:ext cx="5911850" cy="5715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03208533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1" name="Picture 10" descr="Phillips_Aviation_template_cover_100112.jpg"/>
          <p:cNvPicPr>
            <a:picLocks noChangeAspect="1"/>
          </p:cNvPicPr>
          <p:nvPr userDrawn="1"/>
        </p:nvPicPr>
        <p:blipFill>
          <a:blip r:embed="rId2" cstate="print"/>
          <a:stretch>
            <a:fillRect/>
          </a:stretch>
        </p:blipFill>
        <p:spPr>
          <a:xfrm>
            <a:off x="0" y="0"/>
            <a:ext cx="9144000" cy="6858000"/>
          </a:xfrm>
          <a:prstGeom prst="rect">
            <a:avLst/>
          </a:prstGeom>
        </p:spPr>
      </p:pic>
      <p:pic>
        <p:nvPicPr>
          <p:cNvPr id="16" name="Picture 1"/>
          <p:cNvPicPr>
            <a:picLocks noChangeAspect="1" noChangeArrowheads="1"/>
          </p:cNvPicPr>
          <p:nvPr userDrawn="1"/>
        </p:nvPicPr>
        <p:blipFill>
          <a:blip r:embed="rId3" cstate="print"/>
          <a:srcRect t="6911"/>
          <a:stretch>
            <a:fillRect/>
          </a:stretch>
        </p:blipFill>
        <p:spPr bwMode="auto">
          <a:xfrm>
            <a:off x="7419975" y="6471187"/>
            <a:ext cx="1685925" cy="386813"/>
          </a:xfrm>
          <a:prstGeom prst="rect">
            <a:avLst/>
          </a:prstGeom>
          <a:noFill/>
          <a:ln w="9525">
            <a:noFill/>
            <a:miter lim="800000"/>
            <a:headEnd/>
            <a:tailEnd/>
          </a:ln>
        </p:spPr>
      </p:pic>
      <p:sp>
        <p:nvSpPr>
          <p:cNvPr id="9" name="Title 1"/>
          <p:cNvSpPr>
            <a:spLocks noGrp="1"/>
          </p:cNvSpPr>
          <p:nvPr>
            <p:ph type="ctrTitle"/>
          </p:nvPr>
        </p:nvSpPr>
        <p:spPr>
          <a:xfrm>
            <a:off x="308757" y="368135"/>
            <a:ext cx="8573985" cy="914401"/>
          </a:xfrm>
          <a:prstGeom prst="rect">
            <a:avLst/>
          </a:prstGeom>
        </p:spPr>
        <p:txBody>
          <a:bodyPr/>
          <a:lstStyle>
            <a:lvl1pPr algn="l">
              <a:defRPr sz="3600" b="1">
                <a:latin typeface="Arial Black" pitchFamily="34" charset="0"/>
                <a:cs typeface="Arial" pitchFamily="34" charset="0"/>
              </a:defRPr>
            </a:lvl1pPr>
          </a:lstStyle>
          <a:p>
            <a:r>
              <a:rPr lang="en-US" dirty="0" smtClean="0"/>
              <a:t>Click to edit Master title style</a:t>
            </a:r>
            <a:endParaRPr lang="en-US" dirty="0"/>
          </a:p>
        </p:txBody>
      </p:sp>
      <p:sp>
        <p:nvSpPr>
          <p:cNvPr id="10" name="Subtitle 2"/>
          <p:cNvSpPr>
            <a:spLocks noGrp="1"/>
          </p:cNvSpPr>
          <p:nvPr>
            <p:ph type="subTitle" idx="1"/>
          </p:nvPr>
        </p:nvSpPr>
        <p:spPr>
          <a:xfrm>
            <a:off x="4560125" y="4975761"/>
            <a:ext cx="4352306" cy="1339932"/>
          </a:xfrm>
          <a:prstGeom prst="rect">
            <a:avLst/>
          </a:prstGeom>
        </p:spPr>
        <p:txBody>
          <a:bodyPr/>
          <a:lstStyle>
            <a:lvl1pPr marL="0" indent="0" algn="ctr">
              <a:buNone/>
              <a:defRPr sz="2400">
                <a:latin typeface="Arial" pitchFamily="34" charset="0"/>
                <a:cs typeface="Arial"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smtClean="0"/>
              <a:t>Click to edit Master subtitle style</a:t>
            </a:r>
            <a:endParaRPr lang="en-US" dirty="0"/>
          </a:p>
        </p:txBody>
      </p:sp>
      <p:sp>
        <p:nvSpPr>
          <p:cNvPr id="6" name="TextBox 5"/>
          <p:cNvSpPr txBox="1"/>
          <p:nvPr userDrawn="1"/>
        </p:nvSpPr>
        <p:spPr>
          <a:xfrm>
            <a:off x="-7375" y="6522145"/>
            <a:ext cx="3522099" cy="307777"/>
          </a:xfrm>
          <a:prstGeom prst="rect">
            <a:avLst/>
          </a:prstGeom>
          <a:noFill/>
        </p:spPr>
        <p:txBody>
          <a:bodyPr wrap="square" rtlCol="0" anchor="ctr" anchorCtr="0">
            <a:spAutoFit/>
          </a:bodyPr>
          <a:lstStyle/>
          <a:p>
            <a:r>
              <a:rPr lang="en-US" sz="1400" i="1" dirty="0" smtClean="0">
                <a:solidFill>
                  <a:prstClr val="black"/>
                </a:solidFill>
                <a:latin typeface="Arial" pitchFamily="34" charset="0"/>
                <a:cs typeface="Arial" pitchFamily="34" charset="0"/>
              </a:rPr>
              <a:t>America’s Force of Decisive Action</a:t>
            </a:r>
          </a:p>
        </p:txBody>
      </p:sp>
      <p:cxnSp>
        <p:nvCxnSpPr>
          <p:cNvPr id="7" name="Straight Connector 6"/>
          <p:cNvCxnSpPr/>
          <p:nvPr userDrawn="1"/>
        </p:nvCxnSpPr>
        <p:spPr>
          <a:xfrm>
            <a:off x="0" y="6430911"/>
            <a:ext cx="9144000" cy="0"/>
          </a:xfrm>
          <a:prstGeom prst="line">
            <a:avLst/>
          </a:prstGeom>
          <a:ln w="28575" cmpd="sng">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0" y="6483147"/>
            <a:ext cx="9144000" cy="0"/>
          </a:xfrm>
          <a:prstGeom prst="line">
            <a:avLst/>
          </a:prstGeom>
          <a:ln w="28575" cmpd="sng">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244209" y="4975761"/>
            <a:ext cx="2585052" cy="11560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a:solidFill>
                <a:prstClr val="white"/>
              </a:solidFill>
            </a:endParaRPr>
          </a:p>
        </p:txBody>
      </p:sp>
      <p:pic>
        <p:nvPicPr>
          <p:cNvPr id="14" name="Picture 13" descr="USARMY_2D.png"/>
          <p:cNvPicPr>
            <a:picLocks noChangeAspect="1"/>
          </p:cNvPicPr>
          <p:nvPr userDrawn="1"/>
        </p:nvPicPr>
        <p:blipFill>
          <a:blip r:embed="rId4" cstate="print">
            <a:clrChange>
              <a:clrFrom>
                <a:srgbClr val="FFFFFF"/>
              </a:clrFrom>
              <a:clrTo>
                <a:srgbClr val="FFFFFF">
                  <a:alpha val="0"/>
                </a:srgbClr>
              </a:clrTo>
            </a:clrChange>
          </a:blip>
          <a:srcRect l="26716" t="14431" r="23842" b="19843"/>
          <a:stretch>
            <a:fillRect/>
          </a:stretch>
        </p:blipFill>
        <p:spPr>
          <a:xfrm>
            <a:off x="608467" y="4625790"/>
            <a:ext cx="1156998" cy="1409251"/>
          </a:xfrm>
          <a:prstGeom prst="rect">
            <a:avLst/>
          </a:prstGeom>
        </p:spPr>
      </p:pic>
      <p:pic>
        <p:nvPicPr>
          <p:cNvPr id="15" name="Picture 14" descr="alpha_omega_logo_102111.png"/>
          <p:cNvPicPr>
            <a:picLocks noChangeAspect="1"/>
          </p:cNvPicPr>
          <p:nvPr userDrawn="1"/>
        </p:nvPicPr>
        <p:blipFill>
          <a:blip r:embed="rId5" cstate="print"/>
          <a:stretch>
            <a:fillRect/>
          </a:stretch>
        </p:blipFill>
        <p:spPr>
          <a:xfrm>
            <a:off x="2036565" y="4800599"/>
            <a:ext cx="1264182" cy="1102439"/>
          </a:xfrm>
          <a:prstGeom prst="rect">
            <a:avLst/>
          </a:prstGeom>
        </p:spPr>
      </p:pic>
    </p:spTree>
    <p:extLst>
      <p:ext uri="{BB962C8B-B14F-4D97-AF65-F5344CB8AC3E}">
        <p14:creationId xmlns:p14="http://schemas.microsoft.com/office/powerpoint/2010/main" val="860754018"/>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18" name="Picture 1"/>
          <p:cNvPicPr>
            <a:picLocks noChangeAspect="1" noChangeArrowheads="1"/>
          </p:cNvPicPr>
          <p:nvPr userDrawn="1"/>
        </p:nvPicPr>
        <p:blipFill>
          <a:blip r:embed="rId2" cstate="print"/>
          <a:srcRect t="6911"/>
          <a:stretch>
            <a:fillRect/>
          </a:stretch>
        </p:blipFill>
        <p:spPr bwMode="auto">
          <a:xfrm>
            <a:off x="7419975" y="6471187"/>
            <a:ext cx="1685925" cy="386813"/>
          </a:xfrm>
          <a:prstGeom prst="rect">
            <a:avLst/>
          </a:prstGeom>
          <a:noFill/>
          <a:ln w="9525">
            <a:noFill/>
            <a:miter lim="800000"/>
            <a:headEnd/>
            <a:tailEnd/>
          </a:ln>
        </p:spPr>
      </p:pic>
      <p:sp>
        <p:nvSpPr>
          <p:cNvPr id="8" name="Rectangle 7"/>
          <p:cNvSpPr/>
          <p:nvPr userDrawn="1"/>
        </p:nvSpPr>
        <p:spPr bwMode="auto">
          <a:xfrm>
            <a:off x="999653" y="792161"/>
            <a:ext cx="7075284" cy="72381"/>
          </a:xfrm>
          <a:prstGeom prst="rect">
            <a:avLst/>
          </a:prstGeom>
          <a:solidFill>
            <a:srgbClr val="E5CB0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00" b="0">
              <a:solidFill>
                <a:prstClr val="white"/>
              </a:solidFill>
            </a:endParaRPr>
          </a:p>
        </p:txBody>
      </p:sp>
      <p:sp>
        <p:nvSpPr>
          <p:cNvPr id="9" name="Rectangle 6"/>
          <p:cNvSpPr txBox="1">
            <a:spLocks noChangeArrowheads="1"/>
          </p:cNvSpPr>
          <p:nvPr userDrawn="1"/>
        </p:nvSpPr>
        <p:spPr bwMode="auto">
          <a:xfrm>
            <a:off x="5771981" y="6548056"/>
            <a:ext cx="1676400" cy="262319"/>
          </a:xfrm>
          <a:prstGeom prst="rect">
            <a:avLst/>
          </a:prstGeom>
          <a:noFill/>
          <a:ln w="9525">
            <a:noFill/>
            <a:miter lim="800000"/>
            <a:headEnd/>
            <a:tailEnd/>
          </a:ln>
          <a:effectLst/>
        </p:spPr>
        <p:txBody>
          <a:bodyPr/>
          <a:lstStyle>
            <a:lvl1pPr algn="r">
              <a:defRPr sz="1400">
                <a:latin typeface="Arial" charset="0"/>
                <a:cs typeface="Arial" charset="0"/>
              </a:defRPr>
            </a:lvl1pPr>
          </a:lstStyle>
          <a:p>
            <a:pPr fontAlgn="auto">
              <a:spcBef>
                <a:spcPts val="0"/>
              </a:spcBef>
              <a:spcAft>
                <a:spcPts val="0"/>
              </a:spcAft>
              <a:defRPr/>
            </a:pPr>
            <a:fld id="{E486D8C6-261C-4077-B176-A2D68CA08FDE}" type="slidenum">
              <a:rPr lang="en-US" sz="1100" smtClean="0">
                <a:solidFill>
                  <a:prstClr val="black"/>
                </a:solidFill>
              </a:rPr>
              <a:pPr fontAlgn="auto">
                <a:spcBef>
                  <a:spcPts val="0"/>
                </a:spcBef>
                <a:spcAft>
                  <a:spcPts val="0"/>
                </a:spcAft>
                <a:defRPr/>
              </a:pPr>
              <a:t>‹#›</a:t>
            </a:fld>
            <a:endParaRPr lang="en-US" sz="1100" dirty="0">
              <a:solidFill>
                <a:prstClr val="black"/>
              </a:solidFill>
            </a:endParaRPr>
          </a:p>
        </p:txBody>
      </p:sp>
      <p:sp>
        <p:nvSpPr>
          <p:cNvPr id="15" name="Title 1"/>
          <p:cNvSpPr>
            <a:spLocks noGrp="1"/>
          </p:cNvSpPr>
          <p:nvPr userDrawn="1">
            <p:ph type="title"/>
          </p:nvPr>
        </p:nvSpPr>
        <p:spPr>
          <a:xfrm>
            <a:off x="980768" y="193574"/>
            <a:ext cx="7152967" cy="486697"/>
          </a:xfrm>
          <a:prstGeom prst="rect">
            <a:avLst/>
          </a:prstGeom>
        </p:spPr>
        <p:txBody>
          <a:bodyPr/>
          <a:lstStyle>
            <a:lvl1pPr>
              <a:defRPr sz="2800" b="1">
                <a:latin typeface="Arial" pitchFamily="34" charset="0"/>
                <a:cs typeface="Arial" pitchFamily="34" charset="0"/>
              </a:defRPr>
            </a:lvl1pPr>
          </a:lstStyle>
          <a:p>
            <a:r>
              <a:rPr lang="en-US" dirty="0" smtClean="0"/>
              <a:t>Click to edit Master title style</a:t>
            </a:r>
            <a:endParaRPr lang="en-US" dirty="0"/>
          </a:p>
        </p:txBody>
      </p:sp>
      <p:sp>
        <p:nvSpPr>
          <p:cNvPr id="16" name="Content Placeholder 2"/>
          <p:cNvSpPr>
            <a:spLocks noGrp="1"/>
          </p:cNvSpPr>
          <p:nvPr userDrawn="1">
            <p:ph idx="1"/>
          </p:nvPr>
        </p:nvSpPr>
        <p:spPr>
          <a:xfrm>
            <a:off x="457200" y="1165134"/>
            <a:ext cx="8229600" cy="4525963"/>
          </a:xfrm>
          <a:prstGeom prst="rect">
            <a:avLst/>
          </a:prstGeom>
        </p:spPr>
        <p:txBody>
          <a:bodyPr/>
          <a:lstStyle>
            <a:lvl1pPr marL="287338" indent="-287338">
              <a:buFont typeface="Arial" pitchFamily="34" charset="0"/>
              <a:buChar char="•"/>
              <a:tabLst/>
              <a:defRPr lang="en-US" sz="2000" b="1" kern="1200" dirty="0" smtClean="0">
                <a:solidFill>
                  <a:schemeClr val="tx1"/>
                </a:solidFill>
                <a:latin typeface="Arial" pitchFamily="34" charset="0"/>
                <a:ea typeface="+mn-ea"/>
                <a:cs typeface="Arial" pitchFamily="34" charset="0"/>
              </a:defRPr>
            </a:lvl1pPr>
            <a:lvl2pPr marL="627063" indent="-169863">
              <a:buFont typeface="Arial" pitchFamily="34" charset="0"/>
              <a:buChar char="−"/>
              <a:defRPr lang="en-US" sz="1800" kern="1200" dirty="0" smtClean="0">
                <a:solidFill>
                  <a:schemeClr val="tx1"/>
                </a:solidFill>
                <a:latin typeface="Arial" pitchFamily="34" charset="0"/>
                <a:ea typeface="+mn-ea"/>
                <a:cs typeface="Arial" pitchFamily="34" charset="0"/>
              </a:defRPr>
            </a:lvl2pPr>
            <a:lvl3pPr>
              <a:buFont typeface="Arial" pitchFamily="34" charset="0"/>
              <a:buChar char="•"/>
              <a:defRPr lang="en-US" sz="1600" kern="1200" dirty="0" smtClean="0">
                <a:solidFill>
                  <a:schemeClr val="tx1"/>
                </a:solidFill>
                <a:latin typeface="+mn-lt"/>
                <a:ea typeface="+mn-ea"/>
                <a:cs typeface="+mn-cs"/>
              </a:defRPr>
            </a:lvl3pPr>
            <a:lvl4pPr>
              <a:buFont typeface="Arial" pitchFamily="34" charset="0"/>
              <a:buChar char="−"/>
              <a:defRPr lang="en-US" sz="1400" kern="1200" dirty="0" smtClean="0">
                <a:solidFill>
                  <a:schemeClr val="tx1"/>
                </a:solidFill>
                <a:latin typeface="+mn-lt"/>
                <a:ea typeface="+mn-ea"/>
                <a:cs typeface="+mn-cs"/>
              </a:defRPr>
            </a:lvl4pPr>
            <a:lvl5pPr>
              <a:defRPr lang="en-US" sz="1400" kern="1200" dirty="0">
                <a:solidFill>
                  <a:schemeClr val="tx1"/>
                </a:solidFill>
                <a:latin typeface="+mn-lt"/>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TextBox 9"/>
          <p:cNvSpPr txBox="1"/>
          <p:nvPr userDrawn="1"/>
        </p:nvSpPr>
        <p:spPr>
          <a:xfrm>
            <a:off x="-16899" y="6522145"/>
            <a:ext cx="3207774" cy="307777"/>
          </a:xfrm>
          <a:prstGeom prst="rect">
            <a:avLst/>
          </a:prstGeom>
          <a:noFill/>
        </p:spPr>
        <p:txBody>
          <a:bodyPr wrap="square" rtlCol="0" anchor="ctr" anchorCtr="0">
            <a:spAutoFit/>
          </a:bodyPr>
          <a:lstStyle/>
          <a:p>
            <a:r>
              <a:rPr lang="en-US" sz="1400" i="1" dirty="0" smtClean="0">
                <a:solidFill>
                  <a:prstClr val="black"/>
                </a:solidFill>
                <a:latin typeface="Arial" pitchFamily="34" charset="0"/>
                <a:cs typeface="Arial" pitchFamily="34" charset="0"/>
              </a:rPr>
              <a:t>America’s Force of Decisive Action</a:t>
            </a:r>
          </a:p>
        </p:txBody>
      </p:sp>
      <p:cxnSp>
        <p:nvCxnSpPr>
          <p:cNvPr id="11" name="Straight Connector 10"/>
          <p:cNvCxnSpPr/>
          <p:nvPr userDrawn="1"/>
        </p:nvCxnSpPr>
        <p:spPr>
          <a:xfrm>
            <a:off x="0" y="6430911"/>
            <a:ext cx="9144000" cy="0"/>
          </a:xfrm>
          <a:prstGeom prst="line">
            <a:avLst/>
          </a:prstGeom>
          <a:ln w="28575" cmpd="sng">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0" y="6483147"/>
            <a:ext cx="9144000" cy="0"/>
          </a:xfrm>
          <a:prstGeom prst="line">
            <a:avLst/>
          </a:prstGeom>
          <a:ln w="28575" cmpd="sng">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Picture 12" descr="USARMY_2D.png"/>
          <p:cNvPicPr>
            <a:picLocks noChangeAspect="1"/>
          </p:cNvPicPr>
          <p:nvPr userDrawn="1"/>
        </p:nvPicPr>
        <p:blipFill>
          <a:blip r:embed="rId3" cstate="print">
            <a:clrChange>
              <a:clrFrom>
                <a:srgbClr val="FFFFFF"/>
              </a:clrFrom>
              <a:clrTo>
                <a:srgbClr val="FFFFFF">
                  <a:alpha val="0"/>
                </a:srgbClr>
              </a:clrTo>
            </a:clrChange>
          </a:blip>
          <a:srcRect l="26716" t="14431" r="23842" b="19843"/>
          <a:stretch>
            <a:fillRect/>
          </a:stretch>
        </p:blipFill>
        <p:spPr>
          <a:xfrm>
            <a:off x="192304" y="136525"/>
            <a:ext cx="675131" cy="822325"/>
          </a:xfrm>
          <a:prstGeom prst="rect">
            <a:avLst/>
          </a:prstGeom>
        </p:spPr>
      </p:pic>
      <p:pic>
        <p:nvPicPr>
          <p:cNvPr id="14" name="Picture 13" descr="alpha_omega_logo_102111.png"/>
          <p:cNvPicPr>
            <a:picLocks noChangeAspect="1"/>
          </p:cNvPicPr>
          <p:nvPr userDrawn="1"/>
        </p:nvPicPr>
        <p:blipFill>
          <a:blip r:embed="rId4" cstate="print"/>
          <a:stretch>
            <a:fillRect/>
          </a:stretch>
        </p:blipFill>
        <p:spPr>
          <a:xfrm>
            <a:off x="8247183" y="238124"/>
            <a:ext cx="760932" cy="663576"/>
          </a:xfrm>
          <a:prstGeom prst="rect">
            <a:avLst/>
          </a:prstGeom>
        </p:spPr>
      </p:pic>
    </p:spTree>
    <p:extLst>
      <p:ext uri="{BB962C8B-B14F-4D97-AF65-F5344CB8AC3E}">
        <p14:creationId xmlns:p14="http://schemas.microsoft.com/office/powerpoint/2010/main" val="2064726708"/>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pic>
        <p:nvPicPr>
          <p:cNvPr id="18" name="Picture 1"/>
          <p:cNvPicPr>
            <a:picLocks noChangeAspect="1" noChangeArrowheads="1"/>
          </p:cNvPicPr>
          <p:nvPr userDrawn="1"/>
        </p:nvPicPr>
        <p:blipFill>
          <a:blip r:embed="rId2" cstate="print"/>
          <a:srcRect t="6911"/>
          <a:stretch>
            <a:fillRect/>
          </a:stretch>
        </p:blipFill>
        <p:spPr bwMode="auto">
          <a:xfrm>
            <a:off x="7419975" y="6471187"/>
            <a:ext cx="1685925" cy="386813"/>
          </a:xfrm>
          <a:prstGeom prst="rect">
            <a:avLst/>
          </a:prstGeom>
          <a:noFill/>
          <a:ln w="9525">
            <a:noFill/>
            <a:miter lim="800000"/>
            <a:headEnd/>
            <a:tailEnd/>
          </a:ln>
        </p:spPr>
      </p:pic>
      <p:sp>
        <p:nvSpPr>
          <p:cNvPr id="8" name="Rectangle 7"/>
          <p:cNvSpPr/>
          <p:nvPr userDrawn="1"/>
        </p:nvSpPr>
        <p:spPr bwMode="auto">
          <a:xfrm>
            <a:off x="999653" y="792161"/>
            <a:ext cx="7075284" cy="72381"/>
          </a:xfrm>
          <a:prstGeom prst="rect">
            <a:avLst/>
          </a:prstGeom>
          <a:solidFill>
            <a:srgbClr val="E5CB0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00" b="0">
              <a:solidFill>
                <a:prstClr val="white"/>
              </a:solidFill>
            </a:endParaRPr>
          </a:p>
        </p:txBody>
      </p:sp>
      <p:sp>
        <p:nvSpPr>
          <p:cNvPr id="9" name="Rectangle 6"/>
          <p:cNvSpPr txBox="1">
            <a:spLocks noChangeArrowheads="1"/>
          </p:cNvSpPr>
          <p:nvPr userDrawn="1"/>
        </p:nvSpPr>
        <p:spPr bwMode="auto">
          <a:xfrm>
            <a:off x="5771981" y="6548056"/>
            <a:ext cx="1676400" cy="262319"/>
          </a:xfrm>
          <a:prstGeom prst="rect">
            <a:avLst/>
          </a:prstGeom>
          <a:noFill/>
          <a:ln w="9525">
            <a:noFill/>
            <a:miter lim="800000"/>
            <a:headEnd/>
            <a:tailEnd/>
          </a:ln>
          <a:effectLst/>
        </p:spPr>
        <p:txBody>
          <a:bodyPr/>
          <a:lstStyle>
            <a:lvl1pPr algn="r">
              <a:defRPr sz="1400">
                <a:latin typeface="Arial" charset="0"/>
                <a:cs typeface="Arial" charset="0"/>
              </a:defRPr>
            </a:lvl1pPr>
          </a:lstStyle>
          <a:p>
            <a:pPr fontAlgn="auto">
              <a:spcBef>
                <a:spcPts val="0"/>
              </a:spcBef>
              <a:spcAft>
                <a:spcPts val="0"/>
              </a:spcAft>
              <a:defRPr/>
            </a:pPr>
            <a:fld id="{E486D8C6-261C-4077-B176-A2D68CA08FDE}" type="slidenum">
              <a:rPr lang="en-US" sz="1100" smtClean="0">
                <a:solidFill>
                  <a:prstClr val="black"/>
                </a:solidFill>
              </a:rPr>
              <a:pPr fontAlgn="auto">
                <a:spcBef>
                  <a:spcPts val="0"/>
                </a:spcBef>
                <a:spcAft>
                  <a:spcPts val="0"/>
                </a:spcAft>
                <a:defRPr/>
              </a:pPr>
              <a:t>‹#›</a:t>
            </a:fld>
            <a:endParaRPr lang="en-US" sz="1100" dirty="0">
              <a:solidFill>
                <a:prstClr val="black"/>
              </a:solidFill>
            </a:endParaRPr>
          </a:p>
        </p:txBody>
      </p:sp>
      <p:sp>
        <p:nvSpPr>
          <p:cNvPr id="15" name="Title 1"/>
          <p:cNvSpPr>
            <a:spLocks noGrp="1"/>
          </p:cNvSpPr>
          <p:nvPr userDrawn="1">
            <p:ph type="title"/>
          </p:nvPr>
        </p:nvSpPr>
        <p:spPr>
          <a:xfrm>
            <a:off x="980768" y="193574"/>
            <a:ext cx="7152967" cy="486697"/>
          </a:xfrm>
          <a:prstGeom prst="rect">
            <a:avLst/>
          </a:prstGeom>
        </p:spPr>
        <p:txBody>
          <a:bodyPr/>
          <a:lstStyle>
            <a:lvl1pPr>
              <a:defRPr sz="2800" b="1">
                <a:latin typeface="Arial" pitchFamily="34" charset="0"/>
                <a:cs typeface="Arial" pitchFamily="34" charset="0"/>
              </a:defRPr>
            </a:lvl1pPr>
          </a:lstStyle>
          <a:p>
            <a:r>
              <a:rPr lang="en-US" dirty="0" smtClean="0"/>
              <a:t>Click to edit Master title style</a:t>
            </a:r>
            <a:endParaRPr lang="en-US" dirty="0"/>
          </a:p>
        </p:txBody>
      </p:sp>
      <p:sp>
        <p:nvSpPr>
          <p:cNvPr id="10" name="TextBox 9"/>
          <p:cNvSpPr txBox="1"/>
          <p:nvPr userDrawn="1"/>
        </p:nvSpPr>
        <p:spPr>
          <a:xfrm>
            <a:off x="-16899" y="6522145"/>
            <a:ext cx="3207774" cy="307777"/>
          </a:xfrm>
          <a:prstGeom prst="rect">
            <a:avLst/>
          </a:prstGeom>
          <a:noFill/>
        </p:spPr>
        <p:txBody>
          <a:bodyPr wrap="square" rtlCol="0" anchor="ctr" anchorCtr="0">
            <a:spAutoFit/>
          </a:bodyPr>
          <a:lstStyle/>
          <a:p>
            <a:r>
              <a:rPr lang="en-US" sz="1400" i="1" dirty="0" smtClean="0">
                <a:solidFill>
                  <a:prstClr val="black"/>
                </a:solidFill>
                <a:latin typeface="Arial" pitchFamily="34" charset="0"/>
                <a:cs typeface="Arial" pitchFamily="34" charset="0"/>
              </a:rPr>
              <a:t>America’s Force of Decisive Action</a:t>
            </a:r>
          </a:p>
        </p:txBody>
      </p:sp>
      <p:cxnSp>
        <p:nvCxnSpPr>
          <p:cNvPr id="11" name="Straight Connector 10"/>
          <p:cNvCxnSpPr/>
          <p:nvPr userDrawn="1"/>
        </p:nvCxnSpPr>
        <p:spPr>
          <a:xfrm>
            <a:off x="0" y="6430911"/>
            <a:ext cx="9144000" cy="0"/>
          </a:xfrm>
          <a:prstGeom prst="line">
            <a:avLst/>
          </a:prstGeom>
          <a:ln w="28575" cmpd="sng">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0" y="6483147"/>
            <a:ext cx="9144000" cy="0"/>
          </a:xfrm>
          <a:prstGeom prst="line">
            <a:avLst/>
          </a:prstGeom>
          <a:ln w="28575" cmpd="sng">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Picture 12" descr="USARMY_2D.png"/>
          <p:cNvPicPr>
            <a:picLocks noChangeAspect="1"/>
          </p:cNvPicPr>
          <p:nvPr userDrawn="1"/>
        </p:nvPicPr>
        <p:blipFill>
          <a:blip r:embed="rId3" cstate="print">
            <a:clrChange>
              <a:clrFrom>
                <a:srgbClr val="FFFFFF"/>
              </a:clrFrom>
              <a:clrTo>
                <a:srgbClr val="FFFFFF">
                  <a:alpha val="0"/>
                </a:srgbClr>
              </a:clrTo>
            </a:clrChange>
          </a:blip>
          <a:srcRect l="26716" t="14431" r="23842" b="19843"/>
          <a:stretch>
            <a:fillRect/>
          </a:stretch>
        </p:blipFill>
        <p:spPr>
          <a:xfrm>
            <a:off x="192304" y="136525"/>
            <a:ext cx="675131" cy="822325"/>
          </a:xfrm>
          <a:prstGeom prst="rect">
            <a:avLst/>
          </a:prstGeom>
        </p:spPr>
      </p:pic>
      <p:pic>
        <p:nvPicPr>
          <p:cNvPr id="14" name="Picture 13" descr="alpha_omega_logo_102111.png"/>
          <p:cNvPicPr>
            <a:picLocks noChangeAspect="1"/>
          </p:cNvPicPr>
          <p:nvPr userDrawn="1"/>
        </p:nvPicPr>
        <p:blipFill>
          <a:blip r:embed="rId4" cstate="print"/>
          <a:stretch>
            <a:fillRect/>
          </a:stretch>
        </p:blipFill>
        <p:spPr>
          <a:xfrm>
            <a:off x="8247183" y="238124"/>
            <a:ext cx="760932" cy="663576"/>
          </a:xfrm>
          <a:prstGeom prst="rect">
            <a:avLst/>
          </a:prstGeom>
        </p:spPr>
      </p:pic>
    </p:spTree>
    <p:extLst>
      <p:ext uri="{BB962C8B-B14F-4D97-AF65-F5344CB8AC3E}">
        <p14:creationId xmlns:p14="http://schemas.microsoft.com/office/powerpoint/2010/main" val="3249914004"/>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18" name="Picture 1"/>
          <p:cNvPicPr>
            <a:picLocks noChangeAspect="1" noChangeArrowheads="1"/>
          </p:cNvPicPr>
          <p:nvPr userDrawn="1"/>
        </p:nvPicPr>
        <p:blipFill>
          <a:blip r:embed="rId2" cstate="print"/>
          <a:srcRect t="6911"/>
          <a:stretch>
            <a:fillRect/>
          </a:stretch>
        </p:blipFill>
        <p:spPr bwMode="auto">
          <a:xfrm>
            <a:off x="7419975" y="6471187"/>
            <a:ext cx="1685925" cy="386813"/>
          </a:xfrm>
          <a:prstGeom prst="rect">
            <a:avLst/>
          </a:prstGeom>
          <a:noFill/>
          <a:ln w="9525">
            <a:noFill/>
            <a:miter lim="800000"/>
            <a:headEnd/>
            <a:tailEnd/>
          </a:ln>
        </p:spPr>
      </p:pic>
      <p:sp>
        <p:nvSpPr>
          <p:cNvPr id="8" name="Rectangle 7"/>
          <p:cNvSpPr/>
          <p:nvPr userDrawn="1"/>
        </p:nvSpPr>
        <p:spPr bwMode="auto">
          <a:xfrm>
            <a:off x="999653" y="792161"/>
            <a:ext cx="7075284" cy="72381"/>
          </a:xfrm>
          <a:prstGeom prst="rect">
            <a:avLst/>
          </a:prstGeom>
          <a:solidFill>
            <a:srgbClr val="E5CB0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00" b="0">
              <a:solidFill>
                <a:prstClr val="white"/>
              </a:solidFill>
            </a:endParaRPr>
          </a:p>
        </p:txBody>
      </p:sp>
      <p:sp>
        <p:nvSpPr>
          <p:cNvPr id="9" name="Rectangle 6"/>
          <p:cNvSpPr txBox="1">
            <a:spLocks noChangeArrowheads="1"/>
          </p:cNvSpPr>
          <p:nvPr userDrawn="1"/>
        </p:nvSpPr>
        <p:spPr bwMode="auto">
          <a:xfrm>
            <a:off x="5771981" y="6548056"/>
            <a:ext cx="1676400" cy="262319"/>
          </a:xfrm>
          <a:prstGeom prst="rect">
            <a:avLst/>
          </a:prstGeom>
          <a:noFill/>
          <a:ln w="9525">
            <a:noFill/>
            <a:miter lim="800000"/>
            <a:headEnd/>
            <a:tailEnd/>
          </a:ln>
          <a:effectLst/>
        </p:spPr>
        <p:txBody>
          <a:bodyPr/>
          <a:lstStyle>
            <a:lvl1pPr algn="r">
              <a:defRPr sz="1400">
                <a:latin typeface="Arial" charset="0"/>
                <a:cs typeface="Arial" charset="0"/>
              </a:defRPr>
            </a:lvl1pPr>
          </a:lstStyle>
          <a:p>
            <a:pPr fontAlgn="auto">
              <a:spcBef>
                <a:spcPts val="0"/>
              </a:spcBef>
              <a:spcAft>
                <a:spcPts val="0"/>
              </a:spcAft>
              <a:defRPr/>
            </a:pPr>
            <a:fld id="{E486D8C6-261C-4077-B176-A2D68CA08FDE}" type="slidenum">
              <a:rPr lang="en-US" sz="1100" smtClean="0">
                <a:solidFill>
                  <a:prstClr val="black"/>
                </a:solidFill>
              </a:rPr>
              <a:pPr fontAlgn="auto">
                <a:spcBef>
                  <a:spcPts val="0"/>
                </a:spcBef>
                <a:spcAft>
                  <a:spcPts val="0"/>
                </a:spcAft>
                <a:defRPr/>
              </a:pPr>
              <a:t>‹#›</a:t>
            </a:fld>
            <a:endParaRPr lang="en-US" sz="1100" dirty="0">
              <a:solidFill>
                <a:prstClr val="black"/>
              </a:solidFill>
            </a:endParaRPr>
          </a:p>
        </p:txBody>
      </p:sp>
      <p:sp>
        <p:nvSpPr>
          <p:cNvPr id="15" name="Title 1"/>
          <p:cNvSpPr>
            <a:spLocks noGrp="1"/>
          </p:cNvSpPr>
          <p:nvPr userDrawn="1">
            <p:ph type="title"/>
          </p:nvPr>
        </p:nvSpPr>
        <p:spPr>
          <a:xfrm>
            <a:off x="980768" y="2469414"/>
            <a:ext cx="7152967" cy="486697"/>
          </a:xfrm>
          <a:prstGeom prst="rect">
            <a:avLst/>
          </a:prstGeom>
        </p:spPr>
        <p:txBody>
          <a:bodyPr/>
          <a:lstStyle>
            <a:lvl1pPr>
              <a:defRPr sz="2800" b="1">
                <a:latin typeface="Arial" pitchFamily="34" charset="0"/>
                <a:cs typeface="Arial" pitchFamily="34" charset="0"/>
              </a:defRPr>
            </a:lvl1pPr>
          </a:lstStyle>
          <a:p>
            <a:r>
              <a:rPr lang="en-US" dirty="0" smtClean="0"/>
              <a:t>Click to edit Master title style</a:t>
            </a:r>
            <a:endParaRPr lang="en-US" dirty="0"/>
          </a:p>
        </p:txBody>
      </p:sp>
      <p:sp>
        <p:nvSpPr>
          <p:cNvPr id="10" name="TextBox 9"/>
          <p:cNvSpPr txBox="1"/>
          <p:nvPr userDrawn="1"/>
        </p:nvSpPr>
        <p:spPr>
          <a:xfrm>
            <a:off x="-16899" y="6522145"/>
            <a:ext cx="3207774" cy="307777"/>
          </a:xfrm>
          <a:prstGeom prst="rect">
            <a:avLst/>
          </a:prstGeom>
          <a:noFill/>
        </p:spPr>
        <p:txBody>
          <a:bodyPr wrap="square" rtlCol="0" anchor="ctr" anchorCtr="0">
            <a:spAutoFit/>
          </a:bodyPr>
          <a:lstStyle/>
          <a:p>
            <a:r>
              <a:rPr lang="en-US" sz="1400" i="1" dirty="0" smtClean="0">
                <a:solidFill>
                  <a:prstClr val="black"/>
                </a:solidFill>
                <a:latin typeface="Arial" pitchFamily="34" charset="0"/>
                <a:cs typeface="Arial" pitchFamily="34" charset="0"/>
              </a:rPr>
              <a:t>America’s Force of Decisive Action</a:t>
            </a:r>
          </a:p>
        </p:txBody>
      </p:sp>
      <p:cxnSp>
        <p:nvCxnSpPr>
          <p:cNvPr id="11" name="Straight Connector 10"/>
          <p:cNvCxnSpPr/>
          <p:nvPr userDrawn="1"/>
        </p:nvCxnSpPr>
        <p:spPr>
          <a:xfrm>
            <a:off x="0" y="6430911"/>
            <a:ext cx="9144000" cy="0"/>
          </a:xfrm>
          <a:prstGeom prst="line">
            <a:avLst/>
          </a:prstGeom>
          <a:ln w="28575" cmpd="sng">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0" y="6483147"/>
            <a:ext cx="9144000" cy="0"/>
          </a:xfrm>
          <a:prstGeom prst="line">
            <a:avLst/>
          </a:prstGeom>
          <a:ln w="28575" cmpd="sng">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Picture 12" descr="USARMY_2D.png"/>
          <p:cNvPicPr>
            <a:picLocks noChangeAspect="1"/>
          </p:cNvPicPr>
          <p:nvPr userDrawn="1"/>
        </p:nvPicPr>
        <p:blipFill>
          <a:blip r:embed="rId3" cstate="print">
            <a:clrChange>
              <a:clrFrom>
                <a:srgbClr val="FFFFFF"/>
              </a:clrFrom>
              <a:clrTo>
                <a:srgbClr val="FFFFFF">
                  <a:alpha val="0"/>
                </a:srgbClr>
              </a:clrTo>
            </a:clrChange>
          </a:blip>
          <a:srcRect l="26716" t="14431" r="23842" b="19843"/>
          <a:stretch>
            <a:fillRect/>
          </a:stretch>
        </p:blipFill>
        <p:spPr>
          <a:xfrm>
            <a:off x="192304" y="136525"/>
            <a:ext cx="675131" cy="822325"/>
          </a:xfrm>
          <a:prstGeom prst="rect">
            <a:avLst/>
          </a:prstGeom>
        </p:spPr>
      </p:pic>
      <p:pic>
        <p:nvPicPr>
          <p:cNvPr id="14" name="Picture 13" descr="alpha_omega_logo_102111.png"/>
          <p:cNvPicPr>
            <a:picLocks noChangeAspect="1"/>
          </p:cNvPicPr>
          <p:nvPr userDrawn="1"/>
        </p:nvPicPr>
        <p:blipFill>
          <a:blip r:embed="rId4" cstate="print"/>
          <a:stretch>
            <a:fillRect/>
          </a:stretch>
        </p:blipFill>
        <p:spPr>
          <a:xfrm>
            <a:off x="8247183" y="238124"/>
            <a:ext cx="760932" cy="663576"/>
          </a:xfrm>
          <a:prstGeom prst="rect">
            <a:avLst/>
          </a:prstGeom>
        </p:spPr>
      </p:pic>
    </p:spTree>
    <p:extLst>
      <p:ext uri="{BB962C8B-B14F-4D97-AF65-F5344CB8AC3E}">
        <p14:creationId xmlns:p14="http://schemas.microsoft.com/office/powerpoint/2010/main" val="2042334873"/>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TextBox 8"/>
          <p:cNvSpPr txBox="1"/>
          <p:nvPr userDrawn="1"/>
        </p:nvSpPr>
        <p:spPr>
          <a:xfrm>
            <a:off x="-7374" y="6585159"/>
            <a:ext cx="3207774" cy="276999"/>
          </a:xfrm>
          <a:prstGeom prst="rect">
            <a:avLst/>
          </a:prstGeom>
          <a:noFill/>
        </p:spPr>
        <p:txBody>
          <a:bodyPr wrap="square" rtlCol="0" anchor="ctr" anchorCtr="0">
            <a:spAutoFit/>
          </a:bodyPr>
          <a:lstStyle/>
          <a:p>
            <a:r>
              <a:rPr lang="en-US" sz="1200" i="1" dirty="0" smtClean="0">
                <a:solidFill>
                  <a:prstClr val="black"/>
                </a:solidFill>
                <a:latin typeface="Arial" pitchFamily="34" charset="0"/>
                <a:cs typeface="Arial" pitchFamily="34" charset="0"/>
              </a:rPr>
              <a:t>America’s Force of Decisive Action</a:t>
            </a:r>
          </a:p>
        </p:txBody>
      </p:sp>
      <p:cxnSp>
        <p:nvCxnSpPr>
          <p:cNvPr id="10" name="Straight Connector 9"/>
          <p:cNvCxnSpPr/>
          <p:nvPr userDrawn="1"/>
        </p:nvCxnSpPr>
        <p:spPr>
          <a:xfrm>
            <a:off x="0" y="6526161"/>
            <a:ext cx="9144000" cy="0"/>
          </a:xfrm>
          <a:prstGeom prst="line">
            <a:avLst/>
          </a:prstGeom>
          <a:ln w="28575" cmpd="sng">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0" y="6597447"/>
            <a:ext cx="9144000" cy="0"/>
          </a:xfrm>
          <a:prstGeom prst="line">
            <a:avLst/>
          </a:prstGeom>
          <a:ln w="28575" cmpd="sng">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6"/>
          <p:cNvSpPr txBox="1">
            <a:spLocks noChangeArrowheads="1"/>
          </p:cNvSpPr>
          <p:nvPr userDrawn="1"/>
        </p:nvSpPr>
        <p:spPr bwMode="auto">
          <a:xfrm>
            <a:off x="7466198" y="6595681"/>
            <a:ext cx="1676400" cy="262319"/>
          </a:xfrm>
          <a:prstGeom prst="rect">
            <a:avLst/>
          </a:prstGeom>
          <a:noFill/>
          <a:ln w="9525">
            <a:noFill/>
            <a:miter lim="800000"/>
            <a:headEnd/>
            <a:tailEnd/>
          </a:ln>
          <a:effectLst/>
        </p:spPr>
        <p:txBody>
          <a:bodyPr/>
          <a:lstStyle>
            <a:lvl1pPr algn="r">
              <a:defRPr sz="1400">
                <a:latin typeface="Arial" charset="0"/>
                <a:cs typeface="Arial" charset="0"/>
              </a:defRPr>
            </a:lvl1pPr>
          </a:lstStyle>
          <a:p>
            <a:pPr fontAlgn="auto">
              <a:spcBef>
                <a:spcPts val="0"/>
              </a:spcBef>
              <a:spcAft>
                <a:spcPts val="0"/>
              </a:spcAft>
              <a:defRPr/>
            </a:pPr>
            <a:fld id="{E486D8C6-261C-4077-B176-A2D68CA08FDE}" type="slidenum">
              <a:rPr lang="en-US" sz="1100" b="0" smtClean="0">
                <a:solidFill>
                  <a:prstClr val="black"/>
                </a:solidFill>
              </a:rPr>
              <a:pPr fontAlgn="auto">
                <a:spcBef>
                  <a:spcPts val="0"/>
                </a:spcBef>
                <a:spcAft>
                  <a:spcPts val="0"/>
                </a:spcAft>
                <a:defRPr/>
              </a:pPr>
              <a:t>‹#›</a:t>
            </a:fld>
            <a:endParaRPr lang="en-US" sz="1100" b="0" dirty="0">
              <a:solidFill>
                <a:prstClr val="black"/>
              </a:solidFill>
            </a:endParaRPr>
          </a:p>
        </p:txBody>
      </p:sp>
    </p:spTree>
    <p:extLst>
      <p:ext uri="{BB962C8B-B14F-4D97-AF65-F5344CB8AC3E}">
        <p14:creationId xmlns:p14="http://schemas.microsoft.com/office/powerpoint/2010/main" val="2482227179"/>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1" descr="ASAALT_color.png"/>
          <p:cNvPicPr>
            <a:picLocks noChangeAspect="1"/>
          </p:cNvPicPr>
          <p:nvPr userDrawn="1"/>
        </p:nvPicPr>
        <p:blipFill>
          <a:blip r:embed="rId2" cstate="print"/>
          <a:srcRect/>
          <a:stretch>
            <a:fillRect/>
          </a:stretch>
        </p:blipFill>
        <p:spPr bwMode="auto">
          <a:xfrm>
            <a:off x="4759325" y="735013"/>
            <a:ext cx="1281113" cy="1279525"/>
          </a:xfrm>
          <a:prstGeom prst="rect">
            <a:avLst/>
          </a:prstGeom>
          <a:noFill/>
          <a:ln w="9525">
            <a:noFill/>
            <a:miter lim="800000"/>
            <a:headEnd/>
            <a:tailEnd/>
          </a:ln>
        </p:spPr>
      </p:pic>
      <p:pic>
        <p:nvPicPr>
          <p:cNvPr id="5" name="Picture 2" descr="Army logo.png"/>
          <p:cNvPicPr>
            <a:picLocks noChangeAspect="1"/>
          </p:cNvPicPr>
          <p:nvPr userDrawn="1"/>
        </p:nvPicPr>
        <p:blipFill>
          <a:blip r:embed="rId3" cstate="print"/>
          <a:srcRect/>
          <a:stretch>
            <a:fillRect/>
          </a:stretch>
        </p:blipFill>
        <p:spPr bwMode="auto">
          <a:xfrm>
            <a:off x="3094038" y="719138"/>
            <a:ext cx="1298575" cy="1298575"/>
          </a:xfrm>
          <a:prstGeom prst="rect">
            <a:avLst/>
          </a:prstGeom>
          <a:noFill/>
          <a:ln w="9525">
            <a:noFill/>
            <a:miter lim="800000"/>
            <a:headEnd/>
            <a:tailEnd/>
          </a:ln>
        </p:spPr>
      </p:pic>
      <p:sp>
        <p:nvSpPr>
          <p:cNvPr id="9" name="Title 1"/>
          <p:cNvSpPr>
            <a:spLocks noGrp="1"/>
          </p:cNvSpPr>
          <p:nvPr>
            <p:ph type="ctrTitle"/>
          </p:nvPr>
        </p:nvSpPr>
        <p:spPr>
          <a:xfrm>
            <a:off x="685800" y="2410637"/>
            <a:ext cx="7772400" cy="1470025"/>
          </a:xfrm>
          <a:prstGeom prst="rect">
            <a:avLst/>
          </a:prstGeom>
        </p:spPr>
        <p:txBody>
          <a:bodyPr/>
          <a:lstStyle>
            <a:lvl1pPr>
              <a:defRPr sz="3600">
                <a:latin typeface="Arial" pitchFamily="34" charset="0"/>
                <a:cs typeface="Arial" pitchFamily="34" charset="0"/>
              </a:defRPr>
            </a:lvl1pPr>
          </a:lstStyle>
          <a:p>
            <a:r>
              <a:rPr lang="en-US" dirty="0" smtClean="0"/>
              <a:t>Click to edit Master title style</a:t>
            </a:r>
            <a:endParaRPr lang="en-US" dirty="0"/>
          </a:p>
        </p:txBody>
      </p:sp>
      <p:sp>
        <p:nvSpPr>
          <p:cNvPr id="10" name="Subtitle 2"/>
          <p:cNvSpPr>
            <a:spLocks noGrp="1"/>
          </p:cNvSpPr>
          <p:nvPr>
            <p:ph type="subTitle" idx="1"/>
          </p:nvPr>
        </p:nvSpPr>
        <p:spPr>
          <a:xfrm>
            <a:off x="1371600" y="3886200"/>
            <a:ext cx="6400800" cy="1752600"/>
          </a:xfrm>
          <a:prstGeom prst="rect">
            <a:avLst/>
          </a:prstGeom>
        </p:spPr>
        <p:txBody>
          <a:bodyPr/>
          <a:lstStyle>
            <a:lvl1pPr marL="0" indent="0" algn="ctr">
              <a:buNone/>
              <a:defRPr sz="2800">
                <a:latin typeface="Arial" pitchFamily="34" charset="0"/>
                <a:cs typeface="Arial"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smtClean="0"/>
              <a:t>Click to edit Master subtitle style</a:t>
            </a:r>
            <a:endParaRPr lang="en-US" dirty="0"/>
          </a:p>
        </p:txBody>
      </p:sp>
      <p:sp>
        <p:nvSpPr>
          <p:cNvPr id="7" name="TextBox 6"/>
          <p:cNvSpPr txBox="1"/>
          <p:nvPr userDrawn="1"/>
        </p:nvSpPr>
        <p:spPr>
          <a:xfrm>
            <a:off x="-7374" y="6585159"/>
            <a:ext cx="3207774" cy="276999"/>
          </a:xfrm>
          <a:prstGeom prst="rect">
            <a:avLst/>
          </a:prstGeom>
          <a:noFill/>
        </p:spPr>
        <p:txBody>
          <a:bodyPr wrap="square" rtlCol="0" anchor="ctr" anchorCtr="0">
            <a:spAutoFit/>
          </a:bodyPr>
          <a:lstStyle/>
          <a:p>
            <a:r>
              <a:rPr lang="en-US" sz="1200" i="1" dirty="0" smtClean="0">
                <a:solidFill>
                  <a:prstClr val="black"/>
                </a:solidFill>
                <a:latin typeface="Arial" pitchFamily="34" charset="0"/>
                <a:cs typeface="Arial" pitchFamily="34" charset="0"/>
              </a:rPr>
              <a:t>America’s Force of Decisive Action</a:t>
            </a:r>
          </a:p>
        </p:txBody>
      </p:sp>
      <p:cxnSp>
        <p:nvCxnSpPr>
          <p:cNvPr id="8" name="Straight Connector 7"/>
          <p:cNvCxnSpPr/>
          <p:nvPr userDrawn="1"/>
        </p:nvCxnSpPr>
        <p:spPr>
          <a:xfrm>
            <a:off x="0" y="6526161"/>
            <a:ext cx="9144000" cy="0"/>
          </a:xfrm>
          <a:prstGeom prst="line">
            <a:avLst/>
          </a:prstGeom>
          <a:ln w="28575" cmpd="sng">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0" y="6597447"/>
            <a:ext cx="9144000" cy="0"/>
          </a:xfrm>
          <a:prstGeom prst="line">
            <a:avLst/>
          </a:prstGeom>
          <a:ln w="28575" cmpd="sng">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6325094"/>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pic>
        <p:nvPicPr>
          <p:cNvPr id="11" name="Picture 10" descr="Presentation_slide.jpg"/>
          <p:cNvPicPr preferRelativeResize="0">
            <a:picLocks noChangeAspect="1"/>
          </p:cNvPicPr>
          <p:nvPr userDrawn="1"/>
        </p:nvPicPr>
        <p:blipFill>
          <a:blip r:embed="rId2" cstate="print"/>
          <a:srcRect b="2941"/>
          <a:stretch>
            <a:fillRect/>
          </a:stretch>
        </p:blipFill>
        <p:spPr>
          <a:xfrm>
            <a:off x="0" y="0"/>
            <a:ext cx="9144000" cy="6858000"/>
          </a:xfrm>
          <a:prstGeom prst="rect">
            <a:avLst/>
          </a:prstGeom>
        </p:spPr>
      </p:pic>
      <p:grpSp>
        <p:nvGrpSpPr>
          <p:cNvPr id="2" name="Group 12"/>
          <p:cNvGrpSpPr>
            <a:grpSpLocks/>
          </p:cNvGrpSpPr>
          <p:nvPr userDrawn="1"/>
        </p:nvGrpSpPr>
        <p:grpSpPr bwMode="auto">
          <a:xfrm>
            <a:off x="166688" y="136525"/>
            <a:ext cx="8793162" cy="822325"/>
            <a:chOff x="166651" y="136309"/>
            <a:chExt cx="8793614" cy="822960"/>
          </a:xfrm>
        </p:grpSpPr>
        <p:pic>
          <p:nvPicPr>
            <p:cNvPr id="5" name="Picture 3" descr="Army logo.png"/>
            <p:cNvPicPr>
              <a:picLocks noChangeAspect="1"/>
            </p:cNvPicPr>
            <p:nvPr userDrawn="1"/>
          </p:nvPicPr>
          <p:blipFill>
            <a:blip r:embed="rId3" cstate="print"/>
            <a:srcRect/>
            <a:stretch>
              <a:fillRect/>
            </a:stretch>
          </p:blipFill>
          <p:spPr bwMode="auto">
            <a:xfrm>
              <a:off x="166651" y="136309"/>
              <a:ext cx="822960" cy="822960"/>
            </a:xfrm>
            <a:prstGeom prst="rect">
              <a:avLst/>
            </a:prstGeom>
            <a:noFill/>
            <a:ln w="9525">
              <a:noFill/>
              <a:miter lim="800000"/>
              <a:headEnd/>
              <a:tailEnd/>
            </a:ln>
          </p:spPr>
        </p:pic>
        <p:pic>
          <p:nvPicPr>
            <p:cNvPr id="6" name="Picture 4" descr="ASAALT_color.png"/>
            <p:cNvPicPr>
              <a:picLocks noChangeAspect="1"/>
            </p:cNvPicPr>
            <p:nvPr userDrawn="1"/>
          </p:nvPicPr>
          <p:blipFill>
            <a:blip r:embed="rId4" cstate="print"/>
            <a:srcRect/>
            <a:stretch>
              <a:fillRect/>
            </a:stretch>
          </p:blipFill>
          <p:spPr bwMode="auto">
            <a:xfrm>
              <a:off x="8137305" y="136309"/>
              <a:ext cx="822960" cy="822960"/>
            </a:xfrm>
            <a:prstGeom prst="rect">
              <a:avLst/>
            </a:prstGeom>
            <a:noFill/>
            <a:ln w="9525">
              <a:noFill/>
              <a:miter lim="800000"/>
              <a:headEnd/>
              <a:tailEnd/>
            </a:ln>
          </p:spPr>
        </p:pic>
        <p:sp>
          <p:nvSpPr>
            <p:cNvPr id="7" name="Rectangle 6"/>
            <p:cNvSpPr/>
            <p:nvPr userDrawn="1"/>
          </p:nvSpPr>
          <p:spPr bwMode="auto">
            <a:xfrm>
              <a:off x="1155714" y="792453"/>
              <a:ext cx="6828189" cy="69904"/>
            </a:xfrm>
            <a:prstGeom prst="rect">
              <a:avLst/>
            </a:prstGeom>
            <a:solidFill>
              <a:srgbClr val="EFCF1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600" b="0" dirty="0">
                <a:solidFill>
                  <a:prstClr val="white"/>
                </a:solidFill>
              </a:endParaRPr>
            </a:p>
          </p:txBody>
        </p:sp>
      </p:grpSp>
      <p:sp>
        <p:nvSpPr>
          <p:cNvPr id="15" name="Title 1"/>
          <p:cNvSpPr>
            <a:spLocks noGrp="1"/>
          </p:cNvSpPr>
          <p:nvPr>
            <p:ph type="title"/>
          </p:nvPr>
        </p:nvSpPr>
        <p:spPr>
          <a:xfrm>
            <a:off x="980768" y="250724"/>
            <a:ext cx="7152967" cy="597308"/>
          </a:xfrm>
          <a:prstGeom prst="rect">
            <a:avLst/>
          </a:prstGeom>
        </p:spPr>
        <p:txBody>
          <a:bodyPr/>
          <a:lstStyle>
            <a:lvl1pPr>
              <a:defRPr sz="3200" b="1">
                <a:latin typeface="Arial" pitchFamily="34" charset="0"/>
                <a:cs typeface="Arial" pitchFamily="34" charset="0"/>
              </a:defRPr>
            </a:lvl1pPr>
          </a:lstStyle>
          <a:p>
            <a:r>
              <a:rPr lang="en-US" dirty="0" smtClean="0"/>
              <a:t>Click to edit Master title style</a:t>
            </a:r>
            <a:endParaRPr lang="en-US" dirty="0"/>
          </a:p>
        </p:txBody>
      </p:sp>
      <p:pic>
        <p:nvPicPr>
          <p:cNvPr id="13" name="Picture 12" descr="2011_asaalt_presentation_tagline_long_031711.png"/>
          <p:cNvPicPr>
            <a:picLocks noChangeAspect="1"/>
          </p:cNvPicPr>
          <p:nvPr userDrawn="1"/>
        </p:nvPicPr>
        <p:blipFill>
          <a:blip r:embed="rId5" cstate="print"/>
          <a:srcRect r="14459"/>
          <a:stretch>
            <a:fillRect/>
          </a:stretch>
        </p:blipFill>
        <p:spPr>
          <a:xfrm>
            <a:off x="14990" y="6400800"/>
            <a:ext cx="8874177" cy="376734"/>
          </a:xfrm>
          <a:prstGeom prst="rect">
            <a:avLst/>
          </a:prstGeom>
        </p:spPr>
      </p:pic>
      <p:sp>
        <p:nvSpPr>
          <p:cNvPr id="9" name="Rectangle 6"/>
          <p:cNvSpPr txBox="1">
            <a:spLocks noChangeArrowheads="1"/>
          </p:cNvSpPr>
          <p:nvPr userDrawn="1"/>
        </p:nvSpPr>
        <p:spPr bwMode="auto">
          <a:xfrm>
            <a:off x="7519988" y="6551613"/>
            <a:ext cx="1676400" cy="306387"/>
          </a:xfrm>
          <a:prstGeom prst="rect">
            <a:avLst/>
          </a:prstGeom>
          <a:noFill/>
          <a:ln w="9525">
            <a:noFill/>
            <a:miter lim="800000"/>
            <a:headEnd/>
            <a:tailEnd/>
          </a:ln>
          <a:effectLst/>
        </p:spPr>
        <p:txBody>
          <a:bodyPr/>
          <a:lstStyle>
            <a:lvl1pPr algn="r">
              <a:defRPr sz="1400">
                <a:latin typeface="Arial" charset="0"/>
                <a:cs typeface="Arial" charset="0"/>
              </a:defRPr>
            </a:lvl1pPr>
          </a:lstStyle>
          <a:p>
            <a:pPr>
              <a:defRPr/>
            </a:pPr>
            <a:fld id="{DE7C154F-E342-4F07-9527-E51E74A02045}" type="slidenum">
              <a:rPr lang="en-US" sz="1100" b="0" smtClean="0">
                <a:solidFill>
                  <a:prstClr val="black"/>
                </a:solidFill>
              </a:rPr>
              <a:pPr>
                <a:defRPr/>
              </a:pPr>
              <a:t>‹#›</a:t>
            </a:fld>
            <a:endParaRPr lang="en-US" sz="1100" b="0" dirty="0">
              <a:solidFill>
                <a:prstClr val="black"/>
              </a:solidFill>
            </a:endParaRPr>
          </a:p>
        </p:txBody>
      </p:sp>
    </p:spTree>
    <p:extLst>
      <p:ext uri="{BB962C8B-B14F-4D97-AF65-F5344CB8AC3E}">
        <p14:creationId xmlns:p14="http://schemas.microsoft.com/office/powerpoint/2010/main" val="3087584951"/>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6_Title Only">
    <p:spTree>
      <p:nvGrpSpPr>
        <p:cNvPr id="1" name=""/>
        <p:cNvGrpSpPr/>
        <p:nvPr/>
      </p:nvGrpSpPr>
      <p:grpSpPr>
        <a:xfrm>
          <a:off x="0" y="0"/>
          <a:ext cx="0" cy="0"/>
          <a:chOff x="0" y="0"/>
          <a:chExt cx="0" cy="0"/>
        </a:xfrm>
      </p:grpSpPr>
      <p:pic>
        <p:nvPicPr>
          <p:cNvPr id="11" name="Picture 10" descr="Presentation_slide.jpg"/>
          <p:cNvPicPr preferRelativeResize="0">
            <a:picLocks noChangeAspect="1"/>
          </p:cNvPicPr>
          <p:nvPr userDrawn="1"/>
        </p:nvPicPr>
        <p:blipFill>
          <a:blip r:embed="rId2" cstate="print"/>
          <a:srcRect b="2941"/>
          <a:stretch>
            <a:fillRect/>
          </a:stretch>
        </p:blipFill>
        <p:spPr>
          <a:xfrm>
            <a:off x="0" y="0"/>
            <a:ext cx="9144000" cy="6858000"/>
          </a:xfrm>
          <a:prstGeom prst="rect">
            <a:avLst/>
          </a:prstGeom>
        </p:spPr>
      </p:pic>
      <p:grpSp>
        <p:nvGrpSpPr>
          <p:cNvPr id="2" name="Group 12"/>
          <p:cNvGrpSpPr>
            <a:grpSpLocks/>
          </p:cNvGrpSpPr>
          <p:nvPr userDrawn="1"/>
        </p:nvGrpSpPr>
        <p:grpSpPr bwMode="auto">
          <a:xfrm>
            <a:off x="166688" y="136525"/>
            <a:ext cx="8793162" cy="822325"/>
            <a:chOff x="166651" y="136309"/>
            <a:chExt cx="8793614" cy="822960"/>
          </a:xfrm>
        </p:grpSpPr>
        <p:pic>
          <p:nvPicPr>
            <p:cNvPr id="5" name="Picture 3" descr="Army logo.png"/>
            <p:cNvPicPr>
              <a:picLocks noChangeAspect="1"/>
            </p:cNvPicPr>
            <p:nvPr userDrawn="1"/>
          </p:nvPicPr>
          <p:blipFill>
            <a:blip r:embed="rId3" cstate="print"/>
            <a:srcRect/>
            <a:stretch>
              <a:fillRect/>
            </a:stretch>
          </p:blipFill>
          <p:spPr bwMode="auto">
            <a:xfrm>
              <a:off x="166651" y="136309"/>
              <a:ext cx="822960" cy="822960"/>
            </a:xfrm>
            <a:prstGeom prst="rect">
              <a:avLst/>
            </a:prstGeom>
            <a:noFill/>
            <a:ln w="9525">
              <a:noFill/>
              <a:miter lim="800000"/>
              <a:headEnd/>
              <a:tailEnd/>
            </a:ln>
          </p:spPr>
        </p:pic>
        <p:pic>
          <p:nvPicPr>
            <p:cNvPr id="6" name="Picture 4" descr="ASAALT_color.png"/>
            <p:cNvPicPr>
              <a:picLocks noChangeAspect="1"/>
            </p:cNvPicPr>
            <p:nvPr userDrawn="1"/>
          </p:nvPicPr>
          <p:blipFill>
            <a:blip r:embed="rId4" cstate="print"/>
            <a:srcRect/>
            <a:stretch>
              <a:fillRect/>
            </a:stretch>
          </p:blipFill>
          <p:spPr bwMode="auto">
            <a:xfrm>
              <a:off x="8137305" y="136309"/>
              <a:ext cx="822960" cy="822960"/>
            </a:xfrm>
            <a:prstGeom prst="rect">
              <a:avLst/>
            </a:prstGeom>
            <a:noFill/>
            <a:ln w="9525">
              <a:noFill/>
              <a:miter lim="800000"/>
              <a:headEnd/>
              <a:tailEnd/>
            </a:ln>
          </p:spPr>
        </p:pic>
        <p:sp>
          <p:nvSpPr>
            <p:cNvPr id="7" name="Rectangle 6"/>
            <p:cNvSpPr/>
            <p:nvPr userDrawn="1"/>
          </p:nvSpPr>
          <p:spPr bwMode="auto">
            <a:xfrm>
              <a:off x="1155714" y="792453"/>
              <a:ext cx="6828189" cy="69904"/>
            </a:xfrm>
            <a:prstGeom prst="rect">
              <a:avLst/>
            </a:prstGeom>
            <a:solidFill>
              <a:srgbClr val="EFCF1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600" b="0" dirty="0">
                <a:solidFill>
                  <a:prstClr val="white"/>
                </a:solidFill>
              </a:endParaRPr>
            </a:p>
          </p:txBody>
        </p:sp>
      </p:grpSp>
      <p:sp>
        <p:nvSpPr>
          <p:cNvPr id="15" name="Title 1"/>
          <p:cNvSpPr>
            <a:spLocks noGrp="1"/>
          </p:cNvSpPr>
          <p:nvPr>
            <p:ph type="title"/>
          </p:nvPr>
        </p:nvSpPr>
        <p:spPr>
          <a:xfrm>
            <a:off x="980768" y="250724"/>
            <a:ext cx="7152967" cy="597308"/>
          </a:xfrm>
          <a:prstGeom prst="rect">
            <a:avLst/>
          </a:prstGeom>
        </p:spPr>
        <p:txBody>
          <a:bodyPr/>
          <a:lstStyle>
            <a:lvl1pPr>
              <a:defRPr sz="3200" b="1">
                <a:latin typeface="Arial" pitchFamily="34" charset="0"/>
                <a:cs typeface="Arial" pitchFamily="34" charset="0"/>
              </a:defRPr>
            </a:lvl1pPr>
          </a:lstStyle>
          <a:p>
            <a:r>
              <a:rPr lang="en-US" dirty="0" smtClean="0"/>
              <a:t>Click to edit Master title style</a:t>
            </a:r>
            <a:endParaRPr lang="en-US" dirty="0"/>
          </a:p>
        </p:txBody>
      </p:sp>
      <p:pic>
        <p:nvPicPr>
          <p:cNvPr id="13" name="Picture 12" descr="2011_asaalt_presentation_tagline_long_031711.png"/>
          <p:cNvPicPr>
            <a:picLocks noChangeAspect="1"/>
          </p:cNvPicPr>
          <p:nvPr userDrawn="1"/>
        </p:nvPicPr>
        <p:blipFill>
          <a:blip r:embed="rId5" cstate="print"/>
          <a:srcRect r="14459"/>
          <a:stretch>
            <a:fillRect/>
          </a:stretch>
        </p:blipFill>
        <p:spPr>
          <a:xfrm>
            <a:off x="14990" y="6400800"/>
            <a:ext cx="8874177" cy="376734"/>
          </a:xfrm>
          <a:prstGeom prst="rect">
            <a:avLst/>
          </a:prstGeom>
        </p:spPr>
      </p:pic>
      <p:sp>
        <p:nvSpPr>
          <p:cNvPr id="9" name="Rectangle 6"/>
          <p:cNvSpPr txBox="1">
            <a:spLocks noChangeArrowheads="1"/>
          </p:cNvSpPr>
          <p:nvPr userDrawn="1"/>
        </p:nvSpPr>
        <p:spPr bwMode="auto">
          <a:xfrm>
            <a:off x="7519988" y="6551613"/>
            <a:ext cx="1676400" cy="306387"/>
          </a:xfrm>
          <a:prstGeom prst="rect">
            <a:avLst/>
          </a:prstGeom>
          <a:noFill/>
          <a:ln w="9525">
            <a:noFill/>
            <a:miter lim="800000"/>
            <a:headEnd/>
            <a:tailEnd/>
          </a:ln>
          <a:effectLst/>
        </p:spPr>
        <p:txBody>
          <a:bodyPr/>
          <a:lstStyle>
            <a:lvl1pPr algn="r">
              <a:defRPr sz="1400">
                <a:latin typeface="Arial" charset="0"/>
                <a:cs typeface="Arial" charset="0"/>
              </a:defRPr>
            </a:lvl1pPr>
          </a:lstStyle>
          <a:p>
            <a:pPr>
              <a:defRPr/>
            </a:pPr>
            <a:fld id="{DE7C154F-E342-4F07-9527-E51E74A02045}" type="slidenum">
              <a:rPr lang="en-US" sz="1100" b="0" smtClean="0">
                <a:solidFill>
                  <a:prstClr val="black"/>
                </a:solidFill>
              </a:rPr>
              <a:pPr>
                <a:defRPr/>
              </a:pPr>
              <a:t>‹#›</a:t>
            </a:fld>
            <a:endParaRPr lang="en-US" sz="1100" b="0" dirty="0">
              <a:solidFill>
                <a:prstClr val="black"/>
              </a:solidFill>
            </a:endParaRPr>
          </a:p>
        </p:txBody>
      </p:sp>
    </p:spTree>
    <p:extLst>
      <p:ext uri="{BB962C8B-B14F-4D97-AF65-F5344CB8AC3E}">
        <p14:creationId xmlns:p14="http://schemas.microsoft.com/office/powerpoint/2010/main" val="1819605877"/>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7_Title Only">
    <p:spTree>
      <p:nvGrpSpPr>
        <p:cNvPr id="1" name=""/>
        <p:cNvGrpSpPr/>
        <p:nvPr/>
      </p:nvGrpSpPr>
      <p:grpSpPr>
        <a:xfrm>
          <a:off x="0" y="0"/>
          <a:ext cx="0" cy="0"/>
          <a:chOff x="0" y="0"/>
          <a:chExt cx="0" cy="0"/>
        </a:xfrm>
      </p:grpSpPr>
      <p:pic>
        <p:nvPicPr>
          <p:cNvPr id="11" name="Picture 10" descr="Presentation_slide.jpg"/>
          <p:cNvPicPr preferRelativeResize="0">
            <a:picLocks noChangeAspect="1"/>
          </p:cNvPicPr>
          <p:nvPr userDrawn="1"/>
        </p:nvPicPr>
        <p:blipFill>
          <a:blip r:embed="rId2" cstate="print"/>
          <a:srcRect b="2941"/>
          <a:stretch>
            <a:fillRect/>
          </a:stretch>
        </p:blipFill>
        <p:spPr>
          <a:xfrm>
            <a:off x="0" y="0"/>
            <a:ext cx="9144000" cy="6858000"/>
          </a:xfrm>
          <a:prstGeom prst="rect">
            <a:avLst/>
          </a:prstGeom>
        </p:spPr>
      </p:pic>
      <p:grpSp>
        <p:nvGrpSpPr>
          <p:cNvPr id="2" name="Group 12"/>
          <p:cNvGrpSpPr>
            <a:grpSpLocks/>
          </p:cNvGrpSpPr>
          <p:nvPr userDrawn="1"/>
        </p:nvGrpSpPr>
        <p:grpSpPr bwMode="auto">
          <a:xfrm>
            <a:off x="166688" y="136525"/>
            <a:ext cx="8793162" cy="822325"/>
            <a:chOff x="166651" y="136309"/>
            <a:chExt cx="8793614" cy="822960"/>
          </a:xfrm>
        </p:grpSpPr>
        <p:pic>
          <p:nvPicPr>
            <p:cNvPr id="5" name="Picture 3" descr="Army logo.png"/>
            <p:cNvPicPr>
              <a:picLocks noChangeAspect="1"/>
            </p:cNvPicPr>
            <p:nvPr userDrawn="1"/>
          </p:nvPicPr>
          <p:blipFill>
            <a:blip r:embed="rId3" cstate="print"/>
            <a:srcRect/>
            <a:stretch>
              <a:fillRect/>
            </a:stretch>
          </p:blipFill>
          <p:spPr bwMode="auto">
            <a:xfrm>
              <a:off x="166651" y="136309"/>
              <a:ext cx="822960" cy="822960"/>
            </a:xfrm>
            <a:prstGeom prst="rect">
              <a:avLst/>
            </a:prstGeom>
            <a:noFill/>
            <a:ln w="9525">
              <a:noFill/>
              <a:miter lim="800000"/>
              <a:headEnd/>
              <a:tailEnd/>
            </a:ln>
          </p:spPr>
        </p:pic>
        <p:pic>
          <p:nvPicPr>
            <p:cNvPr id="6" name="Picture 4" descr="ASAALT_color.png"/>
            <p:cNvPicPr>
              <a:picLocks noChangeAspect="1"/>
            </p:cNvPicPr>
            <p:nvPr userDrawn="1"/>
          </p:nvPicPr>
          <p:blipFill>
            <a:blip r:embed="rId4" cstate="print"/>
            <a:srcRect/>
            <a:stretch>
              <a:fillRect/>
            </a:stretch>
          </p:blipFill>
          <p:spPr bwMode="auto">
            <a:xfrm>
              <a:off x="8137305" y="136309"/>
              <a:ext cx="822960" cy="822960"/>
            </a:xfrm>
            <a:prstGeom prst="rect">
              <a:avLst/>
            </a:prstGeom>
            <a:noFill/>
            <a:ln w="9525">
              <a:noFill/>
              <a:miter lim="800000"/>
              <a:headEnd/>
              <a:tailEnd/>
            </a:ln>
          </p:spPr>
        </p:pic>
        <p:sp>
          <p:nvSpPr>
            <p:cNvPr id="7" name="Rectangle 6"/>
            <p:cNvSpPr/>
            <p:nvPr userDrawn="1"/>
          </p:nvSpPr>
          <p:spPr bwMode="auto">
            <a:xfrm>
              <a:off x="1155714" y="792453"/>
              <a:ext cx="6828189" cy="69904"/>
            </a:xfrm>
            <a:prstGeom prst="rect">
              <a:avLst/>
            </a:prstGeom>
            <a:solidFill>
              <a:srgbClr val="EFCF1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600" b="0" dirty="0">
                <a:solidFill>
                  <a:prstClr val="white"/>
                </a:solidFill>
              </a:endParaRPr>
            </a:p>
          </p:txBody>
        </p:sp>
      </p:grpSp>
      <p:sp>
        <p:nvSpPr>
          <p:cNvPr id="15" name="Title 1"/>
          <p:cNvSpPr>
            <a:spLocks noGrp="1"/>
          </p:cNvSpPr>
          <p:nvPr>
            <p:ph type="title"/>
          </p:nvPr>
        </p:nvSpPr>
        <p:spPr>
          <a:xfrm>
            <a:off x="980768" y="250724"/>
            <a:ext cx="7152967" cy="597308"/>
          </a:xfrm>
          <a:prstGeom prst="rect">
            <a:avLst/>
          </a:prstGeom>
        </p:spPr>
        <p:txBody>
          <a:bodyPr/>
          <a:lstStyle>
            <a:lvl1pPr>
              <a:defRPr sz="3200" b="1">
                <a:latin typeface="Arial" pitchFamily="34" charset="0"/>
                <a:cs typeface="Arial" pitchFamily="34" charset="0"/>
              </a:defRPr>
            </a:lvl1pPr>
          </a:lstStyle>
          <a:p>
            <a:r>
              <a:rPr lang="en-US" dirty="0" smtClean="0"/>
              <a:t>Click to edit Master title style</a:t>
            </a:r>
            <a:endParaRPr lang="en-US" dirty="0"/>
          </a:p>
        </p:txBody>
      </p:sp>
      <p:pic>
        <p:nvPicPr>
          <p:cNvPr id="13" name="Picture 12" descr="2011_asaalt_presentation_tagline_long_031711.png"/>
          <p:cNvPicPr>
            <a:picLocks noChangeAspect="1"/>
          </p:cNvPicPr>
          <p:nvPr userDrawn="1"/>
        </p:nvPicPr>
        <p:blipFill>
          <a:blip r:embed="rId5" cstate="print"/>
          <a:srcRect r="14459"/>
          <a:stretch>
            <a:fillRect/>
          </a:stretch>
        </p:blipFill>
        <p:spPr>
          <a:xfrm>
            <a:off x="14990" y="6400800"/>
            <a:ext cx="8874177" cy="376734"/>
          </a:xfrm>
          <a:prstGeom prst="rect">
            <a:avLst/>
          </a:prstGeom>
        </p:spPr>
      </p:pic>
      <p:sp>
        <p:nvSpPr>
          <p:cNvPr id="9" name="Rectangle 6"/>
          <p:cNvSpPr txBox="1">
            <a:spLocks noChangeArrowheads="1"/>
          </p:cNvSpPr>
          <p:nvPr userDrawn="1"/>
        </p:nvSpPr>
        <p:spPr bwMode="auto">
          <a:xfrm>
            <a:off x="7519988" y="6551613"/>
            <a:ext cx="1676400" cy="306387"/>
          </a:xfrm>
          <a:prstGeom prst="rect">
            <a:avLst/>
          </a:prstGeom>
          <a:noFill/>
          <a:ln w="9525">
            <a:noFill/>
            <a:miter lim="800000"/>
            <a:headEnd/>
            <a:tailEnd/>
          </a:ln>
          <a:effectLst/>
        </p:spPr>
        <p:txBody>
          <a:bodyPr/>
          <a:lstStyle>
            <a:lvl1pPr algn="r">
              <a:defRPr sz="1400">
                <a:latin typeface="Arial" charset="0"/>
                <a:cs typeface="Arial" charset="0"/>
              </a:defRPr>
            </a:lvl1pPr>
          </a:lstStyle>
          <a:p>
            <a:pPr>
              <a:defRPr/>
            </a:pPr>
            <a:fld id="{DE7C154F-E342-4F07-9527-E51E74A02045}" type="slidenum">
              <a:rPr lang="en-US" sz="1100" b="0" smtClean="0">
                <a:solidFill>
                  <a:prstClr val="black"/>
                </a:solidFill>
              </a:rPr>
              <a:pPr>
                <a:defRPr/>
              </a:pPr>
              <a:t>‹#›</a:t>
            </a:fld>
            <a:endParaRPr lang="en-US" sz="1100" b="0" dirty="0">
              <a:solidFill>
                <a:prstClr val="black"/>
              </a:solidFill>
            </a:endParaRPr>
          </a:p>
        </p:txBody>
      </p:sp>
    </p:spTree>
    <p:extLst>
      <p:ext uri="{BB962C8B-B14F-4D97-AF65-F5344CB8AC3E}">
        <p14:creationId xmlns:p14="http://schemas.microsoft.com/office/powerpoint/2010/main" val="2637439643"/>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Title Slide - ASAALT">
    <p:spTree>
      <p:nvGrpSpPr>
        <p:cNvPr id="1" name=""/>
        <p:cNvGrpSpPr/>
        <p:nvPr/>
      </p:nvGrpSpPr>
      <p:grpSpPr>
        <a:xfrm>
          <a:off x="0" y="0"/>
          <a:ext cx="0" cy="0"/>
          <a:chOff x="0" y="0"/>
          <a:chExt cx="0" cy="0"/>
        </a:xfrm>
      </p:grpSpPr>
      <p:pic>
        <p:nvPicPr>
          <p:cNvPr id="4" name="Picture 1" descr="ASAALT_color.png"/>
          <p:cNvPicPr>
            <a:picLocks noChangeAspect="1"/>
          </p:cNvPicPr>
          <p:nvPr userDrawn="1"/>
        </p:nvPicPr>
        <p:blipFill>
          <a:blip r:embed="rId2" cstate="print"/>
          <a:srcRect/>
          <a:stretch>
            <a:fillRect/>
          </a:stretch>
        </p:blipFill>
        <p:spPr bwMode="auto">
          <a:xfrm>
            <a:off x="4759325" y="735013"/>
            <a:ext cx="1281113" cy="1279525"/>
          </a:xfrm>
          <a:prstGeom prst="rect">
            <a:avLst/>
          </a:prstGeom>
          <a:noFill/>
          <a:ln w="9525">
            <a:noFill/>
            <a:miter lim="800000"/>
            <a:headEnd/>
            <a:tailEnd/>
          </a:ln>
        </p:spPr>
      </p:pic>
      <p:pic>
        <p:nvPicPr>
          <p:cNvPr id="5" name="Picture 2" descr="Army logo.png"/>
          <p:cNvPicPr>
            <a:picLocks noChangeAspect="1"/>
          </p:cNvPicPr>
          <p:nvPr userDrawn="1"/>
        </p:nvPicPr>
        <p:blipFill>
          <a:blip r:embed="rId3" cstate="print"/>
          <a:srcRect/>
          <a:stretch>
            <a:fillRect/>
          </a:stretch>
        </p:blipFill>
        <p:spPr bwMode="auto">
          <a:xfrm>
            <a:off x="3094038" y="719138"/>
            <a:ext cx="1298575" cy="1298575"/>
          </a:xfrm>
          <a:prstGeom prst="rect">
            <a:avLst/>
          </a:prstGeom>
          <a:noFill/>
          <a:ln w="9525">
            <a:noFill/>
            <a:miter lim="800000"/>
            <a:headEnd/>
            <a:tailEnd/>
          </a:ln>
        </p:spPr>
      </p:pic>
      <p:pic>
        <p:nvPicPr>
          <p:cNvPr id="6" name="Picture 3" descr="2011_asaalt_presentation_tagline_long_031711.png"/>
          <p:cNvPicPr>
            <a:picLocks noChangeAspect="1"/>
          </p:cNvPicPr>
          <p:nvPr userDrawn="1"/>
        </p:nvPicPr>
        <p:blipFill>
          <a:blip r:embed="rId4" cstate="print"/>
          <a:srcRect r="12003"/>
          <a:stretch>
            <a:fillRect/>
          </a:stretch>
        </p:blipFill>
        <p:spPr bwMode="auto">
          <a:xfrm>
            <a:off x="14288" y="6400800"/>
            <a:ext cx="9129712" cy="376238"/>
          </a:xfrm>
          <a:prstGeom prst="rect">
            <a:avLst/>
          </a:prstGeom>
          <a:noFill/>
          <a:ln w="9525">
            <a:noFill/>
            <a:miter lim="800000"/>
            <a:headEnd/>
            <a:tailEnd/>
          </a:ln>
        </p:spPr>
      </p:pic>
      <p:sp>
        <p:nvSpPr>
          <p:cNvPr id="29" name="Title 1"/>
          <p:cNvSpPr>
            <a:spLocks noGrp="1"/>
          </p:cNvSpPr>
          <p:nvPr>
            <p:ph type="ctrTitle"/>
          </p:nvPr>
        </p:nvSpPr>
        <p:spPr>
          <a:xfrm>
            <a:off x="685800" y="2410637"/>
            <a:ext cx="7772400" cy="1470025"/>
          </a:xfrm>
          <a:prstGeom prst="rect">
            <a:avLst/>
          </a:prstGeom>
        </p:spPr>
        <p:txBody>
          <a:bodyPr/>
          <a:lstStyle>
            <a:lvl1pPr>
              <a:defRPr sz="3600">
                <a:latin typeface="Arial" pitchFamily="34" charset="0"/>
                <a:cs typeface="Arial" pitchFamily="34" charset="0"/>
              </a:defRPr>
            </a:lvl1pPr>
          </a:lstStyle>
          <a:p>
            <a:r>
              <a:rPr lang="en-US" smtClean="0"/>
              <a:t>Click to edit Master title style</a:t>
            </a:r>
            <a:endParaRPr lang="en-US" dirty="0"/>
          </a:p>
        </p:txBody>
      </p:sp>
      <p:sp>
        <p:nvSpPr>
          <p:cNvPr id="30" name="Subtitle 2"/>
          <p:cNvSpPr>
            <a:spLocks noGrp="1"/>
          </p:cNvSpPr>
          <p:nvPr>
            <p:ph type="subTitle" idx="1"/>
          </p:nvPr>
        </p:nvSpPr>
        <p:spPr>
          <a:xfrm>
            <a:off x="1371600" y="3886200"/>
            <a:ext cx="6400800" cy="1752600"/>
          </a:xfrm>
          <a:prstGeom prst="rect">
            <a:avLst/>
          </a:prstGeom>
        </p:spPr>
        <p:txBody>
          <a:bodyPr/>
          <a:lstStyle>
            <a:lvl1pPr marL="0" indent="0" algn="ctr">
              <a:buNone/>
              <a:defRPr sz="2800">
                <a:latin typeface="Arial" pitchFamily="34" charset="0"/>
                <a:cs typeface="Arial"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dirty="0"/>
          </a:p>
        </p:txBody>
      </p:sp>
    </p:spTree>
    <p:extLst>
      <p:ext uri="{BB962C8B-B14F-4D97-AF65-F5344CB8AC3E}">
        <p14:creationId xmlns:p14="http://schemas.microsoft.com/office/powerpoint/2010/main" val="198588152"/>
      </p:ext>
    </p:extLst>
  </p:cSld>
  <p:clrMapOvr>
    <a:masterClrMapping/>
  </p:clrMapOv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15_Title Only">
    <p:spTree>
      <p:nvGrpSpPr>
        <p:cNvPr id="1" name=""/>
        <p:cNvGrpSpPr/>
        <p:nvPr/>
      </p:nvGrpSpPr>
      <p:grpSpPr>
        <a:xfrm>
          <a:off x="0" y="0"/>
          <a:ext cx="0" cy="0"/>
          <a:chOff x="0" y="0"/>
          <a:chExt cx="0" cy="0"/>
        </a:xfrm>
      </p:grpSpPr>
      <p:sp>
        <p:nvSpPr>
          <p:cNvPr id="12" name="Title 1"/>
          <p:cNvSpPr>
            <a:spLocks noGrp="1"/>
          </p:cNvSpPr>
          <p:nvPr>
            <p:ph type="title"/>
          </p:nvPr>
        </p:nvSpPr>
        <p:spPr>
          <a:xfrm>
            <a:off x="1295401" y="1"/>
            <a:ext cx="6591300" cy="915459"/>
          </a:xfrm>
          <a:prstGeom prst="rect">
            <a:avLst/>
          </a:prstGeom>
        </p:spPr>
        <p:txBody>
          <a:bodyPr/>
          <a:lstStyle>
            <a:lvl1pPr>
              <a:defRPr sz="3600"/>
            </a:lvl1pPr>
          </a:lstStyle>
          <a:p>
            <a:r>
              <a:rPr lang="en-US" dirty="0" smtClean="0"/>
              <a:t>Click to edit Master title style</a:t>
            </a:r>
            <a:endParaRPr lang="en-US" dirty="0"/>
          </a:p>
        </p:txBody>
      </p:sp>
      <p:sp>
        <p:nvSpPr>
          <p:cNvPr id="13" name="Content Placeholder 2"/>
          <p:cNvSpPr>
            <a:spLocks noGrp="1"/>
          </p:cNvSpPr>
          <p:nvPr>
            <p:ph idx="1"/>
          </p:nvPr>
        </p:nvSpPr>
        <p:spPr>
          <a:xfrm>
            <a:off x="457200" y="1136169"/>
            <a:ext cx="8229600" cy="4525963"/>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4" name="Picture 10" descr="armylogo.gif"/>
          <p:cNvPicPr>
            <a:picLocks noChangeAspect="1"/>
          </p:cNvPicPr>
          <p:nvPr userDrawn="1"/>
        </p:nvPicPr>
        <p:blipFill>
          <a:blip r:embed="rId2" cstate="print"/>
          <a:srcRect/>
          <a:stretch>
            <a:fillRect/>
          </a:stretch>
        </p:blipFill>
        <p:spPr bwMode="auto">
          <a:xfrm>
            <a:off x="177800" y="147612"/>
            <a:ext cx="834843" cy="816947"/>
          </a:xfrm>
          <a:prstGeom prst="rect">
            <a:avLst/>
          </a:prstGeom>
          <a:noFill/>
          <a:ln w="9525">
            <a:noFill/>
            <a:miter lim="800000"/>
            <a:headEnd/>
            <a:tailEnd/>
          </a:ln>
        </p:spPr>
      </p:pic>
      <p:pic>
        <p:nvPicPr>
          <p:cNvPr id="5" name="Picture 11" descr="ASAALT_color.png"/>
          <p:cNvPicPr>
            <a:picLocks noChangeAspect="1"/>
          </p:cNvPicPr>
          <p:nvPr userDrawn="1"/>
        </p:nvPicPr>
        <p:blipFill>
          <a:blip r:embed="rId3" cstate="print"/>
          <a:srcRect/>
          <a:stretch>
            <a:fillRect/>
          </a:stretch>
        </p:blipFill>
        <p:spPr bwMode="auto">
          <a:xfrm>
            <a:off x="8089281" y="112713"/>
            <a:ext cx="888032" cy="862012"/>
          </a:xfrm>
          <a:prstGeom prst="rect">
            <a:avLst/>
          </a:prstGeom>
          <a:noFill/>
          <a:ln w="9525">
            <a:noFill/>
            <a:miter lim="800000"/>
            <a:headEnd/>
            <a:tailEnd/>
          </a:ln>
        </p:spPr>
      </p:pic>
      <p:sp>
        <p:nvSpPr>
          <p:cNvPr id="6" name="Rectangle 5"/>
          <p:cNvSpPr/>
          <p:nvPr userDrawn="1"/>
        </p:nvSpPr>
        <p:spPr bwMode="auto">
          <a:xfrm>
            <a:off x="1185863" y="609600"/>
            <a:ext cx="6827837" cy="69850"/>
          </a:xfrm>
          <a:prstGeom prst="rect">
            <a:avLst/>
          </a:prstGeom>
          <a:solidFill>
            <a:srgbClr val="EFCF1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00" b="0" dirty="0">
              <a:solidFill>
                <a:prstClr val="white"/>
              </a:solidFill>
            </a:endParaRPr>
          </a:p>
        </p:txBody>
      </p:sp>
    </p:spTree>
    <p:extLst>
      <p:ext uri="{BB962C8B-B14F-4D97-AF65-F5344CB8AC3E}">
        <p14:creationId xmlns:p14="http://schemas.microsoft.com/office/powerpoint/2010/main" val="377628622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2" name="Picture 1" descr="Presentation_slide.jpg"/>
          <p:cNvPicPr preferRelativeResize="0">
            <a:picLocks noChangeAspect="1"/>
          </p:cNvPicPr>
          <p:nvPr userDrawn="1"/>
        </p:nvPicPr>
        <p:blipFill>
          <a:blip r:embed="rId2" cstate="print"/>
          <a:srcRect b="2940"/>
          <a:stretch>
            <a:fillRect/>
          </a:stretch>
        </p:blipFill>
        <p:spPr bwMode="auto">
          <a:xfrm>
            <a:off x="0" y="0"/>
            <a:ext cx="9144000" cy="6858000"/>
          </a:xfrm>
          <a:prstGeom prst="rect">
            <a:avLst/>
          </a:prstGeom>
          <a:noFill/>
          <a:ln w="9525">
            <a:noFill/>
            <a:miter lim="800000"/>
            <a:headEnd/>
            <a:tailEnd/>
          </a:ln>
        </p:spPr>
      </p:pic>
      <p:grpSp>
        <p:nvGrpSpPr>
          <p:cNvPr id="3" name="Group 12"/>
          <p:cNvGrpSpPr>
            <a:grpSpLocks/>
          </p:cNvGrpSpPr>
          <p:nvPr userDrawn="1"/>
        </p:nvGrpSpPr>
        <p:grpSpPr bwMode="auto">
          <a:xfrm>
            <a:off x="166688" y="136525"/>
            <a:ext cx="8793162" cy="822325"/>
            <a:chOff x="166651" y="136309"/>
            <a:chExt cx="8793614" cy="822960"/>
          </a:xfrm>
        </p:grpSpPr>
        <p:pic>
          <p:nvPicPr>
            <p:cNvPr id="4" name="Picture 3" descr="Army logo.png"/>
            <p:cNvPicPr>
              <a:picLocks noChangeAspect="1"/>
            </p:cNvPicPr>
            <p:nvPr userDrawn="1"/>
          </p:nvPicPr>
          <p:blipFill>
            <a:blip r:embed="rId3" cstate="print"/>
            <a:srcRect/>
            <a:stretch>
              <a:fillRect/>
            </a:stretch>
          </p:blipFill>
          <p:spPr bwMode="auto">
            <a:xfrm>
              <a:off x="166651" y="136309"/>
              <a:ext cx="822960" cy="822960"/>
            </a:xfrm>
            <a:prstGeom prst="rect">
              <a:avLst/>
            </a:prstGeom>
            <a:noFill/>
            <a:ln w="9525">
              <a:noFill/>
              <a:miter lim="800000"/>
              <a:headEnd/>
              <a:tailEnd/>
            </a:ln>
          </p:spPr>
        </p:pic>
        <p:pic>
          <p:nvPicPr>
            <p:cNvPr id="5" name="Picture 4" descr="ASAALT_color.png"/>
            <p:cNvPicPr>
              <a:picLocks noChangeAspect="1"/>
            </p:cNvPicPr>
            <p:nvPr userDrawn="1"/>
          </p:nvPicPr>
          <p:blipFill>
            <a:blip r:embed="rId4" cstate="print"/>
            <a:srcRect/>
            <a:stretch>
              <a:fillRect/>
            </a:stretch>
          </p:blipFill>
          <p:spPr bwMode="auto">
            <a:xfrm>
              <a:off x="8137305" y="136309"/>
              <a:ext cx="822960" cy="822960"/>
            </a:xfrm>
            <a:prstGeom prst="rect">
              <a:avLst/>
            </a:prstGeom>
            <a:noFill/>
            <a:ln w="9525">
              <a:noFill/>
              <a:miter lim="800000"/>
              <a:headEnd/>
              <a:tailEnd/>
            </a:ln>
          </p:spPr>
        </p:pic>
        <p:sp>
          <p:nvSpPr>
            <p:cNvPr id="6" name="Rectangle 5"/>
            <p:cNvSpPr/>
            <p:nvPr userDrawn="1"/>
          </p:nvSpPr>
          <p:spPr bwMode="auto">
            <a:xfrm>
              <a:off x="1155714" y="792453"/>
              <a:ext cx="6828189" cy="69904"/>
            </a:xfrm>
            <a:prstGeom prst="rect">
              <a:avLst/>
            </a:prstGeom>
            <a:solidFill>
              <a:srgbClr val="EFCF1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00" b="0" dirty="0">
                <a:solidFill>
                  <a:prstClr val="white"/>
                </a:solidFill>
              </a:endParaRPr>
            </a:p>
          </p:txBody>
        </p:sp>
      </p:grpSp>
      <p:sp>
        <p:nvSpPr>
          <p:cNvPr id="7" name="Rectangle 6"/>
          <p:cNvSpPr txBox="1">
            <a:spLocks noChangeArrowheads="1"/>
          </p:cNvSpPr>
          <p:nvPr userDrawn="1"/>
        </p:nvSpPr>
        <p:spPr bwMode="auto">
          <a:xfrm>
            <a:off x="7519988" y="6551613"/>
            <a:ext cx="1676400" cy="306387"/>
          </a:xfrm>
          <a:prstGeom prst="rect">
            <a:avLst/>
          </a:prstGeom>
          <a:noFill/>
          <a:ln w="9525">
            <a:noFill/>
            <a:miter lim="800000"/>
            <a:headEnd/>
            <a:tailEnd/>
          </a:ln>
          <a:effectLst/>
        </p:spPr>
        <p:txBody>
          <a:bodyPr/>
          <a:lstStyle>
            <a:lvl1pPr algn="r">
              <a:defRPr sz="1400">
                <a:latin typeface="Arial" charset="0"/>
                <a:cs typeface="Arial" charset="0"/>
              </a:defRPr>
            </a:lvl1pPr>
          </a:lstStyle>
          <a:p>
            <a:pPr fontAlgn="auto">
              <a:spcBef>
                <a:spcPts val="0"/>
              </a:spcBef>
              <a:spcAft>
                <a:spcPts val="0"/>
              </a:spcAft>
              <a:defRPr/>
            </a:pPr>
            <a:fld id="{1B8D9C6F-96B0-4571-94AF-2DA31EE513F8}" type="slidenum">
              <a:rPr lang="en-US" sz="1100" b="0" smtClean="0">
                <a:solidFill>
                  <a:prstClr val="black"/>
                </a:solidFill>
              </a:rPr>
              <a:pPr fontAlgn="auto">
                <a:spcBef>
                  <a:spcPts val="0"/>
                </a:spcBef>
                <a:spcAft>
                  <a:spcPts val="0"/>
                </a:spcAft>
                <a:defRPr/>
              </a:pPr>
              <a:t>‹#›</a:t>
            </a:fld>
            <a:endParaRPr lang="en-US" sz="1100" b="0" dirty="0">
              <a:solidFill>
                <a:prstClr val="black"/>
              </a:solidFill>
            </a:endParaRPr>
          </a:p>
        </p:txBody>
      </p:sp>
      <p:pic>
        <p:nvPicPr>
          <p:cNvPr id="8" name="Picture 6" descr="asaalt_tagline_vector_long_022311.png"/>
          <p:cNvPicPr>
            <a:picLocks noChangeAspect="1"/>
          </p:cNvPicPr>
          <p:nvPr userDrawn="1"/>
        </p:nvPicPr>
        <p:blipFill>
          <a:blip r:embed="rId5" cstate="print"/>
          <a:srcRect r="3531"/>
          <a:stretch>
            <a:fillRect/>
          </a:stretch>
        </p:blipFill>
        <p:spPr bwMode="auto">
          <a:xfrm>
            <a:off x="101600" y="6403975"/>
            <a:ext cx="8194675" cy="371475"/>
          </a:xfrm>
          <a:prstGeom prst="rect">
            <a:avLst/>
          </a:prstGeom>
          <a:noFill/>
          <a:ln w="9525">
            <a:noFill/>
            <a:miter lim="800000"/>
            <a:headEnd/>
            <a:tailEnd/>
          </a:ln>
        </p:spPr>
      </p:pic>
      <p:pic>
        <p:nvPicPr>
          <p:cNvPr id="9" name="Picture 2" descr="K:\PEO CONTRACTOR AREA\CAS\Graphics\MISC\Logos Templates\PEO MS.png"/>
          <p:cNvPicPr>
            <a:picLocks noChangeAspect="1" noChangeArrowheads="1"/>
          </p:cNvPicPr>
          <p:nvPr userDrawn="1"/>
        </p:nvPicPr>
        <p:blipFill>
          <a:blip r:embed="rId6" cstate="print"/>
          <a:srcRect/>
          <a:stretch>
            <a:fillRect/>
          </a:stretch>
        </p:blipFill>
        <p:spPr bwMode="auto">
          <a:xfrm>
            <a:off x="8348663" y="6370638"/>
            <a:ext cx="571500" cy="457200"/>
          </a:xfrm>
          <a:prstGeom prst="rect">
            <a:avLst/>
          </a:prstGeom>
          <a:noFill/>
          <a:ln w="9525">
            <a:noFill/>
            <a:miter lim="800000"/>
            <a:headEnd/>
            <a:tailEnd/>
          </a:ln>
        </p:spPr>
      </p:pic>
    </p:spTree>
    <p:extLst>
      <p:ext uri="{BB962C8B-B14F-4D97-AF65-F5344CB8AC3E}">
        <p14:creationId xmlns:p14="http://schemas.microsoft.com/office/powerpoint/2010/main" val="2363013331"/>
      </p:ext>
    </p:extLst>
  </p:cSld>
  <p:clrMapOvr>
    <a:masterClrMapping/>
  </p:clrMapOvr>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16_Title Only">
    <p:spTree>
      <p:nvGrpSpPr>
        <p:cNvPr id="1" name=""/>
        <p:cNvGrpSpPr/>
        <p:nvPr/>
      </p:nvGrpSpPr>
      <p:grpSpPr>
        <a:xfrm>
          <a:off x="0" y="0"/>
          <a:ext cx="0" cy="0"/>
          <a:chOff x="0" y="0"/>
          <a:chExt cx="0" cy="0"/>
        </a:xfrm>
      </p:grpSpPr>
      <p:pic>
        <p:nvPicPr>
          <p:cNvPr id="3" name="Picture 1" descr="Presentation_slide.jpg"/>
          <p:cNvPicPr preferRelativeResize="0">
            <a:picLocks noChangeAspect="1"/>
          </p:cNvPicPr>
          <p:nvPr userDrawn="1"/>
        </p:nvPicPr>
        <p:blipFill>
          <a:blip r:embed="rId2" cstate="print"/>
          <a:srcRect b="2940"/>
          <a:stretch>
            <a:fillRect/>
          </a:stretch>
        </p:blipFill>
        <p:spPr bwMode="auto">
          <a:xfrm>
            <a:off x="0" y="0"/>
            <a:ext cx="9144000" cy="6858000"/>
          </a:xfrm>
          <a:prstGeom prst="rect">
            <a:avLst/>
          </a:prstGeom>
          <a:noFill/>
          <a:ln w="9525">
            <a:noFill/>
            <a:miter lim="800000"/>
            <a:headEnd/>
            <a:tailEnd/>
          </a:ln>
        </p:spPr>
      </p:pic>
      <p:grpSp>
        <p:nvGrpSpPr>
          <p:cNvPr id="2" name="Group 12"/>
          <p:cNvGrpSpPr>
            <a:grpSpLocks/>
          </p:cNvGrpSpPr>
          <p:nvPr userDrawn="1"/>
        </p:nvGrpSpPr>
        <p:grpSpPr bwMode="auto">
          <a:xfrm>
            <a:off x="166688" y="136525"/>
            <a:ext cx="8793162" cy="822325"/>
            <a:chOff x="166651" y="136309"/>
            <a:chExt cx="8793614" cy="822960"/>
          </a:xfrm>
        </p:grpSpPr>
        <p:pic>
          <p:nvPicPr>
            <p:cNvPr id="5" name="Picture 3" descr="Army logo.png"/>
            <p:cNvPicPr>
              <a:picLocks noChangeAspect="1"/>
            </p:cNvPicPr>
            <p:nvPr userDrawn="1"/>
          </p:nvPicPr>
          <p:blipFill>
            <a:blip r:embed="rId3" cstate="print"/>
            <a:srcRect/>
            <a:stretch>
              <a:fillRect/>
            </a:stretch>
          </p:blipFill>
          <p:spPr bwMode="auto">
            <a:xfrm>
              <a:off x="166651" y="136309"/>
              <a:ext cx="822960" cy="822960"/>
            </a:xfrm>
            <a:prstGeom prst="rect">
              <a:avLst/>
            </a:prstGeom>
            <a:noFill/>
            <a:ln w="9525">
              <a:noFill/>
              <a:miter lim="800000"/>
              <a:headEnd/>
              <a:tailEnd/>
            </a:ln>
          </p:spPr>
        </p:pic>
        <p:pic>
          <p:nvPicPr>
            <p:cNvPr id="6" name="Picture 4" descr="ASAALT_color.png"/>
            <p:cNvPicPr>
              <a:picLocks noChangeAspect="1"/>
            </p:cNvPicPr>
            <p:nvPr userDrawn="1"/>
          </p:nvPicPr>
          <p:blipFill>
            <a:blip r:embed="rId4" cstate="print"/>
            <a:srcRect/>
            <a:stretch>
              <a:fillRect/>
            </a:stretch>
          </p:blipFill>
          <p:spPr bwMode="auto">
            <a:xfrm>
              <a:off x="8137305" y="136309"/>
              <a:ext cx="822960" cy="822960"/>
            </a:xfrm>
            <a:prstGeom prst="rect">
              <a:avLst/>
            </a:prstGeom>
            <a:noFill/>
            <a:ln w="9525">
              <a:noFill/>
              <a:miter lim="800000"/>
              <a:headEnd/>
              <a:tailEnd/>
            </a:ln>
          </p:spPr>
        </p:pic>
        <p:sp>
          <p:nvSpPr>
            <p:cNvPr id="7" name="Rectangle 6"/>
            <p:cNvSpPr/>
            <p:nvPr userDrawn="1"/>
          </p:nvSpPr>
          <p:spPr bwMode="auto">
            <a:xfrm>
              <a:off x="1155714" y="792453"/>
              <a:ext cx="6828189" cy="69904"/>
            </a:xfrm>
            <a:prstGeom prst="rect">
              <a:avLst/>
            </a:prstGeom>
            <a:solidFill>
              <a:srgbClr val="EFCF1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00" b="0" dirty="0">
                <a:solidFill>
                  <a:prstClr val="white"/>
                </a:solidFill>
              </a:endParaRPr>
            </a:p>
          </p:txBody>
        </p:sp>
      </p:grpSp>
      <p:pic>
        <p:nvPicPr>
          <p:cNvPr id="8" name="Picture 6" descr="2011_asaalt_presentation_tagline_long_031711.png"/>
          <p:cNvPicPr>
            <a:picLocks noChangeAspect="1"/>
          </p:cNvPicPr>
          <p:nvPr userDrawn="1"/>
        </p:nvPicPr>
        <p:blipFill>
          <a:blip r:embed="rId5" cstate="print"/>
          <a:srcRect r="14459"/>
          <a:stretch>
            <a:fillRect/>
          </a:stretch>
        </p:blipFill>
        <p:spPr bwMode="auto">
          <a:xfrm>
            <a:off x="14288" y="6400800"/>
            <a:ext cx="8874125" cy="376238"/>
          </a:xfrm>
          <a:prstGeom prst="rect">
            <a:avLst/>
          </a:prstGeom>
          <a:noFill/>
          <a:ln w="9525">
            <a:noFill/>
            <a:miter lim="800000"/>
            <a:headEnd/>
            <a:tailEnd/>
          </a:ln>
        </p:spPr>
      </p:pic>
      <p:sp>
        <p:nvSpPr>
          <p:cNvPr id="9" name="Rectangle 6"/>
          <p:cNvSpPr txBox="1">
            <a:spLocks noChangeArrowheads="1"/>
          </p:cNvSpPr>
          <p:nvPr userDrawn="1"/>
        </p:nvSpPr>
        <p:spPr bwMode="auto">
          <a:xfrm>
            <a:off x="7519988" y="6551613"/>
            <a:ext cx="1676400" cy="306387"/>
          </a:xfrm>
          <a:prstGeom prst="rect">
            <a:avLst/>
          </a:prstGeom>
          <a:noFill/>
          <a:ln w="9525">
            <a:noFill/>
            <a:miter lim="800000"/>
            <a:headEnd/>
            <a:tailEnd/>
          </a:ln>
          <a:effectLst/>
        </p:spPr>
        <p:txBody>
          <a:bodyPr/>
          <a:lstStyle>
            <a:lvl1pPr algn="r">
              <a:defRPr sz="1400">
                <a:latin typeface="Arial" charset="0"/>
                <a:cs typeface="Arial" charset="0"/>
              </a:defRPr>
            </a:lvl1pPr>
          </a:lstStyle>
          <a:p>
            <a:pPr fontAlgn="auto">
              <a:spcBef>
                <a:spcPts val="0"/>
              </a:spcBef>
              <a:spcAft>
                <a:spcPts val="0"/>
              </a:spcAft>
              <a:defRPr/>
            </a:pPr>
            <a:fld id="{954D0987-8E7A-4B91-B143-5D076F5E4042}" type="slidenum">
              <a:rPr lang="en-US" sz="1100" b="0" smtClean="0">
                <a:solidFill>
                  <a:prstClr val="black"/>
                </a:solidFill>
              </a:rPr>
              <a:pPr fontAlgn="auto">
                <a:spcBef>
                  <a:spcPts val="0"/>
                </a:spcBef>
                <a:spcAft>
                  <a:spcPts val="0"/>
                </a:spcAft>
                <a:defRPr/>
              </a:pPr>
              <a:t>‹#›</a:t>
            </a:fld>
            <a:endParaRPr lang="en-US" sz="1100" b="0" dirty="0">
              <a:solidFill>
                <a:prstClr val="black"/>
              </a:solidFill>
            </a:endParaRPr>
          </a:p>
        </p:txBody>
      </p:sp>
      <p:sp>
        <p:nvSpPr>
          <p:cNvPr id="15" name="Title 1"/>
          <p:cNvSpPr>
            <a:spLocks noGrp="1"/>
          </p:cNvSpPr>
          <p:nvPr>
            <p:ph type="title"/>
          </p:nvPr>
        </p:nvSpPr>
        <p:spPr>
          <a:xfrm>
            <a:off x="980768" y="250724"/>
            <a:ext cx="7152967" cy="597308"/>
          </a:xfrm>
          <a:prstGeom prst="rect">
            <a:avLst/>
          </a:prstGeom>
        </p:spPr>
        <p:txBody>
          <a:bodyPr/>
          <a:lstStyle>
            <a:lvl1pPr>
              <a:defRPr sz="3200" b="1">
                <a:latin typeface="Arial" pitchFamily="34" charset="0"/>
                <a:cs typeface="Arial"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3782693928"/>
      </p:ext>
    </p:extLst>
  </p:cSld>
  <p:clrMapOvr>
    <a:masterClrMapping/>
  </p:clrMapOvr>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17_Title Only">
    <p:spTree>
      <p:nvGrpSpPr>
        <p:cNvPr id="1" name=""/>
        <p:cNvGrpSpPr/>
        <p:nvPr/>
      </p:nvGrpSpPr>
      <p:grpSpPr>
        <a:xfrm>
          <a:off x="0" y="0"/>
          <a:ext cx="0" cy="0"/>
          <a:chOff x="0" y="0"/>
          <a:chExt cx="0" cy="0"/>
        </a:xfrm>
      </p:grpSpPr>
      <p:pic>
        <p:nvPicPr>
          <p:cNvPr id="3" name="Picture 1" descr="Presentation_slide.jpg"/>
          <p:cNvPicPr preferRelativeResize="0">
            <a:picLocks noChangeAspect="1"/>
          </p:cNvPicPr>
          <p:nvPr userDrawn="1"/>
        </p:nvPicPr>
        <p:blipFill>
          <a:blip r:embed="rId2" cstate="print"/>
          <a:srcRect b="2940"/>
          <a:stretch>
            <a:fillRect/>
          </a:stretch>
        </p:blipFill>
        <p:spPr bwMode="auto">
          <a:xfrm>
            <a:off x="0" y="0"/>
            <a:ext cx="9144000" cy="6858000"/>
          </a:xfrm>
          <a:prstGeom prst="rect">
            <a:avLst/>
          </a:prstGeom>
          <a:noFill/>
          <a:ln w="9525">
            <a:noFill/>
            <a:miter lim="800000"/>
            <a:headEnd/>
            <a:tailEnd/>
          </a:ln>
        </p:spPr>
      </p:pic>
      <p:grpSp>
        <p:nvGrpSpPr>
          <p:cNvPr id="2" name="Group 12"/>
          <p:cNvGrpSpPr>
            <a:grpSpLocks/>
          </p:cNvGrpSpPr>
          <p:nvPr userDrawn="1"/>
        </p:nvGrpSpPr>
        <p:grpSpPr bwMode="auto">
          <a:xfrm>
            <a:off x="166688" y="136525"/>
            <a:ext cx="8793162" cy="822325"/>
            <a:chOff x="166651" y="136309"/>
            <a:chExt cx="8793614" cy="822960"/>
          </a:xfrm>
        </p:grpSpPr>
        <p:pic>
          <p:nvPicPr>
            <p:cNvPr id="5" name="Picture 3" descr="Army logo.png"/>
            <p:cNvPicPr>
              <a:picLocks noChangeAspect="1"/>
            </p:cNvPicPr>
            <p:nvPr userDrawn="1"/>
          </p:nvPicPr>
          <p:blipFill>
            <a:blip r:embed="rId3" cstate="print"/>
            <a:srcRect/>
            <a:stretch>
              <a:fillRect/>
            </a:stretch>
          </p:blipFill>
          <p:spPr bwMode="auto">
            <a:xfrm>
              <a:off x="166651" y="136309"/>
              <a:ext cx="822960" cy="822960"/>
            </a:xfrm>
            <a:prstGeom prst="rect">
              <a:avLst/>
            </a:prstGeom>
            <a:noFill/>
            <a:ln w="9525">
              <a:noFill/>
              <a:miter lim="800000"/>
              <a:headEnd/>
              <a:tailEnd/>
            </a:ln>
          </p:spPr>
        </p:pic>
        <p:pic>
          <p:nvPicPr>
            <p:cNvPr id="6" name="Picture 4" descr="ASAALT_color.png"/>
            <p:cNvPicPr>
              <a:picLocks noChangeAspect="1"/>
            </p:cNvPicPr>
            <p:nvPr userDrawn="1"/>
          </p:nvPicPr>
          <p:blipFill>
            <a:blip r:embed="rId4" cstate="print"/>
            <a:srcRect/>
            <a:stretch>
              <a:fillRect/>
            </a:stretch>
          </p:blipFill>
          <p:spPr bwMode="auto">
            <a:xfrm>
              <a:off x="8137305" y="136309"/>
              <a:ext cx="822960" cy="822960"/>
            </a:xfrm>
            <a:prstGeom prst="rect">
              <a:avLst/>
            </a:prstGeom>
            <a:noFill/>
            <a:ln w="9525">
              <a:noFill/>
              <a:miter lim="800000"/>
              <a:headEnd/>
              <a:tailEnd/>
            </a:ln>
          </p:spPr>
        </p:pic>
        <p:sp>
          <p:nvSpPr>
            <p:cNvPr id="7" name="Rectangle 6"/>
            <p:cNvSpPr/>
            <p:nvPr userDrawn="1"/>
          </p:nvSpPr>
          <p:spPr bwMode="auto">
            <a:xfrm>
              <a:off x="1155714" y="792453"/>
              <a:ext cx="6828189" cy="69904"/>
            </a:xfrm>
            <a:prstGeom prst="rect">
              <a:avLst/>
            </a:prstGeom>
            <a:solidFill>
              <a:srgbClr val="EFCF1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00" b="0" dirty="0">
                <a:solidFill>
                  <a:prstClr val="white"/>
                </a:solidFill>
              </a:endParaRPr>
            </a:p>
          </p:txBody>
        </p:sp>
      </p:grpSp>
      <p:pic>
        <p:nvPicPr>
          <p:cNvPr id="8" name="Picture 6" descr="2011_asaalt_presentation_tagline_long_031711.png"/>
          <p:cNvPicPr>
            <a:picLocks noChangeAspect="1"/>
          </p:cNvPicPr>
          <p:nvPr userDrawn="1"/>
        </p:nvPicPr>
        <p:blipFill>
          <a:blip r:embed="rId5" cstate="print"/>
          <a:srcRect r="14459"/>
          <a:stretch>
            <a:fillRect/>
          </a:stretch>
        </p:blipFill>
        <p:spPr bwMode="auto">
          <a:xfrm>
            <a:off x="14288" y="6400800"/>
            <a:ext cx="8874125" cy="376238"/>
          </a:xfrm>
          <a:prstGeom prst="rect">
            <a:avLst/>
          </a:prstGeom>
          <a:noFill/>
          <a:ln w="9525">
            <a:noFill/>
            <a:miter lim="800000"/>
            <a:headEnd/>
            <a:tailEnd/>
          </a:ln>
        </p:spPr>
      </p:pic>
      <p:sp>
        <p:nvSpPr>
          <p:cNvPr id="9" name="Rectangle 6"/>
          <p:cNvSpPr txBox="1">
            <a:spLocks noChangeArrowheads="1"/>
          </p:cNvSpPr>
          <p:nvPr userDrawn="1"/>
        </p:nvSpPr>
        <p:spPr bwMode="auto">
          <a:xfrm>
            <a:off x="7519988" y="6551613"/>
            <a:ext cx="1676400" cy="306387"/>
          </a:xfrm>
          <a:prstGeom prst="rect">
            <a:avLst/>
          </a:prstGeom>
          <a:noFill/>
          <a:ln w="9525">
            <a:noFill/>
            <a:miter lim="800000"/>
            <a:headEnd/>
            <a:tailEnd/>
          </a:ln>
          <a:effectLst/>
        </p:spPr>
        <p:txBody>
          <a:bodyPr/>
          <a:lstStyle>
            <a:lvl1pPr algn="r">
              <a:defRPr sz="1400">
                <a:latin typeface="Arial" charset="0"/>
                <a:cs typeface="Arial" charset="0"/>
              </a:defRPr>
            </a:lvl1pPr>
          </a:lstStyle>
          <a:p>
            <a:pPr fontAlgn="auto">
              <a:spcBef>
                <a:spcPts val="0"/>
              </a:spcBef>
              <a:spcAft>
                <a:spcPts val="0"/>
              </a:spcAft>
              <a:defRPr/>
            </a:pPr>
            <a:fld id="{954D0987-8E7A-4B91-B143-5D076F5E4042}" type="slidenum">
              <a:rPr lang="en-US" sz="1100" b="0" smtClean="0">
                <a:solidFill>
                  <a:prstClr val="black"/>
                </a:solidFill>
              </a:rPr>
              <a:pPr fontAlgn="auto">
                <a:spcBef>
                  <a:spcPts val="0"/>
                </a:spcBef>
                <a:spcAft>
                  <a:spcPts val="0"/>
                </a:spcAft>
                <a:defRPr/>
              </a:pPr>
              <a:t>‹#›</a:t>
            </a:fld>
            <a:endParaRPr lang="en-US" sz="1100" b="0" dirty="0">
              <a:solidFill>
                <a:prstClr val="black"/>
              </a:solidFill>
            </a:endParaRPr>
          </a:p>
        </p:txBody>
      </p:sp>
      <p:sp>
        <p:nvSpPr>
          <p:cNvPr id="15" name="Title 1"/>
          <p:cNvSpPr>
            <a:spLocks noGrp="1"/>
          </p:cNvSpPr>
          <p:nvPr>
            <p:ph type="title"/>
          </p:nvPr>
        </p:nvSpPr>
        <p:spPr>
          <a:xfrm>
            <a:off x="980768" y="250724"/>
            <a:ext cx="7152967" cy="597308"/>
          </a:xfrm>
          <a:prstGeom prst="rect">
            <a:avLst/>
          </a:prstGeom>
        </p:spPr>
        <p:txBody>
          <a:bodyPr/>
          <a:lstStyle>
            <a:lvl1pPr>
              <a:defRPr sz="3200" b="1">
                <a:latin typeface="Arial" pitchFamily="34" charset="0"/>
                <a:cs typeface="Arial"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3968443694"/>
      </p:ext>
    </p:extLst>
  </p:cSld>
  <p:clrMapOvr>
    <a:masterClrMapping/>
  </p:clrMapOvr>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18_Title Only">
    <p:spTree>
      <p:nvGrpSpPr>
        <p:cNvPr id="1" name=""/>
        <p:cNvGrpSpPr/>
        <p:nvPr/>
      </p:nvGrpSpPr>
      <p:grpSpPr>
        <a:xfrm>
          <a:off x="0" y="0"/>
          <a:ext cx="0" cy="0"/>
          <a:chOff x="0" y="0"/>
          <a:chExt cx="0" cy="0"/>
        </a:xfrm>
      </p:grpSpPr>
      <p:pic>
        <p:nvPicPr>
          <p:cNvPr id="3" name="Picture 1" descr="Presentation_slide.jpg"/>
          <p:cNvPicPr preferRelativeResize="0">
            <a:picLocks noChangeAspect="1"/>
          </p:cNvPicPr>
          <p:nvPr userDrawn="1"/>
        </p:nvPicPr>
        <p:blipFill>
          <a:blip r:embed="rId2" cstate="print"/>
          <a:srcRect b="2940"/>
          <a:stretch>
            <a:fillRect/>
          </a:stretch>
        </p:blipFill>
        <p:spPr bwMode="auto">
          <a:xfrm>
            <a:off x="0" y="0"/>
            <a:ext cx="9144000" cy="6858000"/>
          </a:xfrm>
          <a:prstGeom prst="rect">
            <a:avLst/>
          </a:prstGeom>
          <a:noFill/>
          <a:ln w="9525">
            <a:noFill/>
            <a:miter lim="800000"/>
            <a:headEnd/>
            <a:tailEnd/>
          </a:ln>
        </p:spPr>
      </p:pic>
      <p:grpSp>
        <p:nvGrpSpPr>
          <p:cNvPr id="2" name="Group 12"/>
          <p:cNvGrpSpPr>
            <a:grpSpLocks/>
          </p:cNvGrpSpPr>
          <p:nvPr userDrawn="1"/>
        </p:nvGrpSpPr>
        <p:grpSpPr bwMode="auto">
          <a:xfrm>
            <a:off x="166688" y="136525"/>
            <a:ext cx="8793162" cy="822325"/>
            <a:chOff x="166651" y="136309"/>
            <a:chExt cx="8793614" cy="822960"/>
          </a:xfrm>
        </p:grpSpPr>
        <p:pic>
          <p:nvPicPr>
            <p:cNvPr id="5" name="Picture 3" descr="Army logo.png"/>
            <p:cNvPicPr>
              <a:picLocks noChangeAspect="1"/>
            </p:cNvPicPr>
            <p:nvPr userDrawn="1"/>
          </p:nvPicPr>
          <p:blipFill>
            <a:blip r:embed="rId3" cstate="print"/>
            <a:srcRect/>
            <a:stretch>
              <a:fillRect/>
            </a:stretch>
          </p:blipFill>
          <p:spPr bwMode="auto">
            <a:xfrm>
              <a:off x="166651" y="136309"/>
              <a:ext cx="822960" cy="822960"/>
            </a:xfrm>
            <a:prstGeom prst="rect">
              <a:avLst/>
            </a:prstGeom>
            <a:noFill/>
            <a:ln w="9525">
              <a:noFill/>
              <a:miter lim="800000"/>
              <a:headEnd/>
              <a:tailEnd/>
            </a:ln>
          </p:spPr>
        </p:pic>
        <p:pic>
          <p:nvPicPr>
            <p:cNvPr id="6" name="Picture 4" descr="ASAALT_color.png"/>
            <p:cNvPicPr>
              <a:picLocks noChangeAspect="1"/>
            </p:cNvPicPr>
            <p:nvPr userDrawn="1"/>
          </p:nvPicPr>
          <p:blipFill>
            <a:blip r:embed="rId4" cstate="print"/>
            <a:srcRect/>
            <a:stretch>
              <a:fillRect/>
            </a:stretch>
          </p:blipFill>
          <p:spPr bwMode="auto">
            <a:xfrm>
              <a:off x="8137305" y="136309"/>
              <a:ext cx="822960" cy="822960"/>
            </a:xfrm>
            <a:prstGeom prst="rect">
              <a:avLst/>
            </a:prstGeom>
            <a:noFill/>
            <a:ln w="9525">
              <a:noFill/>
              <a:miter lim="800000"/>
              <a:headEnd/>
              <a:tailEnd/>
            </a:ln>
          </p:spPr>
        </p:pic>
        <p:sp>
          <p:nvSpPr>
            <p:cNvPr id="7" name="Rectangle 6"/>
            <p:cNvSpPr/>
            <p:nvPr userDrawn="1"/>
          </p:nvSpPr>
          <p:spPr bwMode="auto">
            <a:xfrm>
              <a:off x="1155714" y="792453"/>
              <a:ext cx="6828189" cy="69904"/>
            </a:xfrm>
            <a:prstGeom prst="rect">
              <a:avLst/>
            </a:prstGeom>
            <a:solidFill>
              <a:srgbClr val="EFCF1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00" b="0" dirty="0">
                <a:solidFill>
                  <a:prstClr val="white"/>
                </a:solidFill>
              </a:endParaRPr>
            </a:p>
          </p:txBody>
        </p:sp>
      </p:grpSp>
      <p:pic>
        <p:nvPicPr>
          <p:cNvPr id="8" name="Picture 6" descr="2011_asaalt_presentation_tagline_long_031711.png"/>
          <p:cNvPicPr>
            <a:picLocks noChangeAspect="1"/>
          </p:cNvPicPr>
          <p:nvPr userDrawn="1"/>
        </p:nvPicPr>
        <p:blipFill>
          <a:blip r:embed="rId5" cstate="print"/>
          <a:srcRect r="14459"/>
          <a:stretch>
            <a:fillRect/>
          </a:stretch>
        </p:blipFill>
        <p:spPr bwMode="auto">
          <a:xfrm>
            <a:off x="14288" y="6400800"/>
            <a:ext cx="8874125" cy="376238"/>
          </a:xfrm>
          <a:prstGeom prst="rect">
            <a:avLst/>
          </a:prstGeom>
          <a:noFill/>
          <a:ln w="9525">
            <a:noFill/>
            <a:miter lim="800000"/>
            <a:headEnd/>
            <a:tailEnd/>
          </a:ln>
        </p:spPr>
      </p:pic>
      <p:sp>
        <p:nvSpPr>
          <p:cNvPr id="9" name="Rectangle 6"/>
          <p:cNvSpPr txBox="1">
            <a:spLocks noChangeArrowheads="1"/>
          </p:cNvSpPr>
          <p:nvPr userDrawn="1"/>
        </p:nvSpPr>
        <p:spPr bwMode="auto">
          <a:xfrm>
            <a:off x="7519988" y="6551613"/>
            <a:ext cx="1676400" cy="306387"/>
          </a:xfrm>
          <a:prstGeom prst="rect">
            <a:avLst/>
          </a:prstGeom>
          <a:noFill/>
          <a:ln w="9525">
            <a:noFill/>
            <a:miter lim="800000"/>
            <a:headEnd/>
            <a:tailEnd/>
          </a:ln>
          <a:effectLst/>
        </p:spPr>
        <p:txBody>
          <a:bodyPr/>
          <a:lstStyle>
            <a:lvl1pPr algn="r">
              <a:defRPr sz="1400">
                <a:latin typeface="Arial" charset="0"/>
                <a:cs typeface="Arial" charset="0"/>
              </a:defRPr>
            </a:lvl1pPr>
          </a:lstStyle>
          <a:p>
            <a:pPr fontAlgn="auto">
              <a:spcBef>
                <a:spcPts val="0"/>
              </a:spcBef>
              <a:spcAft>
                <a:spcPts val="0"/>
              </a:spcAft>
              <a:defRPr/>
            </a:pPr>
            <a:fld id="{954D0987-8E7A-4B91-B143-5D076F5E4042}" type="slidenum">
              <a:rPr lang="en-US" sz="1100" b="0" smtClean="0">
                <a:solidFill>
                  <a:prstClr val="black"/>
                </a:solidFill>
              </a:rPr>
              <a:pPr fontAlgn="auto">
                <a:spcBef>
                  <a:spcPts val="0"/>
                </a:spcBef>
                <a:spcAft>
                  <a:spcPts val="0"/>
                </a:spcAft>
                <a:defRPr/>
              </a:pPr>
              <a:t>‹#›</a:t>
            </a:fld>
            <a:endParaRPr lang="en-US" sz="1100" b="0" dirty="0">
              <a:solidFill>
                <a:prstClr val="black"/>
              </a:solidFill>
            </a:endParaRPr>
          </a:p>
        </p:txBody>
      </p:sp>
      <p:sp>
        <p:nvSpPr>
          <p:cNvPr id="15" name="Title 1"/>
          <p:cNvSpPr>
            <a:spLocks noGrp="1"/>
          </p:cNvSpPr>
          <p:nvPr>
            <p:ph type="title"/>
          </p:nvPr>
        </p:nvSpPr>
        <p:spPr>
          <a:xfrm>
            <a:off x="980768" y="250724"/>
            <a:ext cx="7152967" cy="597308"/>
          </a:xfrm>
          <a:prstGeom prst="rect">
            <a:avLst/>
          </a:prstGeom>
        </p:spPr>
        <p:txBody>
          <a:bodyPr/>
          <a:lstStyle>
            <a:lvl1pPr>
              <a:defRPr sz="3200" b="1">
                <a:latin typeface="Arial" pitchFamily="34" charset="0"/>
                <a:cs typeface="Arial"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420827649"/>
      </p:ext>
    </p:extLst>
  </p:cSld>
  <p:clrMapOvr>
    <a:masterClrMapping/>
  </p:clrMapOvr>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19_Title Only">
    <p:spTree>
      <p:nvGrpSpPr>
        <p:cNvPr id="1" name=""/>
        <p:cNvGrpSpPr/>
        <p:nvPr/>
      </p:nvGrpSpPr>
      <p:grpSpPr>
        <a:xfrm>
          <a:off x="0" y="0"/>
          <a:ext cx="0" cy="0"/>
          <a:chOff x="0" y="0"/>
          <a:chExt cx="0" cy="0"/>
        </a:xfrm>
      </p:grpSpPr>
      <p:pic>
        <p:nvPicPr>
          <p:cNvPr id="3" name="Picture 1" descr="Presentation_slide.jpg"/>
          <p:cNvPicPr preferRelativeResize="0">
            <a:picLocks noChangeAspect="1"/>
          </p:cNvPicPr>
          <p:nvPr userDrawn="1"/>
        </p:nvPicPr>
        <p:blipFill>
          <a:blip r:embed="rId2" cstate="print"/>
          <a:srcRect b="2940"/>
          <a:stretch>
            <a:fillRect/>
          </a:stretch>
        </p:blipFill>
        <p:spPr bwMode="auto">
          <a:xfrm>
            <a:off x="0" y="0"/>
            <a:ext cx="9144000" cy="6858000"/>
          </a:xfrm>
          <a:prstGeom prst="rect">
            <a:avLst/>
          </a:prstGeom>
          <a:noFill/>
          <a:ln w="9525">
            <a:noFill/>
            <a:miter lim="800000"/>
            <a:headEnd/>
            <a:tailEnd/>
          </a:ln>
        </p:spPr>
      </p:pic>
      <p:grpSp>
        <p:nvGrpSpPr>
          <p:cNvPr id="2" name="Group 12"/>
          <p:cNvGrpSpPr>
            <a:grpSpLocks/>
          </p:cNvGrpSpPr>
          <p:nvPr userDrawn="1"/>
        </p:nvGrpSpPr>
        <p:grpSpPr bwMode="auto">
          <a:xfrm>
            <a:off x="166688" y="136525"/>
            <a:ext cx="8793162" cy="822325"/>
            <a:chOff x="166651" y="136309"/>
            <a:chExt cx="8793614" cy="822960"/>
          </a:xfrm>
        </p:grpSpPr>
        <p:pic>
          <p:nvPicPr>
            <p:cNvPr id="5" name="Picture 3" descr="Army logo.png"/>
            <p:cNvPicPr>
              <a:picLocks noChangeAspect="1"/>
            </p:cNvPicPr>
            <p:nvPr userDrawn="1"/>
          </p:nvPicPr>
          <p:blipFill>
            <a:blip r:embed="rId3" cstate="print"/>
            <a:srcRect/>
            <a:stretch>
              <a:fillRect/>
            </a:stretch>
          </p:blipFill>
          <p:spPr bwMode="auto">
            <a:xfrm>
              <a:off x="166651" y="136309"/>
              <a:ext cx="822960" cy="822960"/>
            </a:xfrm>
            <a:prstGeom prst="rect">
              <a:avLst/>
            </a:prstGeom>
            <a:noFill/>
            <a:ln w="9525">
              <a:noFill/>
              <a:miter lim="800000"/>
              <a:headEnd/>
              <a:tailEnd/>
            </a:ln>
          </p:spPr>
        </p:pic>
        <p:pic>
          <p:nvPicPr>
            <p:cNvPr id="6" name="Picture 4" descr="ASAALT_color.png"/>
            <p:cNvPicPr>
              <a:picLocks noChangeAspect="1"/>
            </p:cNvPicPr>
            <p:nvPr userDrawn="1"/>
          </p:nvPicPr>
          <p:blipFill>
            <a:blip r:embed="rId4" cstate="print"/>
            <a:srcRect/>
            <a:stretch>
              <a:fillRect/>
            </a:stretch>
          </p:blipFill>
          <p:spPr bwMode="auto">
            <a:xfrm>
              <a:off x="8137305" y="136309"/>
              <a:ext cx="822960" cy="822960"/>
            </a:xfrm>
            <a:prstGeom prst="rect">
              <a:avLst/>
            </a:prstGeom>
            <a:noFill/>
            <a:ln w="9525">
              <a:noFill/>
              <a:miter lim="800000"/>
              <a:headEnd/>
              <a:tailEnd/>
            </a:ln>
          </p:spPr>
        </p:pic>
        <p:sp>
          <p:nvSpPr>
            <p:cNvPr id="7" name="Rectangle 6"/>
            <p:cNvSpPr/>
            <p:nvPr userDrawn="1"/>
          </p:nvSpPr>
          <p:spPr bwMode="auto">
            <a:xfrm>
              <a:off x="1155714" y="792453"/>
              <a:ext cx="6828189" cy="69904"/>
            </a:xfrm>
            <a:prstGeom prst="rect">
              <a:avLst/>
            </a:prstGeom>
            <a:solidFill>
              <a:srgbClr val="EFCF1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00" b="0" dirty="0">
                <a:solidFill>
                  <a:prstClr val="white"/>
                </a:solidFill>
              </a:endParaRPr>
            </a:p>
          </p:txBody>
        </p:sp>
      </p:grpSp>
      <p:pic>
        <p:nvPicPr>
          <p:cNvPr id="8" name="Picture 6" descr="2011_asaalt_presentation_tagline_long_031711.png"/>
          <p:cNvPicPr>
            <a:picLocks noChangeAspect="1"/>
          </p:cNvPicPr>
          <p:nvPr userDrawn="1"/>
        </p:nvPicPr>
        <p:blipFill>
          <a:blip r:embed="rId5" cstate="print"/>
          <a:srcRect r="14459"/>
          <a:stretch>
            <a:fillRect/>
          </a:stretch>
        </p:blipFill>
        <p:spPr bwMode="auto">
          <a:xfrm>
            <a:off x="14288" y="6400800"/>
            <a:ext cx="8874125" cy="376238"/>
          </a:xfrm>
          <a:prstGeom prst="rect">
            <a:avLst/>
          </a:prstGeom>
          <a:noFill/>
          <a:ln w="9525">
            <a:noFill/>
            <a:miter lim="800000"/>
            <a:headEnd/>
            <a:tailEnd/>
          </a:ln>
        </p:spPr>
      </p:pic>
      <p:sp>
        <p:nvSpPr>
          <p:cNvPr id="9" name="Rectangle 6"/>
          <p:cNvSpPr txBox="1">
            <a:spLocks noChangeArrowheads="1"/>
          </p:cNvSpPr>
          <p:nvPr userDrawn="1"/>
        </p:nvSpPr>
        <p:spPr bwMode="auto">
          <a:xfrm>
            <a:off x="7519988" y="6551613"/>
            <a:ext cx="1676400" cy="306387"/>
          </a:xfrm>
          <a:prstGeom prst="rect">
            <a:avLst/>
          </a:prstGeom>
          <a:noFill/>
          <a:ln w="9525">
            <a:noFill/>
            <a:miter lim="800000"/>
            <a:headEnd/>
            <a:tailEnd/>
          </a:ln>
          <a:effectLst/>
        </p:spPr>
        <p:txBody>
          <a:bodyPr/>
          <a:lstStyle>
            <a:lvl1pPr algn="r">
              <a:defRPr sz="1400">
                <a:latin typeface="Arial" charset="0"/>
                <a:cs typeface="Arial" charset="0"/>
              </a:defRPr>
            </a:lvl1pPr>
          </a:lstStyle>
          <a:p>
            <a:pPr fontAlgn="auto">
              <a:spcBef>
                <a:spcPts val="0"/>
              </a:spcBef>
              <a:spcAft>
                <a:spcPts val="0"/>
              </a:spcAft>
              <a:defRPr/>
            </a:pPr>
            <a:fld id="{954D0987-8E7A-4B91-B143-5D076F5E4042}" type="slidenum">
              <a:rPr lang="en-US" sz="1100" b="0" smtClean="0">
                <a:solidFill>
                  <a:prstClr val="black"/>
                </a:solidFill>
              </a:rPr>
              <a:pPr fontAlgn="auto">
                <a:spcBef>
                  <a:spcPts val="0"/>
                </a:spcBef>
                <a:spcAft>
                  <a:spcPts val="0"/>
                </a:spcAft>
                <a:defRPr/>
              </a:pPr>
              <a:t>‹#›</a:t>
            </a:fld>
            <a:endParaRPr lang="en-US" sz="1100" b="0" dirty="0">
              <a:solidFill>
                <a:prstClr val="black"/>
              </a:solidFill>
            </a:endParaRPr>
          </a:p>
        </p:txBody>
      </p:sp>
      <p:sp>
        <p:nvSpPr>
          <p:cNvPr id="15" name="Title 1"/>
          <p:cNvSpPr>
            <a:spLocks noGrp="1"/>
          </p:cNvSpPr>
          <p:nvPr>
            <p:ph type="title"/>
          </p:nvPr>
        </p:nvSpPr>
        <p:spPr>
          <a:xfrm>
            <a:off x="980768" y="250724"/>
            <a:ext cx="7152967" cy="597308"/>
          </a:xfrm>
          <a:prstGeom prst="rect">
            <a:avLst/>
          </a:prstGeom>
        </p:spPr>
        <p:txBody>
          <a:bodyPr/>
          <a:lstStyle>
            <a:lvl1pPr>
              <a:defRPr sz="3200" b="1">
                <a:latin typeface="Arial" pitchFamily="34" charset="0"/>
                <a:cs typeface="Arial"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2884055825"/>
      </p:ext>
    </p:extLst>
  </p:cSld>
  <p:clrMapOvr>
    <a:masterClrMapping/>
  </p:clrMapOvr>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20_Title Only">
    <p:spTree>
      <p:nvGrpSpPr>
        <p:cNvPr id="1" name=""/>
        <p:cNvGrpSpPr/>
        <p:nvPr/>
      </p:nvGrpSpPr>
      <p:grpSpPr>
        <a:xfrm>
          <a:off x="0" y="0"/>
          <a:ext cx="0" cy="0"/>
          <a:chOff x="0" y="0"/>
          <a:chExt cx="0" cy="0"/>
        </a:xfrm>
      </p:grpSpPr>
      <p:pic>
        <p:nvPicPr>
          <p:cNvPr id="3" name="Picture 1" descr="Presentation_slide.jpg"/>
          <p:cNvPicPr preferRelativeResize="0">
            <a:picLocks noChangeAspect="1"/>
          </p:cNvPicPr>
          <p:nvPr userDrawn="1"/>
        </p:nvPicPr>
        <p:blipFill>
          <a:blip r:embed="rId2" cstate="print"/>
          <a:srcRect b="2940"/>
          <a:stretch>
            <a:fillRect/>
          </a:stretch>
        </p:blipFill>
        <p:spPr bwMode="auto">
          <a:xfrm>
            <a:off x="0" y="0"/>
            <a:ext cx="9144000" cy="6858000"/>
          </a:xfrm>
          <a:prstGeom prst="rect">
            <a:avLst/>
          </a:prstGeom>
          <a:noFill/>
          <a:ln w="9525">
            <a:noFill/>
            <a:miter lim="800000"/>
            <a:headEnd/>
            <a:tailEnd/>
          </a:ln>
        </p:spPr>
      </p:pic>
      <p:grpSp>
        <p:nvGrpSpPr>
          <p:cNvPr id="2" name="Group 12"/>
          <p:cNvGrpSpPr>
            <a:grpSpLocks/>
          </p:cNvGrpSpPr>
          <p:nvPr userDrawn="1"/>
        </p:nvGrpSpPr>
        <p:grpSpPr bwMode="auto">
          <a:xfrm>
            <a:off x="166688" y="136525"/>
            <a:ext cx="8793162" cy="822325"/>
            <a:chOff x="166651" y="136309"/>
            <a:chExt cx="8793614" cy="822960"/>
          </a:xfrm>
        </p:grpSpPr>
        <p:pic>
          <p:nvPicPr>
            <p:cNvPr id="5" name="Picture 3" descr="Army logo.png"/>
            <p:cNvPicPr>
              <a:picLocks noChangeAspect="1"/>
            </p:cNvPicPr>
            <p:nvPr userDrawn="1"/>
          </p:nvPicPr>
          <p:blipFill>
            <a:blip r:embed="rId3" cstate="print"/>
            <a:srcRect/>
            <a:stretch>
              <a:fillRect/>
            </a:stretch>
          </p:blipFill>
          <p:spPr bwMode="auto">
            <a:xfrm>
              <a:off x="166651" y="136309"/>
              <a:ext cx="822960" cy="822960"/>
            </a:xfrm>
            <a:prstGeom prst="rect">
              <a:avLst/>
            </a:prstGeom>
            <a:noFill/>
            <a:ln w="9525">
              <a:noFill/>
              <a:miter lim="800000"/>
              <a:headEnd/>
              <a:tailEnd/>
            </a:ln>
          </p:spPr>
        </p:pic>
        <p:pic>
          <p:nvPicPr>
            <p:cNvPr id="6" name="Picture 4" descr="ASAALT_color.png"/>
            <p:cNvPicPr>
              <a:picLocks noChangeAspect="1"/>
            </p:cNvPicPr>
            <p:nvPr userDrawn="1"/>
          </p:nvPicPr>
          <p:blipFill>
            <a:blip r:embed="rId4" cstate="print"/>
            <a:srcRect/>
            <a:stretch>
              <a:fillRect/>
            </a:stretch>
          </p:blipFill>
          <p:spPr bwMode="auto">
            <a:xfrm>
              <a:off x="8137305" y="136309"/>
              <a:ext cx="822960" cy="822960"/>
            </a:xfrm>
            <a:prstGeom prst="rect">
              <a:avLst/>
            </a:prstGeom>
            <a:noFill/>
            <a:ln w="9525">
              <a:noFill/>
              <a:miter lim="800000"/>
              <a:headEnd/>
              <a:tailEnd/>
            </a:ln>
          </p:spPr>
        </p:pic>
        <p:sp>
          <p:nvSpPr>
            <p:cNvPr id="7" name="Rectangle 6"/>
            <p:cNvSpPr/>
            <p:nvPr userDrawn="1"/>
          </p:nvSpPr>
          <p:spPr bwMode="auto">
            <a:xfrm>
              <a:off x="1155714" y="792453"/>
              <a:ext cx="6828189" cy="69904"/>
            </a:xfrm>
            <a:prstGeom prst="rect">
              <a:avLst/>
            </a:prstGeom>
            <a:solidFill>
              <a:srgbClr val="EFCF1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00" b="0" dirty="0">
                <a:solidFill>
                  <a:prstClr val="white"/>
                </a:solidFill>
              </a:endParaRPr>
            </a:p>
          </p:txBody>
        </p:sp>
      </p:grpSp>
      <p:pic>
        <p:nvPicPr>
          <p:cNvPr id="8" name="Picture 6" descr="2011_asaalt_presentation_tagline_long_031711.png"/>
          <p:cNvPicPr>
            <a:picLocks noChangeAspect="1"/>
          </p:cNvPicPr>
          <p:nvPr userDrawn="1"/>
        </p:nvPicPr>
        <p:blipFill>
          <a:blip r:embed="rId5" cstate="print"/>
          <a:srcRect r="14459"/>
          <a:stretch>
            <a:fillRect/>
          </a:stretch>
        </p:blipFill>
        <p:spPr bwMode="auto">
          <a:xfrm>
            <a:off x="14288" y="6400800"/>
            <a:ext cx="8874125" cy="376238"/>
          </a:xfrm>
          <a:prstGeom prst="rect">
            <a:avLst/>
          </a:prstGeom>
          <a:noFill/>
          <a:ln w="9525">
            <a:noFill/>
            <a:miter lim="800000"/>
            <a:headEnd/>
            <a:tailEnd/>
          </a:ln>
        </p:spPr>
      </p:pic>
      <p:sp>
        <p:nvSpPr>
          <p:cNvPr id="9" name="Rectangle 6"/>
          <p:cNvSpPr txBox="1">
            <a:spLocks noChangeArrowheads="1"/>
          </p:cNvSpPr>
          <p:nvPr userDrawn="1"/>
        </p:nvSpPr>
        <p:spPr bwMode="auto">
          <a:xfrm>
            <a:off x="7519988" y="6551613"/>
            <a:ext cx="1676400" cy="306387"/>
          </a:xfrm>
          <a:prstGeom prst="rect">
            <a:avLst/>
          </a:prstGeom>
          <a:noFill/>
          <a:ln w="9525">
            <a:noFill/>
            <a:miter lim="800000"/>
            <a:headEnd/>
            <a:tailEnd/>
          </a:ln>
          <a:effectLst/>
        </p:spPr>
        <p:txBody>
          <a:bodyPr/>
          <a:lstStyle>
            <a:lvl1pPr algn="r">
              <a:defRPr sz="1400">
                <a:latin typeface="Arial" charset="0"/>
                <a:cs typeface="Arial" charset="0"/>
              </a:defRPr>
            </a:lvl1pPr>
          </a:lstStyle>
          <a:p>
            <a:pPr fontAlgn="auto">
              <a:spcBef>
                <a:spcPts val="0"/>
              </a:spcBef>
              <a:spcAft>
                <a:spcPts val="0"/>
              </a:spcAft>
              <a:defRPr/>
            </a:pPr>
            <a:fld id="{954D0987-8E7A-4B91-B143-5D076F5E4042}" type="slidenum">
              <a:rPr lang="en-US" sz="1100" b="0" smtClean="0">
                <a:solidFill>
                  <a:prstClr val="black"/>
                </a:solidFill>
              </a:rPr>
              <a:pPr fontAlgn="auto">
                <a:spcBef>
                  <a:spcPts val="0"/>
                </a:spcBef>
                <a:spcAft>
                  <a:spcPts val="0"/>
                </a:spcAft>
                <a:defRPr/>
              </a:pPr>
              <a:t>‹#›</a:t>
            </a:fld>
            <a:endParaRPr lang="en-US" sz="1100" b="0" dirty="0">
              <a:solidFill>
                <a:prstClr val="black"/>
              </a:solidFill>
            </a:endParaRPr>
          </a:p>
        </p:txBody>
      </p:sp>
      <p:sp>
        <p:nvSpPr>
          <p:cNvPr id="15" name="Title 1"/>
          <p:cNvSpPr>
            <a:spLocks noGrp="1"/>
          </p:cNvSpPr>
          <p:nvPr>
            <p:ph type="title"/>
          </p:nvPr>
        </p:nvSpPr>
        <p:spPr>
          <a:xfrm>
            <a:off x="980768" y="250724"/>
            <a:ext cx="7152967" cy="597308"/>
          </a:xfrm>
          <a:prstGeom prst="rect">
            <a:avLst/>
          </a:prstGeom>
        </p:spPr>
        <p:txBody>
          <a:bodyPr/>
          <a:lstStyle>
            <a:lvl1pPr>
              <a:defRPr sz="3200" b="1">
                <a:latin typeface="Arial" pitchFamily="34" charset="0"/>
                <a:cs typeface="Arial"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622685174"/>
      </p:ext>
    </p:extLst>
  </p:cSld>
  <p:clrMapOvr>
    <a:masterClrMapping/>
  </p:clrMapOvr>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21_Title Only">
    <p:spTree>
      <p:nvGrpSpPr>
        <p:cNvPr id="1" name=""/>
        <p:cNvGrpSpPr/>
        <p:nvPr/>
      </p:nvGrpSpPr>
      <p:grpSpPr>
        <a:xfrm>
          <a:off x="0" y="0"/>
          <a:ext cx="0" cy="0"/>
          <a:chOff x="0" y="0"/>
          <a:chExt cx="0" cy="0"/>
        </a:xfrm>
      </p:grpSpPr>
      <p:pic>
        <p:nvPicPr>
          <p:cNvPr id="3" name="Picture 1" descr="Presentation_slide.jpg"/>
          <p:cNvPicPr preferRelativeResize="0">
            <a:picLocks noChangeAspect="1"/>
          </p:cNvPicPr>
          <p:nvPr userDrawn="1"/>
        </p:nvPicPr>
        <p:blipFill>
          <a:blip r:embed="rId2" cstate="print"/>
          <a:srcRect b="2940"/>
          <a:stretch>
            <a:fillRect/>
          </a:stretch>
        </p:blipFill>
        <p:spPr bwMode="auto">
          <a:xfrm>
            <a:off x="0" y="0"/>
            <a:ext cx="9144000" cy="6858000"/>
          </a:xfrm>
          <a:prstGeom prst="rect">
            <a:avLst/>
          </a:prstGeom>
          <a:noFill/>
          <a:ln w="9525">
            <a:noFill/>
            <a:miter lim="800000"/>
            <a:headEnd/>
            <a:tailEnd/>
          </a:ln>
        </p:spPr>
      </p:pic>
      <p:grpSp>
        <p:nvGrpSpPr>
          <p:cNvPr id="2" name="Group 12"/>
          <p:cNvGrpSpPr>
            <a:grpSpLocks/>
          </p:cNvGrpSpPr>
          <p:nvPr userDrawn="1"/>
        </p:nvGrpSpPr>
        <p:grpSpPr bwMode="auto">
          <a:xfrm>
            <a:off x="166688" y="136525"/>
            <a:ext cx="8793162" cy="822325"/>
            <a:chOff x="166651" y="136309"/>
            <a:chExt cx="8793614" cy="822960"/>
          </a:xfrm>
        </p:grpSpPr>
        <p:pic>
          <p:nvPicPr>
            <p:cNvPr id="5" name="Picture 3" descr="Army logo.png"/>
            <p:cNvPicPr>
              <a:picLocks noChangeAspect="1"/>
            </p:cNvPicPr>
            <p:nvPr userDrawn="1"/>
          </p:nvPicPr>
          <p:blipFill>
            <a:blip r:embed="rId3" cstate="print"/>
            <a:srcRect/>
            <a:stretch>
              <a:fillRect/>
            </a:stretch>
          </p:blipFill>
          <p:spPr bwMode="auto">
            <a:xfrm>
              <a:off x="166651" y="136309"/>
              <a:ext cx="822960" cy="822960"/>
            </a:xfrm>
            <a:prstGeom prst="rect">
              <a:avLst/>
            </a:prstGeom>
            <a:noFill/>
            <a:ln w="9525">
              <a:noFill/>
              <a:miter lim="800000"/>
              <a:headEnd/>
              <a:tailEnd/>
            </a:ln>
          </p:spPr>
        </p:pic>
        <p:pic>
          <p:nvPicPr>
            <p:cNvPr id="6" name="Picture 4" descr="ASAALT_color.png"/>
            <p:cNvPicPr>
              <a:picLocks noChangeAspect="1"/>
            </p:cNvPicPr>
            <p:nvPr userDrawn="1"/>
          </p:nvPicPr>
          <p:blipFill>
            <a:blip r:embed="rId4" cstate="print"/>
            <a:srcRect/>
            <a:stretch>
              <a:fillRect/>
            </a:stretch>
          </p:blipFill>
          <p:spPr bwMode="auto">
            <a:xfrm>
              <a:off x="8137305" y="136309"/>
              <a:ext cx="822960" cy="822960"/>
            </a:xfrm>
            <a:prstGeom prst="rect">
              <a:avLst/>
            </a:prstGeom>
            <a:noFill/>
            <a:ln w="9525">
              <a:noFill/>
              <a:miter lim="800000"/>
              <a:headEnd/>
              <a:tailEnd/>
            </a:ln>
          </p:spPr>
        </p:pic>
        <p:sp>
          <p:nvSpPr>
            <p:cNvPr id="7" name="Rectangle 6"/>
            <p:cNvSpPr/>
            <p:nvPr userDrawn="1"/>
          </p:nvSpPr>
          <p:spPr bwMode="auto">
            <a:xfrm>
              <a:off x="1155714" y="792453"/>
              <a:ext cx="6828189" cy="69904"/>
            </a:xfrm>
            <a:prstGeom prst="rect">
              <a:avLst/>
            </a:prstGeom>
            <a:solidFill>
              <a:srgbClr val="EFCF1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00" b="0" dirty="0">
                <a:solidFill>
                  <a:prstClr val="white"/>
                </a:solidFill>
              </a:endParaRPr>
            </a:p>
          </p:txBody>
        </p:sp>
      </p:grpSp>
      <p:pic>
        <p:nvPicPr>
          <p:cNvPr id="8" name="Picture 6" descr="2011_asaalt_presentation_tagline_long_031711.png"/>
          <p:cNvPicPr>
            <a:picLocks noChangeAspect="1"/>
          </p:cNvPicPr>
          <p:nvPr userDrawn="1"/>
        </p:nvPicPr>
        <p:blipFill>
          <a:blip r:embed="rId5" cstate="print"/>
          <a:srcRect r="14459"/>
          <a:stretch>
            <a:fillRect/>
          </a:stretch>
        </p:blipFill>
        <p:spPr bwMode="auto">
          <a:xfrm>
            <a:off x="14288" y="6400800"/>
            <a:ext cx="8874125" cy="376238"/>
          </a:xfrm>
          <a:prstGeom prst="rect">
            <a:avLst/>
          </a:prstGeom>
          <a:noFill/>
          <a:ln w="9525">
            <a:noFill/>
            <a:miter lim="800000"/>
            <a:headEnd/>
            <a:tailEnd/>
          </a:ln>
        </p:spPr>
      </p:pic>
      <p:sp>
        <p:nvSpPr>
          <p:cNvPr id="9" name="Rectangle 6"/>
          <p:cNvSpPr txBox="1">
            <a:spLocks noChangeArrowheads="1"/>
          </p:cNvSpPr>
          <p:nvPr userDrawn="1"/>
        </p:nvSpPr>
        <p:spPr bwMode="auto">
          <a:xfrm>
            <a:off x="7519988" y="6551613"/>
            <a:ext cx="1676400" cy="306387"/>
          </a:xfrm>
          <a:prstGeom prst="rect">
            <a:avLst/>
          </a:prstGeom>
          <a:noFill/>
          <a:ln w="9525">
            <a:noFill/>
            <a:miter lim="800000"/>
            <a:headEnd/>
            <a:tailEnd/>
          </a:ln>
          <a:effectLst/>
        </p:spPr>
        <p:txBody>
          <a:bodyPr/>
          <a:lstStyle>
            <a:lvl1pPr algn="r">
              <a:defRPr sz="1400">
                <a:latin typeface="Arial" charset="0"/>
                <a:cs typeface="Arial" charset="0"/>
              </a:defRPr>
            </a:lvl1pPr>
          </a:lstStyle>
          <a:p>
            <a:pPr fontAlgn="auto">
              <a:spcBef>
                <a:spcPts val="0"/>
              </a:spcBef>
              <a:spcAft>
                <a:spcPts val="0"/>
              </a:spcAft>
              <a:defRPr/>
            </a:pPr>
            <a:fld id="{954D0987-8E7A-4B91-B143-5D076F5E4042}" type="slidenum">
              <a:rPr lang="en-US" sz="1100" b="0" smtClean="0">
                <a:solidFill>
                  <a:prstClr val="black"/>
                </a:solidFill>
              </a:rPr>
              <a:pPr fontAlgn="auto">
                <a:spcBef>
                  <a:spcPts val="0"/>
                </a:spcBef>
                <a:spcAft>
                  <a:spcPts val="0"/>
                </a:spcAft>
                <a:defRPr/>
              </a:pPr>
              <a:t>‹#›</a:t>
            </a:fld>
            <a:endParaRPr lang="en-US" sz="1100" b="0" dirty="0">
              <a:solidFill>
                <a:prstClr val="black"/>
              </a:solidFill>
            </a:endParaRPr>
          </a:p>
        </p:txBody>
      </p:sp>
      <p:sp>
        <p:nvSpPr>
          <p:cNvPr id="15" name="Title 1"/>
          <p:cNvSpPr>
            <a:spLocks noGrp="1"/>
          </p:cNvSpPr>
          <p:nvPr>
            <p:ph type="title"/>
          </p:nvPr>
        </p:nvSpPr>
        <p:spPr>
          <a:xfrm>
            <a:off x="980768" y="250724"/>
            <a:ext cx="7152967" cy="597308"/>
          </a:xfrm>
          <a:prstGeom prst="rect">
            <a:avLst/>
          </a:prstGeom>
        </p:spPr>
        <p:txBody>
          <a:bodyPr/>
          <a:lstStyle>
            <a:lvl1pPr>
              <a:defRPr sz="3200" b="1">
                <a:latin typeface="Arial" pitchFamily="34" charset="0"/>
                <a:cs typeface="Arial"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714957515"/>
      </p:ext>
    </p:extLst>
  </p:cSld>
  <p:clrMapOvr>
    <a:masterClrMapping/>
  </p:clrMapOvr>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pic>
        <p:nvPicPr>
          <p:cNvPr id="4" name="Picture 6" descr="Presentation_slide.jpg"/>
          <p:cNvPicPr>
            <a:picLocks noChangeAspect="1"/>
          </p:cNvPicPr>
          <p:nvPr userDrawn="1"/>
        </p:nvPicPr>
        <p:blipFill>
          <a:blip r:embed="rId2" cstate="print"/>
          <a:srcRect/>
          <a:stretch>
            <a:fillRect/>
          </a:stretch>
        </p:blipFill>
        <p:spPr bwMode="auto">
          <a:xfrm>
            <a:off x="0" y="0"/>
            <a:ext cx="9144000" cy="6858000"/>
          </a:xfrm>
          <a:prstGeom prst="rect">
            <a:avLst/>
          </a:prstGeom>
          <a:noFill/>
          <a:ln w="9525">
            <a:noFill/>
            <a:miter lim="800000"/>
            <a:headEnd/>
            <a:tailEnd/>
          </a:ln>
        </p:spPr>
      </p:pic>
      <p:grpSp>
        <p:nvGrpSpPr>
          <p:cNvPr id="2" name="Group 6"/>
          <p:cNvGrpSpPr>
            <a:grpSpLocks/>
          </p:cNvGrpSpPr>
          <p:nvPr userDrawn="1"/>
        </p:nvGrpSpPr>
        <p:grpSpPr bwMode="auto">
          <a:xfrm>
            <a:off x="177800" y="112713"/>
            <a:ext cx="8799513" cy="862012"/>
            <a:chOff x="177801" y="112713"/>
            <a:chExt cx="8800200" cy="862661"/>
          </a:xfrm>
        </p:grpSpPr>
        <p:pic>
          <p:nvPicPr>
            <p:cNvPr id="6" name="Picture 10" descr="armylogo.gif"/>
            <p:cNvPicPr>
              <a:picLocks noChangeAspect="1"/>
            </p:cNvPicPr>
            <p:nvPr userDrawn="1"/>
          </p:nvPicPr>
          <p:blipFill>
            <a:blip r:embed="rId3" cstate="print"/>
            <a:srcRect/>
            <a:stretch>
              <a:fillRect/>
            </a:stretch>
          </p:blipFill>
          <p:spPr bwMode="auto">
            <a:xfrm>
              <a:off x="177801" y="147638"/>
              <a:ext cx="834908" cy="817562"/>
            </a:xfrm>
            <a:prstGeom prst="rect">
              <a:avLst/>
            </a:prstGeom>
            <a:noFill/>
            <a:ln w="9525">
              <a:noFill/>
              <a:miter lim="800000"/>
              <a:headEnd/>
              <a:tailEnd/>
            </a:ln>
          </p:spPr>
        </p:pic>
        <p:pic>
          <p:nvPicPr>
            <p:cNvPr id="7" name="Picture 11" descr="ASAALT_color.png"/>
            <p:cNvPicPr>
              <a:picLocks noChangeAspect="1"/>
            </p:cNvPicPr>
            <p:nvPr userDrawn="1"/>
          </p:nvPicPr>
          <p:blipFill>
            <a:blip r:embed="rId4" cstate="print"/>
            <a:srcRect/>
            <a:stretch>
              <a:fillRect/>
            </a:stretch>
          </p:blipFill>
          <p:spPr bwMode="auto">
            <a:xfrm>
              <a:off x="8089900" y="112713"/>
              <a:ext cx="888101" cy="862661"/>
            </a:xfrm>
            <a:prstGeom prst="rect">
              <a:avLst/>
            </a:prstGeom>
            <a:noFill/>
            <a:ln w="9525">
              <a:noFill/>
              <a:miter lim="800000"/>
              <a:headEnd/>
              <a:tailEnd/>
            </a:ln>
          </p:spPr>
        </p:pic>
        <p:sp>
          <p:nvSpPr>
            <p:cNvPr id="8" name="Rectangle 7"/>
            <p:cNvSpPr/>
            <p:nvPr userDrawn="1"/>
          </p:nvSpPr>
          <p:spPr>
            <a:xfrm>
              <a:off x="1185943" y="792675"/>
              <a:ext cx="6828370" cy="69903"/>
            </a:xfrm>
            <a:prstGeom prst="rect">
              <a:avLst/>
            </a:prstGeom>
            <a:solidFill>
              <a:srgbClr val="EFCF1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00" b="0" dirty="0">
                <a:solidFill>
                  <a:prstClr val="white"/>
                </a:solidFill>
              </a:endParaRPr>
            </a:p>
          </p:txBody>
        </p:sp>
      </p:grpSp>
      <p:pic>
        <p:nvPicPr>
          <p:cNvPr id="9" name="Picture 7" descr="asaalt_tagline_vector_ASAALT_03.png"/>
          <p:cNvPicPr>
            <a:picLocks noChangeAspect="1"/>
          </p:cNvPicPr>
          <p:nvPr userDrawn="1"/>
        </p:nvPicPr>
        <p:blipFill>
          <a:blip r:embed="rId5" cstate="print"/>
          <a:srcRect/>
          <a:stretch>
            <a:fillRect/>
          </a:stretch>
        </p:blipFill>
        <p:spPr bwMode="auto">
          <a:xfrm>
            <a:off x="225425" y="6496050"/>
            <a:ext cx="8689975" cy="333375"/>
          </a:xfrm>
          <a:prstGeom prst="rect">
            <a:avLst/>
          </a:prstGeom>
          <a:noFill/>
          <a:ln w="9525">
            <a:noFill/>
            <a:miter lim="800000"/>
            <a:headEnd/>
            <a:tailEnd/>
          </a:ln>
        </p:spPr>
      </p:pic>
      <p:sp>
        <p:nvSpPr>
          <p:cNvPr id="10"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sz="1600" b="0" dirty="0">
              <a:solidFill>
                <a:prstClr val="black"/>
              </a:solidFill>
              <a:latin typeface="Calibri" pitchFamily="34" charset="0"/>
              <a:cs typeface="Arial" pitchFamily="34" charset="0"/>
            </a:endParaRPr>
          </a:p>
        </p:txBody>
      </p:sp>
      <p:sp>
        <p:nvSpPr>
          <p:cNvPr id="11"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sz="1600" b="0" dirty="0">
              <a:solidFill>
                <a:prstClr val="black"/>
              </a:solidFill>
              <a:latin typeface="Calibri" pitchFamily="34" charset="0"/>
              <a:cs typeface="Arial" pitchFamily="34" charset="0"/>
            </a:endParaRPr>
          </a:p>
        </p:txBody>
      </p:sp>
      <p:sp>
        <p:nvSpPr>
          <p:cNvPr id="12" name="Slide Number Placeholder 5"/>
          <p:cNvSpPr>
            <a:spLocks noGrp="1"/>
          </p:cNvSpPr>
          <p:nvPr>
            <p:ph type="sldNum" sz="quarter" idx="12"/>
          </p:nvPr>
        </p:nvSpPr>
        <p:spPr>
          <a:xfrm>
            <a:off x="6553200" y="6248400"/>
            <a:ext cx="2133600" cy="365125"/>
          </a:xfrm>
          <a:prstGeom prst="rect">
            <a:avLst/>
          </a:prstGeom>
        </p:spPr>
        <p:txBody>
          <a:bodyPr/>
          <a:lstStyle>
            <a:lvl1pPr>
              <a:defRPr/>
            </a:lvl1pPr>
          </a:lstStyle>
          <a:p>
            <a:pPr>
              <a:defRPr/>
            </a:pPr>
            <a:fld id="{E5071C23-784B-4EF4-8B70-421A8D4EF76F}" type="slidenum">
              <a:rPr lang="en-US" sz="1600" b="0">
                <a:solidFill>
                  <a:prstClr val="black"/>
                </a:solidFill>
                <a:latin typeface="Calibri" pitchFamily="34" charset="0"/>
                <a:cs typeface="Arial" pitchFamily="34" charset="0"/>
              </a:rPr>
              <a:pPr>
                <a:defRPr/>
              </a:pPr>
              <a:t>‹#›</a:t>
            </a:fld>
            <a:endParaRPr lang="en-US" sz="1600" b="0" dirty="0">
              <a:solidFill>
                <a:prstClr val="black"/>
              </a:solidFill>
              <a:latin typeface="Calibri" pitchFamily="34" charset="0"/>
              <a:cs typeface="Arial" pitchFamily="34" charset="0"/>
            </a:endParaRPr>
          </a:p>
        </p:txBody>
      </p:sp>
    </p:spTree>
    <p:extLst>
      <p:ext uri="{BB962C8B-B14F-4D97-AF65-F5344CB8AC3E}">
        <p14:creationId xmlns:p14="http://schemas.microsoft.com/office/powerpoint/2010/main" val="34172148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25_Title Only">
    <p:spTree>
      <p:nvGrpSpPr>
        <p:cNvPr id="1" name=""/>
        <p:cNvGrpSpPr/>
        <p:nvPr/>
      </p:nvGrpSpPr>
      <p:grpSpPr>
        <a:xfrm>
          <a:off x="0" y="0"/>
          <a:ext cx="0" cy="0"/>
          <a:chOff x="0" y="0"/>
          <a:chExt cx="0" cy="0"/>
        </a:xfrm>
      </p:grpSpPr>
      <p:sp>
        <p:nvSpPr>
          <p:cNvPr id="12" name="Title 1"/>
          <p:cNvSpPr>
            <a:spLocks noGrp="1"/>
          </p:cNvSpPr>
          <p:nvPr>
            <p:ph type="title"/>
          </p:nvPr>
        </p:nvSpPr>
        <p:spPr>
          <a:xfrm>
            <a:off x="1295401" y="1"/>
            <a:ext cx="6591300" cy="915459"/>
          </a:xfrm>
          <a:prstGeom prst="rect">
            <a:avLst/>
          </a:prstGeom>
        </p:spPr>
        <p:txBody>
          <a:bodyPr/>
          <a:lstStyle>
            <a:lvl1pPr>
              <a:defRPr sz="3600"/>
            </a:lvl1pPr>
          </a:lstStyle>
          <a:p>
            <a:r>
              <a:rPr lang="en-US" dirty="0" smtClean="0"/>
              <a:t>Click to edit Master title style</a:t>
            </a:r>
            <a:endParaRPr lang="en-US" dirty="0"/>
          </a:p>
        </p:txBody>
      </p:sp>
      <p:sp>
        <p:nvSpPr>
          <p:cNvPr id="13" name="Content Placeholder 2"/>
          <p:cNvSpPr>
            <a:spLocks noGrp="1"/>
          </p:cNvSpPr>
          <p:nvPr>
            <p:ph idx="1"/>
          </p:nvPr>
        </p:nvSpPr>
        <p:spPr>
          <a:xfrm>
            <a:off x="457200" y="1136169"/>
            <a:ext cx="8229600" cy="4525963"/>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4" name="Picture 10" descr="armylogo.gif"/>
          <p:cNvPicPr>
            <a:picLocks noChangeAspect="1"/>
          </p:cNvPicPr>
          <p:nvPr userDrawn="1"/>
        </p:nvPicPr>
        <p:blipFill>
          <a:blip r:embed="rId2" cstate="print"/>
          <a:srcRect/>
          <a:stretch>
            <a:fillRect/>
          </a:stretch>
        </p:blipFill>
        <p:spPr bwMode="auto">
          <a:xfrm>
            <a:off x="177800" y="147612"/>
            <a:ext cx="834843" cy="816947"/>
          </a:xfrm>
          <a:prstGeom prst="rect">
            <a:avLst/>
          </a:prstGeom>
          <a:noFill/>
          <a:ln w="9525">
            <a:noFill/>
            <a:miter lim="800000"/>
            <a:headEnd/>
            <a:tailEnd/>
          </a:ln>
        </p:spPr>
      </p:pic>
      <p:pic>
        <p:nvPicPr>
          <p:cNvPr id="5" name="Picture 11" descr="ASAALT_color.png"/>
          <p:cNvPicPr>
            <a:picLocks noChangeAspect="1"/>
          </p:cNvPicPr>
          <p:nvPr userDrawn="1"/>
        </p:nvPicPr>
        <p:blipFill>
          <a:blip r:embed="rId3" cstate="print"/>
          <a:srcRect/>
          <a:stretch>
            <a:fillRect/>
          </a:stretch>
        </p:blipFill>
        <p:spPr bwMode="auto">
          <a:xfrm>
            <a:off x="8089281" y="112713"/>
            <a:ext cx="888032" cy="862012"/>
          </a:xfrm>
          <a:prstGeom prst="rect">
            <a:avLst/>
          </a:prstGeom>
          <a:noFill/>
          <a:ln w="9525">
            <a:noFill/>
            <a:miter lim="800000"/>
            <a:headEnd/>
            <a:tailEnd/>
          </a:ln>
        </p:spPr>
      </p:pic>
      <p:sp>
        <p:nvSpPr>
          <p:cNvPr id="6" name="Rectangle 5"/>
          <p:cNvSpPr/>
          <p:nvPr userDrawn="1"/>
        </p:nvSpPr>
        <p:spPr bwMode="auto">
          <a:xfrm>
            <a:off x="1185863" y="609600"/>
            <a:ext cx="6827837" cy="69850"/>
          </a:xfrm>
          <a:prstGeom prst="rect">
            <a:avLst/>
          </a:prstGeom>
          <a:solidFill>
            <a:srgbClr val="EFCF1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00" b="0" dirty="0">
              <a:solidFill>
                <a:prstClr val="white"/>
              </a:solidFill>
            </a:endParaRPr>
          </a:p>
        </p:txBody>
      </p:sp>
      <p:pic>
        <p:nvPicPr>
          <p:cNvPr id="7" name="Picture 7" descr="asaalt_tagline_vector_ASAALT_03.png"/>
          <p:cNvPicPr>
            <a:picLocks noChangeAspect="1"/>
          </p:cNvPicPr>
          <p:nvPr userDrawn="1"/>
        </p:nvPicPr>
        <p:blipFill>
          <a:blip r:embed="rId4" cstate="print"/>
          <a:srcRect/>
          <a:stretch>
            <a:fillRect/>
          </a:stretch>
        </p:blipFill>
        <p:spPr bwMode="auto">
          <a:xfrm>
            <a:off x="225425" y="6496050"/>
            <a:ext cx="8689975" cy="333375"/>
          </a:xfrm>
          <a:prstGeom prst="rect">
            <a:avLst/>
          </a:prstGeom>
          <a:noFill/>
          <a:ln w="9525">
            <a:noFill/>
            <a:miter lim="800000"/>
            <a:headEnd/>
            <a:tailEnd/>
          </a:ln>
        </p:spPr>
      </p:pic>
    </p:spTree>
    <p:extLst>
      <p:ext uri="{BB962C8B-B14F-4D97-AF65-F5344CB8AC3E}">
        <p14:creationId xmlns:p14="http://schemas.microsoft.com/office/powerpoint/2010/main" val="111720250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cSld name="23_Title Only">
    <p:spTree>
      <p:nvGrpSpPr>
        <p:cNvPr id="1" name=""/>
        <p:cNvGrpSpPr/>
        <p:nvPr/>
      </p:nvGrpSpPr>
      <p:grpSpPr>
        <a:xfrm>
          <a:off x="0" y="0"/>
          <a:ext cx="0" cy="0"/>
          <a:chOff x="0" y="0"/>
          <a:chExt cx="0" cy="0"/>
        </a:xfrm>
      </p:grpSpPr>
      <p:pic>
        <p:nvPicPr>
          <p:cNvPr id="3" name="Picture 1" descr="Presentation_slide.jpg"/>
          <p:cNvPicPr preferRelativeResize="0">
            <a:picLocks noChangeAspect="1"/>
          </p:cNvPicPr>
          <p:nvPr/>
        </p:nvPicPr>
        <p:blipFill>
          <a:blip r:embed="rId2" cstate="email"/>
          <a:srcRect/>
          <a:stretch>
            <a:fillRect/>
          </a:stretch>
        </p:blipFill>
        <p:spPr bwMode="auto">
          <a:xfrm>
            <a:off x="0" y="0"/>
            <a:ext cx="9144000" cy="6858000"/>
          </a:xfrm>
          <a:prstGeom prst="rect">
            <a:avLst/>
          </a:prstGeom>
          <a:noFill/>
          <a:ln w="9525">
            <a:noFill/>
            <a:miter lim="800000"/>
            <a:headEnd/>
            <a:tailEnd/>
          </a:ln>
        </p:spPr>
      </p:pic>
      <p:grpSp>
        <p:nvGrpSpPr>
          <p:cNvPr id="2" name="Group 12"/>
          <p:cNvGrpSpPr>
            <a:grpSpLocks/>
          </p:cNvGrpSpPr>
          <p:nvPr/>
        </p:nvGrpSpPr>
        <p:grpSpPr bwMode="auto">
          <a:xfrm>
            <a:off x="166688" y="136525"/>
            <a:ext cx="8793162" cy="822325"/>
            <a:chOff x="166651" y="136309"/>
            <a:chExt cx="8793614" cy="822960"/>
          </a:xfrm>
        </p:grpSpPr>
        <p:pic>
          <p:nvPicPr>
            <p:cNvPr id="5" name="Picture 3" descr="Army logo.png"/>
            <p:cNvPicPr>
              <a:picLocks noChangeAspect="1"/>
            </p:cNvPicPr>
            <p:nvPr userDrawn="1"/>
          </p:nvPicPr>
          <p:blipFill>
            <a:blip r:embed="rId3" cstate="email"/>
            <a:srcRect/>
            <a:stretch>
              <a:fillRect/>
            </a:stretch>
          </p:blipFill>
          <p:spPr bwMode="auto">
            <a:xfrm>
              <a:off x="166651" y="136309"/>
              <a:ext cx="822960" cy="822960"/>
            </a:xfrm>
            <a:prstGeom prst="rect">
              <a:avLst/>
            </a:prstGeom>
            <a:noFill/>
            <a:ln w="9525">
              <a:noFill/>
              <a:miter lim="800000"/>
              <a:headEnd/>
              <a:tailEnd/>
            </a:ln>
          </p:spPr>
        </p:pic>
        <p:pic>
          <p:nvPicPr>
            <p:cNvPr id="6" name="Picture 4" descr="ASAALT_color.png"/>
            <p:cNvPicPr>
              <a:picLocks noChangeAspect="1"/>
            </p:cNvPicPr>
            <p:nvPr userDrawn="1"/>
          </p:nvPicPr>
          <p:blipFill>
            <a:blip r:embed="rId4" cstate="email"/>
            <a:srcRect/>
            <a:stretch>
              <a:fillRect/>
            </a:stretch>
          </p:blipFill>
          <p:spPr bwMode="auto">
            <a:xfrm>
              <a:off x="8137305" y="136309"/>
              <a:ext cx="822960" cy="822960"/>
            </a:xfrm>
            <a:prstGeom prst="rect">
              <a:avLst/>
            </a:prstGeom>
            <a:noFill/>
            <a:ln w="9525">
              <a:noFill/>
              <a:miter lim="800000"/>
              <a:headEnd/>
              <a:tailEnd/>
            </a:ln>
          </p:spPr>
        </p:pic>
        <p:sp>
          <p:nvSpPr>
            <p:cNvPr id="7" name="Rectangle 6"/>
            <p:cNvSpPr/>
            <p:nvPr userDrawn="1"/>
          </p:nvSpPr>
          <p:spPr bwMode="auto">
            <a:xfrm>
              <a:off x="1155714" y="792453"/>
              <a:ext cx="6828189" cy="69904"/>
            </a:xfrm>
            <a:prstGeom prst="rect">
              <a:avLst/>
            </a:prstGeom>
            <a:solidFill>
              <a:srgbClr val="EFCF1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600" b="0" dirty="0">
                <a:solidFill>
                  <a:prstClr val="white"/>
                </a:solidFill>
              </a:endParaRPr>
            </a:p>
          </p:txBody>
        </p:sp>
      </p:grpSp>
      <p:pic>
        <p:nvPicPr>
          <p:cNvPr id="8" name="Picture 6" descr="2011_asaalt_presentation_tagline_long_031711.png"/>
          <p:cNvPicPr>
            <a:picLocks noChangeAspect="1"/>
          </p:cNvPicPr>
          <p:nvPr/>
        </p:nvPicPr>
        <p:blipFill>
          <a:blip r:embed="rId5" cstate="email"/>
          <a:srcRect/>
          <a:stretch>
            <a:fillRect/>
          </a:stretch>
        </p:blipFill>
        <p:spPr bwMode="auto">
          <a:xfrm>
            <a:off x="14288" y="6400800"/>
            <a:ext cx="8874125" cy="376238"/>
          </a:xfrm>
          <a:prstGeom prst="rect">
            <a:avLst/>
          </a:prstGeom>
          <a:noFill/>
          <a:ln w="9525">
            <a:noFill/>
            <a:miter lim="800000"/>
            <a:headEnd/>
            <a:tailEnd/>
          </a:ln>
        </p:spPr>
      </p:pic>
      <p:sp>
        <p:nvSpPr>
          <p:cNvPr id="9" name="Rectangle 6"/>
          <p:cNvSpPr txBox="1">
            <a:spLocks noChangeArrowheads="1"/>
          </p:cNvSpPr>
          <p:nvPr/>
        </p:nvSpPr>
        <p:spPr bwMode="auto">
          <a:xfrm>
            <a:off x="7519988" y="6551613"/>
            <a:ext cx="1676400" cy="306387"/>
          </a:xfrm>
          <a:prstGeom prst="rect">
            <a:avLst/>
          </a:prstGeom>
          <a:noFill/>
          <a:ln w="9525">
            <a:noFill/>
            <a:miter lim="800000"/>
            <a:headEnd/>
            <a:tailEnd/>
          </a:ln>
          <a:effectLst/>
        </p:spPr>
        <p:txBody>
          <a:bodyPr/>
          <a:lstStyle>
            <a:lvl1pPr algn="r">
              <a:defRPr sz="1400">
                <a:latin typeface="Arial" charset="0"/>
                <a:cs typeface="Arial" charset="0"/>
              </a:defRPr>
            </a:lvl1pPr>
          </a:lstStyle>
          <a:p>
            <a:pPr>
              <a:defRPr/>
            </a:pPr>
            <a:fld id="{69FB7D52-B818-40DF-9A36-864C194D3231}" type="slidenum">
              <a:rPr lang="en-US" sz="1100" b="0" smtClean="0">
                <a:solidFill>
                  <a:prstClr val="black"/>
                </a:solidFill>
              </a:rPr>
              <a:pPr>
                <a:defRPr/>
              </a:pPr>
              <a:t>‹#›</a:t>
            </a:fld>
            <a:endParaRPr lang="en-US" sz="1100" b="0" dirty="0">
              <a:solidFill>
                <a:prstClr val="black"/>
              </a:solidFill>
            </a:endParaRPr>
          </a:p>
        </p:txBody>
      </p:sp>
      <p:sp>
        <p:nvSpPr>
          <p:cNvPr id="15" name="Title 1"/>
          <p:cNvSpPr>
            <a:spLocks noGrp="1"/>
          </p:cNvSpPr>
          <p:nvPr>
            <p:ph type="title"/>
          </p:nvPr>
        </p:nvSpPr>
        <p:spPr>
          <a:xfrm>
            <a:off x="980768" y="250724"/>
            <a:ext cx="7152967" cy="597308"/>
          </a:xfrm>
          <a:prstGeom prst="rect">
            <a:avLst/>
          </a:prstGeom>
        </p:spPr>
        <p:txBody>
          <a:bodyPr/>
          <a:lstStyle>
            <a:lvl1pPr>
              <a:defRPr sz="3200" b="1">
                <a:latin typeface="Arial" pitchFamily="34" charset="0"/>
                <a:cs typeface="Arial" pitchFamily="34" charset="0"/>
              </a:defRPr>
            </a:lvl1pPr>
          </a:lstStyle>
          <a:p>
            <a:r>
              <a:rPr lang="en-US" smtClean="0"/>
              <a:t>Click to edit Master title style</a:t>
            </a:r>
            <a:endParaRPr lang="en-US" dirty="0"/>
          </a:p>
        </p:txBody>
      </p:sp>
      <p:pic>
        <p:nvPicPr>
          <p:cNvPr id="10" name="Picture 1" descr="Presentation_slide.jpg"/>
          <p:cNvPicPr preferRelativeResize="0">
            <a:picLocks noChangeAspect="1"/>
          </p:cNvPicPr>
          <p:nvPr userDrawn="1"/>
        </p:nvPicPr>
        <p:blipFill>
          <a:blip r:embed="rId2" cstate="email"/>
          <a:srcRect/>
          <a:stretch>
            <a:fillRect/>
          </a:stretch>
        </p:blipFill>
        <p:spPr bwMode="auto">
          <a:xfrm>
            <a:off x="0" y="0"/>
            <a:ext cx="9144000" cy="6858000"/>
          </a:xfrm>
          <a:prstGeom prst="rect">
            <a:avLst/>
          </a:prstGeom>
          <a:noFill/>
          <a:ln w="9525">
            <a:noFill/>
            <a:miter lim="800000"/>
            <a:headEnd/>
            <a:tailEnd/>
          </a:ln>
        </p:spPr>
      </p:pic>
      <p:grpSp>
        <p:nvGrpSpPr>
          <p:cNvPr id="4" name="Group 12"/>
          <p:cNvGrpSpPr>
            <a:grpSpLocks/>
          </p:cNvGrpSpPr>
          <p:nvPr userDrawn="1"/>
        </p:nvGrpSpPr>
        <p:grpSpPr bwMode="auto">
          <a:xfrm>
            <a:off x="166688" y="136525"/>
            <a:ext cx="8793162" cy="822325"/>
            <a:chOff x="166651" y="136309"/>
            <a:chExt cx="8793614" cy="822960"/>
          </a:xfrm>
        </p:grpSpPr>
        <p:pic>
          <p:nvPicPr>
            <p:cNvPr id="12" name="Picture 3" descr="Army logo.png"/>
            <p:cNvPicPr>
              <a:picLocks noChangeAspect="1"/>
            </p:cNvPicPr>
            <p:nvPr userDrawn="1"/>
          </p:nvPicPr>
          <p:blipFill>
            <a:blip r:embed="rId3" cstate="email"/>
            <a:srcRect/>
            <a:stretch>
              <a:fillRect/>
            </a:stretch>
          </p:blipFill>
          <p:spPr bwMode="auto">
            <a:xfrm>
              <a:off x="166651" y="136309"/>
              <a:ext cx="822960" cy="822960"/>
            </a:xfrm>
            <a:prstGeom prst="rect">
              <a:avLst/>
            </a:prstGeom>
            <a:noFill/>
            <a:ln w="9525">
              <a:noFill/>
              <a:miter lim="800000"/>
              <a:headEnd/>
              <a:tailEnd/>
            </a:ln>
          </p:spPr>
        </p:pic>
        <p:pic>
          <p:nvPicPr>
            <p:cNvPr id="13" name="Picture 4" descr="ASAALT_color.png"/>
            <p:cNvPicPr>
              <a:picLocks noChangeAspect="1"/>
            </p:cNvPicPr>
            <p:nvPr userDrawn="1"/>
          </p:nvPicPr>
          <p:blipFill>
            <a:blip r:embed="rId4" cstate="email"/>
            <a:srcRect/>
            <a:stretch>
              <a:fillRect/>
            </a:stretch>
          </p:blipFill>
          <p:spPr bwMode="auto">
            <a:xfrm>
              <a:off x="8137305" y="136309"/>
              <a:ext cx="822960" cy="822960"/>
            </a:xfrm>
            <a:prstGeom prst="rect">
              <a:avLst/>
            </a:prstGeom>
            <a:noFill/>
            <a:ln w="9525">
              <a:noFill/>
              <a:miter lim="800000"/>
              <a:headEnd/>
              <a:tailEnd/>
            </a:ln>
          </p:spPr>
        </p:pic>
        <p:sp>
          <p:nvSpPr>
            <p:cNvPr id="14" name="Rectangle 13"/>
            <p:cNvSpPr/>
            <p:nvPr userDrawn="1"/>
          </p:nvSpPr>
          <p:spPr bwMode="auto">
            <a:xfrm>
              <a:off x="1155714" y="792453"/>
              <a:ext cx="6828189" cy="69904"/>
            </a:xfrm>
            <a:prstGeom prst="rect">
              <a:avLst/>
            </a:prstGeom>
            <a:solidFill>
              <a:srgbClr val="EFCF1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600" b="0" dirty="0">
                <a:solidFill>
                  <a:prstClr val="white"/>
                </a:solidFill>
              </a:endParaRPr>
            </a:p>
          </p:txBody>
        </p:sp>
      </p:grpSp>
      <p:pic>
        <p:nvPicPr>
          <p:cNvPr id="16" name="Picture 6" descr="2011_asaalt_presentation_tagline_long_031711.png"/>
          <p:cNvPicPr>
            <a:picLocks noChangeAspect="1"/>
          </p:cNvPicPr>
          <p:nvPr userDrawn="1"/>
        </p:nvPicPr>
        <p:blipFill>
          <a:blip r:embed="rId5" cstate="email"/>
          <a:srcRect/>
          <a:stretch>
            <a:fillRect/>
          </a:stretch>
        </p:blipFill>
        <p:spPr bwMode="auto">
          <a:xfrm>
            <a:off x="14288" y="6400800"/>
            <a:ext cx="8874125" cy="376238"/>
          </a:xfrm>
          <a:prstGeom prst="rect">
            <a:avLst/>
          </a:prstGeom>
          <a:noFill/>
          <a:ln w="9525">
            <a:noFill/>
            <a:miter lim="800000"/>
            <a:headEnd/>
            <a:tailEnd/>
          </a:ln>
        </p:spPr>
      </p:pic>
      <p:sp>
        <p:nvSpPr>
          <p:cNvPr id="17" name="Rectangle 6"/>
          <p:cNvSpPr txBox="1">
            <a:spLocks noChangeArrowheads="1"/>
          </p:cNvSpPr>
          <p:nvPr userDrawn="1"/>
        </p:nvSpPr>
        <p:spPr bwMode="auto">
          <a:xfrm>
            <a:off x="7519988" y="6551613"/>
            <a:ext cx="1676400" cy="306387"/>
          </a:xfrm>
          <a:prstGeom prst="rect">
            <a:avLst/>
          </a:prstGeom>
          <a:noFill/>
          <a:ln w="9525">
            <a:noFill/>
            <a:miter lim="800000"/>
            <a:headEnd/>
            <a:tailEnd/>
          </a:ln>
          <a:effectLst/>
        </p:spPr>
        <p:txBody>
          <a:bodyPr/>
          <a:lstStyle>
            <a:lvl1pPr algn="r">
              <a:defRPr sz="1400">
                <a:latin typeface="Arial" charset="0"/>
                <a:cs typeface="Arial" charset="0"/>
              </a:defRPr>
            </a:lvl1pPr>
          </a:lstStyle>
          <a:p>
            <a:pPr>
              <a:defRPr/>
            </a:pPr>
            <a:fld id="{69FB7D52-B818-40DF-9A36-864C194D3231}" type="slidenum">
              <a:rPr lang="en-US" sz="1100" b="0" smtClean="0">
                <a:solidFill>
                  <a:prstClr val="black"/>
                </a:solidFill>
              </a:rPr>
              <a:pPr>
                <a:defRPr/>
              </a:pPr>
              <a:t>‹#›</a:t>
            </a:fld>
            <a:endParaRPr lang="en-US" sz="1100" b="0" dirty="0">
              <a:solidFill>
                <a:prstClr val="black"/>
              </a:solidFill>
            </a:endParaRPr>
          </a:p>
        </p:txBody>
      </p:sp>
    </p:spTree>
    <p:extLst>
      <p:ext uri="{BB962C8B-B14F-4D97-AF65-F5344CB8AC3E}">
        <p14:creationId xmlns:p14="http://schemas.microsoft.com/office/powerpoint/2010/main" val="1983260602"/>
      </p:ext>
    </p:extLst>
  </p:cSld>
  <p:clrMapOvr>
    <a:masterClrMapping/>
  </p:clrMapOvr>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24_Title Only">
    <p:spTree>
      <p:nvGrpSpPr>
        <p:cNvPr id="1" name=""/>
        <p:cNvGrpSpPr/>
        <p:nvPr/>
      </p:nvGrpSpPr>
      <p:grpSpPr>
        <a:xfrm>
          <a:off x="0" y="0"/>
          <a:ext cx="0" cy="0"/>
          <a:chOff x="0" y="0"/>
          <a:chExt cx="0" cy="0"/>
        </a:xfrm>
      </p:grpSpPr>
      <p:sp>
        <p:nvSpPr>
          <p:cNvPr id="12" name="Title 1"/>
          <p:cNvSpPr>
            <a:spLocks noGrp="1"/>
          </p:cNvSpPr>
          <p:nvPr>
            <p:ph type="title"/>
          </p:nvPr>
        </p:nvSpPr>
        <p:spPr>
          <a:xfrm>
            <a:off x="1295401" y="1"/>
            <a:ext cx="6591300" cy="915459"/>
          </a:xfrm>
          <a:prstGeom prst="rect">
            <a:avLst/>
          </a:prstGeom>
        </p:spPr>
        <p:txBody>
          <a:bodyPr/>
          <a:lstStyle>
            <a:lvl1pPr>
              <a:defRPr sz="3600"/>
            </a:lvl1pPr>
          </a:lstStyle>
          <a:p>
            <a:r>
              <a:rPr lang="en-US" dirty="0" smtClean="0"/>
              <a:t>Click to edit Master title style</a:t>
            </a:r>
            <a:endParaRPr lang="en-US" dirty="0"/>
          </a:p>
        </p:txBody>
      </p:sp>
      <p:sp>
        <p:nvSpPr>
          <p:cNvPr id="13" name="Content Placeholder 2"/>
          <p:cNvSpPr>
            <a:spLocks noGrp="1"/>
          </p:cNvSpPr>
          <p:nvPr>
            <p:ph idx="1"/>
          </p:nvPr>
        </p:nvSpPr>
        <p:spPr>
          <a:xfrm>
            <a:off x="457200" y="1136169"/>
            <a:ext cx="8229600" cy="4525963"/>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4" name="Picture 10" descr="armylogo.gif"/>
          <p:cNvPicPr>
            <a:picLocks noChangeAspect="1"/>
          </p:cNvPicPr>
          <p:nvPr userDrawn="1"/>
        </p:nvPicPr>
        <p:blipFill>
          <a:blip r:embed="rId2" cstate="print"/>
          <a:srcRect/>
          <a:stretch>
            <a:fillRect/>
          </a:stretch>
        </p:blipFill>
        <p:spPr bwMode="auto">
          <a:xfrm>
            <a:off x="177800" y="147612"/>
            <a:ext cx="834843" cy="816947"/>
          </a:xfrm>
          <a:prstGeom prst="rect">
            <a:avLst/>
          </a:prstGeom>
          <a:noFill/>
          <a:ln w="9525">
            <a:noFill/>
            <a:miter lim="800000"/>
            <a:headEnd/>
            <a:tailEnd/>
          </a:ln>
        </p:spPr>
      </p:pic>
      <p:pic>
        <p:nvPicPr>
          <p:cNvPr id="5" name="Picture 11" descr="ASAALT_color.png"/>
          <p:cNvPicPr>
            <a:picLocks noChangeAspect="1"/>
          </p:cNvPicPr>
          <p:nvPr userDrawn="1"/>
        </p:nvPicPr>
        <p:blipFill>
          <a:blip r:embed="rId3" cstate="print"/>
          <a:srcRect/>
          <a:stretch>
            <a:fillRect/>
          </a:stretch>
        </p:blipFill>
        <p:spPr bwMode="auto">
          <a:xfrm>
            <a:off x="8089281" y="112713"/>
            <a:ext cx="888032" cy="862012"/>
          </a:xfrm>
          <a:prstGeom prst="rect">
            <a:avLst/>
          </a:prstGeom>
          <a:noFill/>
          <a:ln w="9525">
            <a:noFill/>
            <a:miter lim="800000"/>
            <a:headEnd/>
            <a:tailEnd/>
          </a:ln>
        </p:spPr>
      </p:pic>
      <p:sp>
        <p:nvSpPr>
          <p:cNvPr id="6" name="Rectangle 5"/>
          <p:cNvSpPr/>
          <p:nvPr userDrawn="1"/>
        </p:nvSpPr>
        <p:spPr bwMode="auto">
          <a:xfrm>
            <a:off x="1185863" y="609600"/>
            <a:ext cx="6827837" cy="69850"/>
          </a:xfrm>
          <a:prstGeom prst="rect">
            <a:avLst/>
          </a:prstGeom>
          <a:solidFill>
            <a:srgbClr val="EFCF1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00" b="0" dirty="0">
              <a:solidFill>
                <a:prstClr val="white"/>
              </a:solidFill>
            </a:endParaRPr>
          </a:p>
        </p:txBody>
      </p:sp>
    </p:spTree>
    <p:extLst>
      <p:ext uri="{BB962C8B-B14F-4D97-AF65-F5344CB8AC3E}">
        <p14:creationId xmlns:p14="http://schemas.microsoft.com/office/powerpoint/2010/main" val="292715022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grpSp>
        <p:nvGrpSpPr>
          <p:cNvPr id="2" name="Group 12"/>
          <p:cNvGrpSpPr>
            <a:grpSpLocks/>
          </p:cNvGrpSpPr>
          <p:nvPr userDrawn="1"/>
        </p:nvGrpSpPr>
        <p:grpSpPr bwMode="auto">
          <a:xfrm>
            <a:off x="166688" y="136525"/>
            <a:ext cx="8793162" cy="822325"/>
            <a:chOff x="166651" y="136309"/>
            <a:chExt cx="8793614" cy="822960"/>
          </a:xfrm>
        </p:grpSpPr>
        <p:pic>
          <p:nvPicPr>
            <p:cNvPr id="8" name="Picture 2" descr="Army logo.png"/>
            <p:cNvPicPr>
              <a:picLocks noChangeAspect="1"/>
            </p:cNvPicPr>
            <p:nvPr userDrawn="1"/>
          </p:nvPicPr>
          <p:blipFill>
            <a:blip r:embed="rId2" cstate="print"/>
            <a:srcRect/>
            <a:stretch>
              <a:fillRect/>
            </a:stretch>
          </p:blipFill>
          <p:spPr bwMode="auto">
            <a:xfrm>
              <a:off x="166651" y="136309"/>
              <a:ext cx="822960" cy="822960"/>
            </a:xfrm>
            <a:prstGeom prst="rect">
              <a:avLst/>
            </a:prstGeom>
            <a:noFill/>
            <a:ln w="9525">
              <a:noFill/>
              <a:miter lim="800000"/>
              <a:headEnd/>
              <a:tailEnd/>
            </a:ln>
          </p:spPr>
        </p:pic>
        <p:pic>
          <p:nvPicPr>
            <p:cNvPr id="9" name="Picture 3" descr="ASAALT_color.png"/>
            <p:cNvPicPr>
              <a:picLocks noChangeAspect="1"/>
            </p:cNvPicPr>
            <p:nvPr userDrawn="1"/>
          </p:nvPicPr>
          <p:blipFill>
            <a:blip r:embed="rId3" cstate="print"/>
            <a:srcRect/>
            <a:stretch>
              <a:fillRect/>
            </a:stretch>
          </p:blipFill>
          <p:spPr bwMode="auto">
            <a:xfrm>
              <a:off x="8137305" y="136309"/>
              <a:ext cx="822960" cy="822960"/>
            </a:xfrm>
            <a:prstGeom prst="rect">
              <a:avLst/>
            </a:prstGeom>
            <a:noFill/>
            <a:ln w="9525">
              <a:noFill/>
              <a:miter lim="800000"/>
              <a:headEnd/>
              <a:tailEnd/>
            </a:ln>
          </p:spPr>
        </p:pic>
        <p:sp>
          <p:nvSpPr>
            <p:cNvPr id="10" name="Rectangle 9"/>
            <p:cNvSpPr/>
            <p:nvPr userDrawn="1"/>
          </p:nvSpPr>
          <p:spPr bwMode="auto">
            <a:xfrm>
              <a:off x="1155714" y="792453"/>
              <a:ext cx="6828189" cy="69904"/>
            </a:xfrm>
            <a:prstGeom prst="rect">
              <a:avLst/>
            </a:prstGeom>
            <a:solidFill>
              <a:srgbClr val="EFCF1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00" b="0" dirty="0">
                <a:solidFill>
                  <a:prstClr val="white"/>
                </a:solidFill>
              </a:endParaRPr>
            </a:p>
          </p:txBody>
        </p:sp>
      </p:grpSp>
      <p:sp>
        <p:nvSpPr>
          <p:cNvPr id="11" name="Rectangle 6"/>
          <p:cNvSpPr txBox="1">
            <a:spLocks noChangeArrowheads="1"/>
          </p:cNvSpPr>
          <p:nvPr userDrawn="1"/>
        </p:nvSpPr>
        <p:spPr bwMode="auto">
          <a:xfrm>
            <a:off x="7519988" y="6551613"/>
            <a:ext cx="1676400" cy="306387"/>
          </a:xfrm>
          <a:prstGeom prst="rect">
            <a:avLst/>
          </a:prstGeom>
          <a:noFill/>
          <a:ln w="9525">
            <a:noFill/>
            <a:miter lim="800000"/>
            <a:headEnd/>
            <a:tailEnd/>
          </a:ln>
          <a:effectLst/>
        </p:spPr>
        <p:txBody>
          <a:bodyPr/>
          <a:lstStyle>
            <a:lvl1pPr algn="r">
              <a:defRPr sz="1400">
                <a:latin typeface="Arial" charset="0"/>
                <a:cs typeface="Arial" charset="0"/>
              </a:defRPr>
            </a:lvl1pPr>
          </a:lstStyle>
          <a:p>
            <a:pPr fontAlgn="auto">
              <a:spcBef>
                <a:spcPts val="0"/>
              </a:spcBef>
              <a:spcAft>
                <a:spcPts val="0"/>
              </a:spcAft>
              <a:defRPr/>
            </a:pPr>
            <a:fld id="{225C6F09-E478-44A3-BC6B-BD6787FB77BB}" type="slidenum">
              <a:rPr lang="en-US" sz="1100" b="0" smtClean="0">
                <a:solidFill>
                  <a:prstClr val="black"/>
                </a:solidFill>
              </a:rPr>
              <a:pPr fontAlgn="auto">
                <a:spcBef>
                  <a:spcPts val="0"/>
                </a:spcBef>
                <a:spcAft>
                  <a:spcPts val="0"/>
                </a:spcAft>
                <a:defRPr/>
              </a:pPr>
              <a:t>‹#›</a:t>
            </a:fld>
            <a:endParaRPr lang="en-US" sz="1100" b="0" dirty="0">
              <a:solidFill>
                <a:prstClr val="black"/>
              </a:solidFill>
            </a:endParaRPr>
          </a:p>
        </p:txBody>
      </p:sp>
      <p:pic>
        <p:nvPicPr>
          <p:cNvPr id="12" name="Picture 6" descr="asaalt_tagline_vector_long_022311.png"/>
          <p:cNvPicPr>
            <a:picLocks noChangeAspect="1"/>
          </p:cNvPicPr>
          <p:nvPr userDrawn="1"/>
        </p:nvPicPr>
        <p:blipFill>
          <a:blip r:embed="rId4" cstate="print"/>
          <a:srcRect r="3531"/>
          <a:stretch>
            <a:fillRect/>
          </a:stretch>
        </p:blipFill>
        <p:spPr bwMode="auto">
          <a:xfrm>
            <a:off x="112713" y="6403975"/>
            <a:ext cx="8821737" cy="371475"/>
          </a:xfrm>
          <a:prstGeom prst="rect">
            <a:avLst/>
          </a:prstGeom>
          <a:noFill/>
          <a:ln w="9525">
            <a:noFill/>
            <a:miter lim="800000"/>
            <a:headEnd/>
            <a:tailEnd/>
          </a:ln>
        </p:spPr>
      </p:pic>
    </p:spTree>
    <p:extLst>
      <p:ext uri="{BB962C8B-B14F-4D97-AF65-F5344CB8AC3E}">
        <p14:creationId xmlns:p14="http://schemas.microsoft.com/office/powerpoint/2010/main" val="414978969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26_Title Only">
    <p:spTree>
      <p:nvGrpSpPr>
        <p:cNvPr id="1" name=""/>
        <p:cNvGrpSpPr/>
        <p:nvPr/>
      </p:nvGrpSpPr>
      <p:grpSpPr>
        <a:xfrm>
          <a:off x="0" y="0"/>
          <a:ext cx="0" cy="0"/>
          <a:chOff x="0" y="0"/>
          <a:chExt cx="0" cy="0"/>
        </a:xfrm>
      </p:grpSpPr>
      <p:pic>
        <p:nvPicPr>
          <p:cNvPr id="6" name="Picture 2" descr="Army logo.png"/>
          <p:cNvPicPr>
            <a:picLocks noChangeAspect="1"/>
          </p:cNvPicPr>
          <p:nvPr userDrawn="1"/>
        </p:nvPicPr>
        <p:blipFill>
          <a:blip r:embed="rId2" cstate="print"/>
          <a:srcRect/>
          <a:stretch>
            <a:fillRect/>
          </a:stretch>
        </p:blipFill>
        <p:spPr bwMode="auto">
          <a:xfrm>
            <a:off x="166688" y="136525"/>
            <a:ext cx="822918" cy="822325"/>
          </a:xfrm>
          <a:prstGeom prst="rect">
            <a:avLst/>
          </a:prstGeom>
          <a:noFill/>
          <a:ln w="9525">
            <a:noFill/>
            <a:miter lim="800000"/>
            <a:headEnd/>
            <a:tailEnd/>
          </a:ln>
        </p:spPr>
      </p:pic>
      <p:pic>
        <p:nvPicPr>
          <p:cNvPr id="7" name="Picture 3" descr="ASAALT_color.png"/>
          <p:cNvPicPr>
            <a:picLocks noChangeAspect="1"/>
          </p:cNvPicPr>
          <p:nvPr userDrawn="1"/>
        </p:nvPicPr>
        <p:blipFill>
          <a:blip r:embed="rId3" cstate="print"/>
          <a:srcRect/>
          <a:stretch>
            <a:fillRect/>
          </a:stretch>
        </p:blipFill>
        <p:spPr bwMode="auto">
          <a:xfrm>
            <a:off x="8199724" y="136525"/>
            <a:ext cx="822918" cy="822325"/>
          </a:xfrm>
          <a:prstGeom prst="rect">
            <a:avLst/>
          </a:prstGeom>
          <a:noFill/>
          <a:ln w="9525">
            <a:noFill/>
            <a:miter lim="800000"/>
            <a:headEnd/>
            <a:tailEnd/>
          </a:ln>
        </p:spPr>
      </p:pic>
      <p:sp>
        <p:nvSpPr>
          <p:cNvPr id="8" name="Rectangle 7"/>
          <p:cNvSpPr/>
          <p:nvPr userDrawn="1"/>
        </p:nvSpPr>
        <p:spPr bwMode="auto">
          <a:xfrm>
            <a:off x="1204700" y="788021"/>
            <a:ext cx="6734600" cy="73992"/>
          </a:xfrm>
          <a:prstGeom prst="rect">
            <a:avLst/>
          </a:prstGeom>
          <a:solidFill>
            <a:srgbClr val="EFCF1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00" b="0">
              <a:solidFill>
                <a:prstClr val="white"/>
              </a:solidFill>
            </a:endParaRPr>
          </a:p>
        </p:txBody>
      </p:sp>
      <p:pic>
        <p:nvPicPr>
          <p:cNvPr id="10" name="Picture 6" descr="asaalt_tagline_vector_long_022311.png"/>
          <p:cNvPicPr>
            <a:picLocks noChangeAspect="1"/>
          </p:cNvPicPr>
          <p:nvPr userDrawn="1"/>
        </p:nvPicPr>
        <p:blipFill>
          <a:blip r:embed="rId4" cstate="print"/>
          <a:srcRect r="3531"/>
          <a:stretch>
            <a:fillRect/>
          </a:stretch>
        </p:blipFill>
        <p:spPr bwMode="auto">
          <a:xfrm>
            <a:off x="102146" y="6403975"/>
            <a:ext cx="8194362" cy="371475"/>
          </a:xfrm>
          <a:prstGeom prst="rect">
            <a:avLst/>
          </a:prstGeom>
          <a:noFill/>
          <a:ln w="9525">
            <a:noFill/>
            <a:miter lim="800000"/>
            <a:headEnd/>
            <a:tailEnd/>
          </a:ln>
        </p:spPr>
      </p:pic>
      <p:pic>
        <p:nvPicPr>
          <p:cNvPr id="11" name="Picture 2" descr="K:\PEO CONTRACTOR AREA\CAS\Graphics\MISC\Logos Templates\PEO MS.png"/>
          <p:cNvPicPr>
            <a:picLocks noChangeAspect="1" noChangeArrowheads="1"/>
          </p:cNvPicPr>
          <p:nvPr userDrawn="1"/>
        </p:nvPicPr>
        <p:blipFill>
          <a:blip r:embed="rId5" cstate="print"/>
          <a:srcRect/>
          <a:stretch>
            <a:fillRect/>
          </a:stretch>
        </p:blipFill>
        <p:spPr bwMode="auto">
          <a:xfrm>
            <a:off x="8348179" y="6357811"/>
            <a:ext cx="572401" cy="456708"/>
          </a:xfrm>
          <a:prstGeom prst="rect">
            <a:avLst/>
          </a:prstGeom>
          <a:noFill/>
        </p:spPr>
      </p:pic>
    </p:spTree>
    <p:extLst>
      <p:ext uri="{BB962C8B-B14F-4D97-AF65-F5344CB8AC3E}">
        <p14:creationId xmlns:p14="http://schemas.microsoft.com/office/powerpoint/2010/main" val="386755606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Title with Text">
    <p:spTree>
      <p:nvGrpSpPr>
        <p:cNvPr id="1" name=""/>
        <p:cNvGrpSpPr/>
        <p:nvPr/>
      </p:nvGrpSpPr>
      <p:grpSpPr>
        <a:xfrm>
          <a:off x="0" y="0"/>
          <a:ext cx="0" cy="0"/>
          <a:chOff x="0" y="0"/>
          <a:chExt cx="0" cy="0"/>
        </a:xfrm>
      </p:grpSpPr>
      <p:pic>
        <p:nvPicPr>
          <p:cNvPr id="18" name="Picture 3"/>
          <p:cNvPicPr>
            <a:picLocks noChangeAspect="1" noChangeArrowheads="1"/>
          </p:cNvPicPr>
          <p:nvPr userDrawn="1"/>
        </p:nvPicPr>
        <p:blipFill>
          <a:blip r:embed="rId2" cstate="email">
            <a:duotone>
              <a:schemeClr val="accent1">
                <a:shade val="45000"/>
                <a:satMod val="135000"/>
              </a:schemeClr>
              <a:prstClr val="white"/>
            </a:duotone>
            <a:lum bright="20000"/>
          </a:blip>
          <a:srcRect/>
          <a:stretch>
            <a:fillRect/>
          </a:stretch>
        </p:blipFill>
        <p:spPr bwMode="auto">
          <a:xfrm rot="16200000">
            <a:off x="1136651" y="-1136648"/>
            <a:ext cx="6870701" cy="9143998"/>
          </a:xfrm>
          <a:prstGeom prst="rect">
            <a:avLst/>
          </a:prstGeom>
          <a:noFill/>
          <a:ln w="9525">
            <a:noFill/>
            <a:miter lim="800000"/>
            <a:headEnd/>
            <a:tailEnd/>
          </a:ln>
          <a:effectLst/>
        </p:spPr>
      </p:pic>
      <p:pic>
        <p:nvPicPr>
          <p:cNvPr id="16" name="Picture 2" descr="C:\Users\ahmadna\Desktop\Picture1.png"/>
          <p:cNvPicPr>
            <a:picLocks noChangeAspect="1" noChangeArrowheads="1"/>
          </p:cNvPicPr>
          <p:nvPr userDrawn="1"/>
        </p:nvPicPr>
        <p:blipFill>
          <a:blip r:embed="rId3" cstate="print"/>
          <a:srcRect/>
          <a:stretch>
            <a:fillRect/>
          </a:stretch>
        </p:blipFill>
        <p:spPr bwMode="auto">
          <a:xfrm>
            <a:off x="26127" y="6495279"/>
            <a:ext cx="8832850" cy="354012"/>
          </a:xfrm>
          <a:prstGeom prst="rect">
            <a:avLst/>
          </a:prstGeom>
          <a:noFill/>
        </p:spPr>
      </p:pic>
      <p:sp>
        <p:nvSpPr>
          <p:cNvPr id="5" name="TextBox 4"/>
          <p:cNvSpPr txBox="1"/>
          <p:nvPr userDrawn="1"/>
        </p:nvSpPr>
        <p:spPr>
          <a:xfrm>
            <a:off x="8820151" y="6601674"/>
            <a:ext cx="285190" cy="172355"/>
          </a:xfrm>
          <a:prstGeom prst="rect">
            <a:avLst/>
          </a:prstGeom>
          <a:noFill/>
        </p:spPr>
        <p:txBody>
          <a:bodyPr wrap="square" lIns="9144" tIns="9144" rIns="9144" bIns="9144" anchor="ctr">
            <a:spAutoFit/>
          </a:bodyPr>
          <a:lstStyle/>
          <a:p>
            <a:pPr algn="ctr">
              <a:defRPr/>
            </a:pPr>
            <a:fld id="{6A538B20-F103-4B61-9340-A201FCCC8171}" type="slidenum">
              <a:rPr lang="en-US" sz="1000" smtClean="0">
                <a:solidFill>
                  <a:prstClr val="black"/>
                </a:solidFill>
                <a:latin typeface="Myriad Pro" pitchFamily="34" charset="0"/>
                <a:cs typeface="Arial" pitchFamily="34" charset="0"/>
              </a:rPr>
              <a:pPr algn="ctr">
                <a:defRPr/>
              </a:pPr>
              <a:t>‹#›</a:t>
            </a:fld>
            <a:endParaRPr lang="en-US" sz="1000" dirty="0">
              <a:solidFill>
                <a:prstClr val="black"/>
              </a:solidFill>
              <a:latin typeface="Myriad Pro" pitchFamily="34" charset="0"/>
              <a:cs typeface="Arial" pitchFamily="34" charset="0"/>
            </a:endParaRPr>
          </a:p>
        </p:txBody>
      </p:sp>
      <p:cxnSp>
        <p:nvCxnSpPr>
          <p:cNvPr id="6" name="Straight Connector 5"/>
          <p:cNvCxnSpPr/>
          <p:nvPr userDrawn="1"/>
        </p:nvCxnSpPr>
        <p:spPr>
          <a:xfrm>
            <a:off x="0" y="822325"/>
            <a:ext cx="9144000" cy="0"/>
          </a:xfrm>
          <a:prstGeom prst="line">
            <a:avLst/>
          </a:prstGeom>
          <a:ln w="12700">
            <a:solidFill>
              <a:srgbClr val="696F65"/>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0" y="841375"/>
            <a:ext cx="9144000" cy="0"/>
          </a:xfrm>
          <a:prstGeom prst="line">
            <a:avLst/>
          </a:prstGeom>
          <a:ln w="12700">
            <a:solidFill>
              <a:srgbClr val="A29B89"/>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flipV="1">
            <a:off x="0" y="801688"/>
            <a:ext cx="9144000" cy="0"/>
          </a:xfrm>
          <a:prstGeom prst="line">
            <a:avLst/>
          </a:prstGeom>
          <a:ln w="12700">
            <a:solidFill>
              <a:srgbClr val="838378"/>
            </a:solidFill>
          </a:ln>
        </p:spPr>
        <p:style>
          <a:lnRef idx="1">
            <a:schemeClr val="accent1"/>
          </a:lnRef>
          <a:fillRef idx="0">
            <a:schemeClr val="accent1"/>
          </a:fillRef>
          <a:effectRef idx="0">
            <a:schemeClr val="accent1"/>
          </a:effectRef>
          <a:fontRef idx="minor">
            <a:schemeClr val="tx1"/>
          </a:fontRef>
        </p:style>
      </p:cxnSp>
      <p:sp>
        <p:nvSpPr>
          <p:cNvPr id="32" name="Title 31"/>
          <p:cNvSpPr>
            <a:spLocks noGrp="1"/>
          </p:cNvSpPr>
          <p:nvPr>
            <p:ph type="title"/>
          </p:nvPr>
        </p:nvSpPr>
        <p:spPr>
          <a:xfrm>
            <a:off x="770965" y="10632"/>
            <a:ext cx="7602070" cy="786810"/>
          </a:xfrm>
          <a:prstGeom prst="rect">
            <a:avLst/>
          </a:prstGeom>
        </p:spPr>
        <p:txBody>
          <a:bodyPr anchor="b"/>
          <a:lstStyle>
            <a:lvl1pPr algn="r">
              <a:lnSpc>
                <a:spcPct val="80000"/>
              </a:lnSpc>
              <a:defRPr sz="2800" b="1" i="0">
                <a:latin typeface="Arial" pitchFamily="34" charset="0"/>
                <a:cs typeface="Arial" pitchFamily="34" charset="0"/>
              </a:defRPr>
            </a:lvl1pPr>
          </a:lstStyle>
          <a:p>
            <a:r>
              <a:rPr lang="en-US" dirty="0" smtClean="0"/>
              <a:t>Click to edit Master title style</a:t>
            </a:r>
            <a:endParaRPr lang="en-US" dirty="0"/>
          </a:p>
        </p:txBody>
      </p:sp>
      <p:sp>
        <p:nvSpPr>
          <p:cNvPr id="34" name="Text Placeholder 33"/>
          <p:cNvSpPr>
            <a:spLocks noGrp="1"/>
          </p:cNvSpPr>
          <p:nvPr>
            <p:ph type="body" sz="quarter" idx="10"/>
          </p:nvPr>
        </p:nvSpPr>
        <p:spPr>
          <a:xfrm>
            <a:off x="187452" y="905891"/>
            <a:ext cx="8769096" cy="5613781"/>
          </a:xfrm>
          <a:prstGeom prst="rect">
            <a:avLst/>
          </a:prstGeom>
        </p:spPr>
        <p:txBody>
          <a:bodyPr/>
          <a:lstStyle>
            <a:lvl1pPr marL="228600" indent="-228600">
              <a:lnSpc>
                <a:spcPct val="90000"/>
              </a:lnSpc>
              <a:spcBef>
                <a:spcPts val="0"/>
              </a:spcBef>
              <a:spcAft>
                <a:spcPts val="1200"/>
              </a:spcAft>
              <a:defRPr sz="2800" b="0">
                <a:latin typeface="Arial" pitchFamily="34" charset="0"/>
                <a:cs typeface="Arial" pitchFamily="34" charset="0"/>
              </a:defRPr>
            </a:lvl1pPr>
            <a:lvl2pPr marL="685800" indent="-228600">
              <a:lnSpc>
                <a:spcPct val="90000"/>
              </a:lnSpc>
              <a:spcBef>
                <a:spcPts val="0"/>
              </a:spcBef>
              <a:spcAft>
                <a:spcPts val="1200"/>
              </a:spcAft>
              <a:defRPr sz="2400" b="0">
                <a:latin typeface="Arial" pitchFamily="34" charset="0"/>
                <a:cs typeface="Arial" pitchFamily="34" charset="0"/>
              </a:defRPr>
            </a:lvl2pPr>
            <a:lvl3pPr>
              <a:lnSpc>
                <a:spcPct val="90000"/>
              </a:lnSpc>
              <a:spcBef>
                <a:spcPts val="0"/>
              </a:spcBef>
              <a:spcAft>
                <a:spcPts val="1200"/>
              </a:spcAft>
              <a:defRPr sz="2000" b="0">
                <a:latin typeface="Arial" pitchFamily="34" charset="0"/>
                <a:cs typeface="Arial" pitchFamily="34" charset="0"/>
              </a:defRPr>
            </a:lvl3pPr>
            <a:lvl4pPr>
              <a:lnSpc>
                <a:spcPct val="90000"/>
              </a:lnSpc>
              <a:spcBef>
                <a:spcPts val="0"/>
              </a:spcBef>
              <a:spcAft>
                <a:spcPts val="1200"/>
              </a:spcAft>
              <a:defRPr sz="1800" b="0">
                <a:latin typeface="Arial" pitchFamily="34" charset="0"/>
                <a:cs typeface="Arial" pitchFamily="34" charset="0"/>
              </a:defRPr>
            </a:lvl4pPr>
            <a:lvl5pPr>
              <a:lnSpc>
                <a:spcPct val="90000"/>
              </a:lnSpc>
              <a:spcBef>
                <a:spcPts val="0"/>
              </a:spcBef>
              <a:spcAft>
                <a:spcPts val="1200"/>
              </a:spcAft>
              <a:defRPr sz="1800" b="0">
                <a:latin typeface="Arial" pitchFamily="34" charset="0"/>
                <a:cs typeface="Arial"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13" name="Picture 2" descr="C:\Users\ahmadna\Desktop\Branding\ASAALT_color.png"/>
          <p:cNvPicPr>
            <a:picLocks noChangeAspect="1" noChangeArrowheads="1"/>
          </p:cNvPicPr>
          <p:nvPr userDrawn="1"/>
        </p:nvPicPr>
        <p:blipFill>
          <a:blip r:embed="rId4" cstate="print"/>
          <a:srcRect l="4860" t="2500" r="4956" b="4500"/>
          <a:stretch>
            <a:fillRect/>
          </a:stretch>
        </p:blipFill>
        <p:spPr bwMode="auto">
          <a:xfrm>
            <a:off x="8365331" y="14664"/>
            <a:ext cx="760072" cy="761828"/>
          </a:xfrm>
          <a:prstGeom prst="rect">
            <a:avLst/>
          </a:prstGeom>
          <a:noFill/>
          <a:effectLst>
            <a:outerShdw blurRad="63500" sx="102000" sy="102000" algn="ctr" rotWithShape="0">
              <a:prstClr val="black">
                <a:alpha val="40000"/>
              </a:prstClr>
            </a:outerShdw>
          </a:effectLst>
        </p:spPr>
      </p:pic>
      <p:sp>
        <p:nvSpPr>
          <p:cNvPr id="17" name="Rectangle 6"/>
          <p:cNvSpPr>
            <a:spLocks noChangeArrowheads="1"/>
          </p:cNvSpPr>
          <p:nvPr userDrawn="1"/>
        </p:nvSpPr>
        <p:spPr bwMode="auto">
          <a:xfrm>
            <a:off x="2936839" y="6602020"/>
            <a:ext cx="3290887" cy="266700"/>
          </a:xfrm>
          <a:prstGeom prst="rect">
            <a:avLst/>
          </a:prstGeom>
          <a:noFill/>
          <a:ln w="9525">
            <a:noFill/>
            <a:miter lim="800000"/>
            <a:headEnd/>
            <a:tailEnd/>
          </a:ln>
        </p:spPr>
        <p:txBody>
          <a:bodyPr/>
          <a:lstStyle/>
          <a:p>
            <a:pPr algn="ctr"/>
            <a:r>
              <a:rPr lang="en-US" sz="1000" dirty="0" smtClean="0">
                <a:solidFill>
                  <a:prstClr val="black"/>
                </a:solidFill>
                <a:latin typeface="Calibri" pitchFamily="34" charset="0"/>
                <a:cs typeface="Arial" pitchFamily="34" charset="0"/>
              </a:rPr>
              <a:t>UNCLASSIFIED // FOR </a:t>
            </a:r>
            <a:r>
              <a:rPr lang="en-US" sz="1000" dirty="0">
                <a:solidFill>
                  <a:prstClr val="black"/>
                </a:solidFill>
                <a:latin typeface="Calibri" pitchFamily="34" charset="0"/>
                <a:cs typeface="Arial" pitchFamily="34" charset="0"/>
              </a:rPr>
              <a:t>OFFICIAL USE </a:t>
            </a:r>
            <a:r>
              <a:rPr lang="en-US" sz="1000" dirty="0" smtClean="0">
                <a:solidFill>
                  <a:prstClr val="black"/>
                </a:solidFill>
                <a:latin typeface="Calibri" pitchFamily="34" charset="0"/>
                <a:cs typeface="Arial" pitchFamily="34" charset="0"/>
              </a:rPr>
              <a:t>ONLY</a:t>
            </a:r>
            <a:endParaRPr lang="en-US" sz="1000" dirty="0">
              <a:solidFill>
                <a:prstClr val="black"/>
              </a:solidFill>
              <a:latin typeface="Calibri" pitchFamily="34" charset="0"/>
              <a:cs typeface="Arial" pitchFamily="34" charset="0"/>
            </a:endParaRPr>
          </a:p>
        </p:txBody>
      </p:sp>
    </p:spTree>
    <p:extLst>
      <p:ext uri="{BB962C8B-B14F-4D97-AF65-F5344CB8AC3E}">
        <p14:creationId xmlns:p14="http://schemas.microsoft.com/office/powerpoint/2010/main" val="64997858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LIRA Content Page Blank">
    <p:spTree>
      <p:nvGrpSpPr>
        <p:cNvPr id="1" name=""/>
        <p:cNvGrpSpPr/>
        <p:nvPr/>
      </p:nvGrpSpPr>
      <p:grpSpPr>
        <a:xfrm>
          <a:off x="0" y="0"/>
          <a:ext cx="0" cy="0"/>
          <a:chOff x="0" y="0"/>
          <a:chExt cx="0" cy="0"/>
        </a:xfrm>
      </p:grpSpPr>
      <p:sp>
        <p:nvSpPr>
          <p:cNvPr id="2" name="Slide Number Placeholder 4"/>
          <p:cNvSpPr txBox="1">
            <a:spLocks/>
          </p:cNvSpPr>
          <p:nvPr userDrawn="1"/>
        </p:nvSpPr>
        <p:spPr>
          <a:xfrm>
            <a:off x="7010400" y="6657975"/>
            <a:ext cx="2133600" cy="182563"/>
          </a:xfrm>
          <a:prstGeom prst="rect">
            <a:avLst/>
          </a:prstGeom>
        </p:spPr>
        <p:txBody>
          <a:bodyPr/>
          <a:lstStyle>
            <a:lvl1pPr algn="r">
              <a:defRPr sz="900">
                <a:solidFill>
                  <a:srgbClr val="FFFFFF">
                    <a:lumMod val="50000"/>
                  </a:srgbClr>
                </a:solidFill>
                <a:latin typeface="Arial" charset="0"/>
              </a:defRPr>
            </a:lvl1pPr>
          </a:lstStyle>
          <a:p>
            <a:pPr>
              <a:defRPr/>
            </a:pPr>
            <a:fld id="{0153BB68-3D60-43FB-B6CA-54C37C060473}" type="slidenum">
              <a:rPr lang="en-US" b="0" smtClean="0">
                <a:cs typeface="Arial" charset="0"/>
              </a:rPr>
              <a:pPr>
                <a:defRPr/>
              </a:pPr>
              <a:t>‹#›</a:t>
            </a:fld>
            <a:endParaRPr lang="en-US" b="0" dirty="0">
              <a:cs typeface="Arial" charset="0"/>
            </a:endParaRPr>
          </a:p>
        </p:txBody>
      </p:sp>
    </p:spTree>
    <p:extLst>
      <p:ext uri="{BB962C8B-B14F-4D97-AF65-F5344CB8AC3E}">
        <p14:creationId xmlns:p14="http://schemas.microsoft.com/office/powerpoint/2010/main" val="118160114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cSld name="1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8229600" cy="868362"/>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609600" y="1447800"/>
            <a:ext cx="8229600" cy="4678363"/>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a:xfrm>
            <a:off x="6019800" y="6353000"/>
            <a:ext cx="990600" cy="365125"/>
          </a:xfrm>
          <a:prstGeom prst="rect">
            <a:avLst/>
          </a:prstGeom>
        </p:spPr>
        <p:txBody>
          <a:bodyPr/>
          <a:lstStyle>
            <a:lvl1pPr algn="ctr">
              <a:defRPr/>
            </a:lvl1pPr>
          </a:lstStyle>
          <a:p>
            <a:endParaRPr lang="en-US" sz="1600" b="0" dirty="0">
              <a:solidFill>
                <a:prstClr val="black">
                  <a:tint val="75000"/>
                </a:prstClr>
              </a:solidFill>
              <a:latin typeface="Calibri" pitchFamily="34" charset="0"/>
              <a:cs typeface="Arial" pitchFamily="34" charset="0"/>
            </a:endParaRPr>
          </a:p>
        </p:txBody>
      </p:sp>
      <p:sp>
        <p:nvSpPr>
          <p:cNvPr id="5" name="Footer Placeholder 4"/>
          <p:cNvSpPr>
            <a:spLocks noGrp="1"/>
          </p:cNvSpPr>
          <p:nvPr>
            <p:ph type="ftr" sz="quarter" idx="11"/>
          </p:nvPr>
        </p:nvSpPr>
        <p:spPr>
          <a:xfrm>
            <a:off x="3124200" y="6356354"/>
            <a:ext cx="2895600" cy="365125"/>
          </a:xfrm>
          <a:prstGeom prst="rect">
            <a:avLst/>
          </a:prstGeom>
        </p:spPr>
        <p:txBody>
          <a:bodyPr/>
          <a:lstStyle/>
          <a:p>
            <a:endParaRPr lang="en-US" sz="1600" b="0" dirty="0">
              <a:solidFill>
                <a:prstClr val="black">
                  <a:tint val="75000"/>
                </a:prstClr>
              </a:solidFill>
              <a:latin typeface="Calibri" pitchFamily="34" charset="0"/>
              <a:cs typeface="Arial" pitchFamily="34" charset="0"/>
            </a:endParaRPr>
          </a:p>
        </p:txBody>
      </p:sp>
      <p:sp>
        <p:nvSpPr>
          <p:cNvPr id="6" name="Slide Number Placeholder 5"/>
          <p:cNvSpPr>
            <a:spLocks noGrp="1"/>
          </p:cNvSpPr>
          <p:nvPr>
            <p:ph type="sldNum" sz="quarter" idx="12"/>
          </p:nvPr>
        </p:nvSpPr>
        <p:spPr>
          <a:xfrm>
            <a:off x="8686800" y="6206072"/>
            <a:ext cx="457200" cy="365125"/>
          </a:xfrm>
          <a:prstGeom prst="rect">
            <a:avLst/>
          </a:prstGeom>
        </p:spPr>
        <p:txBody>
          <a:bodyPr/>
          <a:lstStyle/>
          <a:p>
            <a:fld id="{295008BC-DA31-4D19-837B-EFA4386B05F5}" type="slidenum">
              <a:rPr lang="en-US" sz="1600" b="0" smtClean="0">
                <a:solidFill>
                  <a:prstClr val="black">
                    <a:tint val="75000"/>
                  </a:prstClr>
                </a:solidFill>
                <a:latin typeface="Calibri" pitchFamily="34" charset="0"/>
                <a:cs typeface="Arial" pitchFamily="34" charset="0"/>
              </a:rPr>
              <a:pPr/>
              <a:t>‹#›</a:t>
            </a:fld>
            <a:endParaRPr lang="en-US" sz="1600" b="0" dirty="0">
              <a:solidFill>
                <a:prstClr val="black">
                  <a:tint val="75000"/>
                </a:prstClr>
              </a:solidFill>
              <a:latin typeface="Calibri" pitchFamily="34" charset="0"/>
              <a:cs typeface="Arial" pitchFamily="34" charset="0"/>
            </a:endParaRPr>
          </a:p>
        </p:txBody>
      </p:sp>
    </p:spTree>
    <p:extLst>
      <p:ext uri="{BB962C8B-B14F-4D97-AF65-F5344CB8AC3E}">
        <p14:creationId xmlns:p14="http://schemas.microsoft.com/office/powerpoint/2010/main" val="371803214"/>
      </p:ext>
    </p:extLst>
  </p:cSld>
  <p:clrMapOvr>
    <a:masterClrMapping/>
  </p:clrMapOvr>
  <p:timing>
    <p:tnLst>
      <p:par>
        <p:cTn id="1" dur="indefinite" restart="never" nodeType="tmRoot"/>
      </p:par>
    </p:tnLst>
  </p:timing>
</p:sldLayout>
</file>

<file path=ppt/slideLayouts/slideLayout105.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59817" y="6357859"/>
            <a:ext cx="923689" cy="365125"/>
          </a:xfrm>
          <a:prstGeom prst="rect">
            <a:avLst/>
          </a:prstGeom>
        </p:spPr>
        <p:txBody>
          <a:bodyPr/>
          <a:lstStyle/>
          <a:p>
            <a:endParaRPr lang="en-US" sz="1600" b="0">
              <a:solidFill>
                <a:prstClr val="black"/>
              </a:solidFill>
              <a:latin typeface="Calibri" pitchFamily="34" charset="0"/>
              <a:cs typeface="Arial" pitchFamily="34" charset="0"/>
            </a:endParaRPr>
          </a:p>
        </p:txBody>
      </p:sp>
      <p:sp>
        <p:nvSpPr>
          <p:cNvPr id="3" name="Footer Placeholder 2"/>
          <p:cNvSpPr>
            <a:spLocks noGrp="1"/>
          </p:cNvSpPr>
          <p:nvPr>
            <p:ph type="ftr" sz="quarter" idx="11"/>
          </p:nvPr>
        </p:nvSpPr>
        <p:spPr>
          <a:xfrm>
            <a:off x="3124200" y="6356354"/>
            <a:ext cx="2895600" cy="365125"/>
          </a:xfrm>
          <a:prstGeom prst="rect">
            <a:avLst/>
          </a:prstGeom>
        </p:spPr>
        <p:txBody>
          <a:bodyPr/>
          <a:lstStyle/>
          <a:p>
            <a:endParaRPr lang="en-US" sz="1600" b="0">
              <a:solidFill>
                <a:prstClr val="black"/>
              </a:solidFill>
              <a:latin typeface="Calibri" pitchFamily="34" charset="0"/>
              <a:cs typeface="Arial" pitchFamily="34" charset="0"/>
            </a:endParaRPr>
          </a:p>
        </p:txBody>
      </p:sp>
      <p:sp>
        <p:nvSpPr>
          <p:cNvPr id="4" name="Slide Number Placeholder 3"/>
          <p:cNvSpPr>
            <a:spLocks noGrp="1"/>
          </p:cNvSpPr>
          <p:nvPr>
            <p:ph type="sldNum" sz="quarter" idx="12"/>
          </p:nvPr>
        </p:nvSpPr>
        <p:spPr>
          <a:xfrm>
            <a:off x="8686800" y="6206072"/>
            <a:ext cx="457200" cy="365125"/>
          </a:xfrm>
          <a:prstGeom prst="rect">
            <a:avLst/>
          </a:prstGeom>
        </p:spPr>
        <p:txBody>
          <a:bodyPr/>
          <a:lstStyle/>
          <a:p>
            <a:fld id="{6DEA6BEF-965E-4A57-BC56-D26B0055E4F5}" type="slidenum">
              <a:rPr lang="en-US" sz="1600" b="0" smtClean="0">
                <a:solidFill>
                  <a:prstClr val="black"/>
                </a:solidFill>
                <a:latin typeface="Calibri" pitchFamily="34" charset="0"/>
                <a:cs typeface="Arial" pitchFamily="34" charset="0"/>
              </a:rPr>
              <a:pPr/>
              <a:t>‹#›</a:t>
            </a:fld>
            <a:endParaRPr lang="en-US" sz="1600" b="0">
              <a:solidFill>
                <a:prstClr val="black"/>
              </a:solidFill>
              <a:latin typeface="Calibri" pitchFamily="34" charset="0"/>
              <a:cs typeface="Arial" pitchFamily="34" charset="0"/>
            </a:endParaRPr>
          </a:p>
        </p:txBody>
      </p:sp>
    </p:spTree>
    <p:extLst>
      <p:ext uri="{BB962C8B-B14F-4D97-AF65-F5344CB8AC3E}">
        <p14:creationId xmlns:p14="http://schemas.microsoft.com/office/powerpoint/2010/main" val="410291531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pic>
        <p:nvPicPr>
          <p:cNvPr id="11" name="Picture 10" descr="Presentation_slide.jpg"/>
          <p:cNvPicPr preferRelativeResize="0">
            <a:picLocks noChangeAspect="1"/>
          </p:cNvPicPr>
          <p:nvPr userDrawn="1"/>
        </p:nvPicPr>
        <p:blipFill>
          <a:blip r:embed="rId2" cstate="print"/>
          <a:srcRect b="2941"/>
          <a:stretch>
            <a:fillRect/>
          </a:stretch>
        </p:blipFill>
        <p:spPr>
          <a:xfrm>
            <a:off x="0" y="0"/>
            <a:ext cx="9144000" cy="6858000"/>
          </a:xfrm>
          <a:prstGeom prst="rect">
            <a:avLst/>
          </a:prstGeom>
        </p:spPr>
      </p:pic>
      <p:grpSp>
        <p:nvGrpSpPr>
          <p:cNvPr id="2" name="Group 12"/>
          <p:cNvGrpSpPr>
            <a:grpSpLocks/>
          </p:cNvGrpSpPr>
          <p:nvPr userDrawn="1"/>
        </p:nvGrpSpPr>
        <p:grpSpPr bwMode="auto">
          <a:xfrm>
            <a:off x="166688" y="136525"/>
            <a:ext cx="8793162" cy="822325"/>
            <a:chOff x="166651" y="136309"/>
            <a:chExt cx="8793614" cy="822960"/>
          </a:xfrm>
        </p:grpSpPr>
        <p:pic>
          <p:nvPicPr>
            <p:cNvPr id="5" name="Picture 3" descr="Army logo.png"/>
            <p:cNvPicPr>
              <a:picLocks noChangeAspect="1"/>
            </p:cNvPicPr>
            <p:nvPr userDrawn="1"/>
          </p:nvPicPr>
          <p:blipFill>
            <a:blip r:embed="rId3" cstate="print"/>
            <a:srcRect/>
            <a:stretch>
              <a:fillRect/>
            </a:stretch>
          </p:blipFill>
          <p:spPr bwMode="auto">
            <a:xfrm>
              <a:off x="166651" y="136309"/>
              <a:ext cx="822960" cy="822960"/>
            </a:xfrm>
            <a:prstGeom prst="rect">
              <a:avLst/>
            </a:prstGeom>
            <a:noFill/>
            <a:ln w="9525">
              <a:noFill/>
              <a:miter lim="800000"/>
              <a:headEnd/>
              <a:tailEnd/>
            </a:ln>
          </p:spPr>
        </p:pic>
        <p:pic>
          <p:nvPicPr>
            <p:cNvPr id="6" name="Picture 4" descr="ASAALT_color.png"/>
            <p:cNvPicPr>
              <a:picLocks noChangeAspect="1"/>
            </p:cNvPicPr>
            <p:nvPr userDrawn="1"/>
          </p:nvPicPr>
          <p:blipFill>
            <a:blip r:embed="rId4" cstate="print"/>
            <a:srcRect/>
            <a:stretch>
              <a:fillRect/>
            </a:stretch>
          </p:blipFill>
          <p:spPr bwMode="auto">
            <a:xfrm>
              <a:off x="8137305" y="136309"/>
              <a:ext cx="822960" cy="822960"/>
            </a:xfrm>
            <a:prstGeom prst="rect">
              <a:avLst/>
            </a:prstGeom>
            <a:noFill/>
            <a:ln w="9525">
              <a:noFill/>
              <a:miter lim="800000"/>
              <a:headEnd/>
              <a:tailEnd/>
            </a:ln>
          </p:spPr>
        </p:pic>
        <p:sp>
          <p:nvSpPr>
            <p:cNvPr id="7" name="Rectangle 6"/>
            <p:cNvSpPr/>
            <p:nvPr userDrawn="1"/>
          </p:nvSpPr>
          <p:spPr bwMode="auto">
            <a:xfrm>
              <a:off x="1155714" y="792453"/>
              <a:ext cx="6828189" cy="69904"/>
            </a:xfrm>
            <a:prstGeom prst="rect">
              <a:avLst/>
            </a:prstGeom>
            <a:solidFill>
              <a:srgbClr val="EFCF1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600" b="0" dirty="0">
                <a:solidFill>
                  <a:prstClr val="white"/>
                </a:solidFill>
              </a:endParaRPr>
            </a:p>
          </p:txBody>
        </p:sp>
      </p:grpSp>
      <p:sp>
        <p:nvSpPr>
          <p:cNvPr id="15" name="Title 1"/>
          <p:cNvSpPr>
            <a:spLocks noGrp="1"/>
          </p:cNvSpPr>
          <p:nvPr>
            <p:ph type="title"/>
          </p:nvPr>
        </p:nvSpPr>
        <p:spPr>
          <a:xfrm>
            <a:off x="980768" y="250724"/>
            <a:ext cx="7152967" cy="597308"/>
          </a:xfrm>
          <a:prstGeom prst="rect">
            <a:avLst/>
          </a:prstGeom>
        </p:spPr>
        <p:txBody>
          <a:bodyPr/>
          <a:lstStyle>
            <a:lvl1pPr>
              <a:defRPr sz="3200" b="1">
                <a:latin typeface="Arial" pitchFamily="34" charset="0"/>
                <a:cs typeface="Arial" pitchFamily="34" charset="0"/>
              </a:defRPr>
            </a:lvl1pPr>
          </a:lstStyle>
          <a:p>
            <a:r>
              <a:rPr lang="en-US" dirty="0" smtClean="0"/>
              <a:t>Click to edit Master title style</a:t>
            </a:r>
            <a:endParaRPr lang="en-US" dirty="0"/>
          </a:p>
        </p:txBody>
      </p:sp>
      <p:pic>
        <p:nvPicPr>
          <p:cNvPr id="13" name="Picture 12" descr="2011_asaalt_presentation_tagline_long_031711.png"/>
          <p:cNvPicPr>
            <a:picLocks noChangeAspect="1"/>
          </p:cNvPicPr>
          <p:nvPr userDrawn="1"/>
        </p:nvPicPr>
        <p:blipFill>
          <a:blip r:embed="rId5" cstate="print"/>
          <a:srcRect r="14459"/>
          <a:stretch>
            <a:fillRect/>
          </a:stretch>
        </p:blipFill>
        <p:spPr>
          <a:xfrm>
            <a:off x="14990" y="6400800"/>
            <a:ext cx="8874177" cy="376734"/>
          </a:xfrm>
          <a:prstGeom prst="rect">
            <a:avLst/>
          </a:prstGeom>
        </p:spPr>
      </p:pic>
      <p:sp>
        <p:nvSpPr>
          <p:cNvPr id="9" name="Rectangle 6"/>
          <p:cNvSpPr txBox="1">
            <a:spLocks noChangeArrowheads="1"/>
          </p:cNvSpPr>
          <p:nvPr userDrawn="1"/>
        </p:nvSpPr>
        <p:spPr bwMode="auto">
          <a:xfrm>
            <a:off x="7519988" y="6551613"/>
            <a:ext cx="1676400" cy="306387"/>
          </a:xfrm>
          <a:prstGeom prst="rect">
            <a:avLst/>
          </a:prstGeom>
          <a:noFill/>
          <a:ln w="9525">
            <a:noFill/>
            <a:miter lim="800000"/>
            <a:headEnd/>
            <a:tailEnd/>
          </a:ln>
          <a:effectLst/>
        </p:spPr>
        <p:txBody>
          <a:bodyPr/>
          <a:lstStyle>
            <a:lvl1pPr algn="r">
              <a:defRPr sz="1400">
                <a:latin typeface="Arial" charset="0"/>
                <a:cs typeface="Arial" charset="0"/>
              </a:defRPr>
            </a:lvl1pPr>
          </a:lstStyle>
          <a:p>
            <a:pPr>
              <a:defRPr/>
            </a:pPr>
            <a:fld id="{DE7C154F-E342-4F07-9527-E51E74A02045}" type="slidenum">
              <a:rPr lang="en-US" sz="1100" b="0" smtClean="0">
                <a:solidFill>
                  <a:prstClr val="black"/>
                </a:solidFill>
              </a:rPr>
              <a:pPr>
                <a:defRPr/>
              </a:pPr>
              <a:t>‹#›</a:t>
            </a:fld>
            <a:endParaRPr lang="en-US" sz="1100" b="0" dirty="0">
              <a:solidFill>
                <a:prstClr val="black"/>
              </a:solidFill>
            </a:endParaRPr>
          </a:p>
        </p:txBody>
      </p:sp>
    </p:spTree>
    <p:extLst>
      <p:ext uri="{BB962C8B-B14F-4D97-AF65-F5344CB8AC3E}">
        <p14:creationId xmlns:p14="http://schemas.microsoft.com/office/powerpoint/2010/main" val="3583837436"/>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Rectangle 34"/>
          <p:cNvSpPr>
            <a:spLocks noGrp="1" noChangeArrowheads="1"/>
          </p:cNvSpPr>
          <p:nvPr>
            <p:ph type="sldNum" sz="quarter" idx="10"/>
          </p:nvPr>
        </p:nvSpPr>
        <p:spPr>
          <a:xfrm>
            <a:off x="8636358" y="6642280"/>
            <a:ext cx="527050" cy="204788"/>
          </a:xfrm>
          <a:prstGeom prst="rect">
            <a:avLst/>
          </a:prstGeom>
        </p:spPr>
        <p:txBody>
          <a:bodyPr/>
          <a:lstStyle>
            <a:lvl1pPr>
              <a:defRPr/>
            </a:lvl1pPr>
          </a:lstStyle>
          <a:p>
            <a:pPr defTabSz="457200" fontAlgn="auto">
              <a:spcBef>
                <a:spcPts val="0"/>
              </a:spcBef>
              <a:spcAft>
                <a:spcPts val="0"/>
              </a:spcAft>
              <a:defRPr/>
            </a:pPr>
            <a:fld id="{650969F0-3B32-4089-B912-A689CE8E2845}" type="slidenum">
              <a:rPr lang="en-US" sz="1800" b="0">
                <a:solidFill>
                  <a:srgbClr val="000000"/>
                </a:solidFill>
                <a:latin typeface="Arial"/>
              </a:rPr>
              <a:pPr defTabSz="457200" fontAlgn="auto">
                <a:spcBef>
                  <a:spcPts val="0"/>
                </a:spcBef>
                <a:spcAft>
                  <a:spcPts val="0"/>
                </a:spcAft>
                <a:defRPr/>
              </a:pPr>
              <a:t>‹#›</a:t>
            </a:fld>
            <a:endParaRPr lang="en-US" sz="1800" b="0" dirty="0">
              <a:solidFill>
                <a:srgbClr val="000000"/>
              </a:solidFill>
              <a:latin typeface="Arial"/>
            </a:endParaRPr>
          </a:p>
        </p:txBody>
      </p:sp>
    </p:spTree>
    <p:extLst>
      <p:ext uri="{BB962C8B-B14F-4D97-AF65-F5344CB8AC3E}">
        <p14:creationId xmlns:p14="http://schemas.microsoft.com/office/powerpoint/2010/main" val="4126949065"/>
      </p:ext>
    </p:extLst>
  </p:cSld>
  <p:clrMapOvr>
    <a:masterClrMapping/>
  </p:clrMapOvr>
  <p:timing>
    <p:tnLst>
      <p:par>
        <p:cTn id="1" dur="indefinite" restart="never" nodeType="tmRoot"/>
      </p:par>
    </p:tn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4" name="Picture 2058" descr="TRMC DOD SEAL-small"/>
          <p:cNvPicPr>
            <a:picLocks noChangeAspect="1" noChangeArrowheads="1"/>
          </p:cNvPicPr>
          <p:nvPr/>
        </p:nvPicPr>
        <p:blipFill>
          <a:blip r:embed="rId2" cstate="print"/>
          <a:srcRect/>
          <a:stretch>
            <a:fillRect/>
          </a:stretch>
        </p:blipFill>
        <p:spPr bwMode="auto">
          <a:xfrm>
            <a:off x="3367088" y="2362200"/>
            <a:ext cx="2359025" cy="2359025"/>
          </a:xfrm>
          <a:prstGeom prst="rect">
            <a:avLst/>
          </a:prstGeom>
          <a:noFill/>
          <a:ln w="9525">
            <a:noFill/>
            <a:miter lim="800000"/>
            <a:headEnd/>
            <a:tailEnd/>
          </a:ln>
        </p:spPr>
      </p:pic>
      <p:sp>
        <p:nvSpPr>
          <p:cNvPr id="164866" name="Rectangle 2050"/>
          <p:cNvSpPr>
            <a:spLocks noGrp="1" noChangeArrowheads="1"/>
          </p:cNvSpPr>
          <p:nvPr>
            <p:ph type="ctrTitle" sz="quarter"/>
          </p:nvPr>
        </p:nvSpPr>
        <p:spPr>
          <a:xfrm>
            <a:off x="685800" y="457200"/>
            <a:ext cx="7721600" cy="1981200"/>
          </a:xfrm>
        </p:spPr>
        <p:txBody>
          <a:bodyPr lIns="92075" tIns="46038" rIns="92075" bIns="46038"/>
          <a:lstStyle>
            <a:lvl1pPr>
              <a:defRPr sz="4000">
                <a:latin typeface="+mn-lt"/>
                <a:cs typeface="Times New Roman" pitchFamily="18" charset="0"/>
              </a:defRPr>
            </a:lvl1pPr>
          </a:lstStyle>
          <a:p>
            <a:r>
              <a:rPr lang="en-US" dirty="0"/>
              <a:t>Click to edit Master title style</a:t>
            </a:r>
          </a:p>
        </p:txBody>
      </p:sp>
      <p:sp>
        <p:nvSpPr>
          <p:cNvPr id="164867" name="Rectangle 2051"/>
          <p:cNvSpPr>
            <a:spLocks noGrp="1" noChangeArrowheads="1"/>
          </p:cNvSpPr>
          <p:nvPr>
            <p:ph type="subTitle" sz="quarter" idx="1"/>
          </p:nvPr>
        </p:nvSpPr>
        <p:spPr>
          <a:xfrm>
            <a:off x="1346200" y="4953000"/>
            <a:ext cx="6400800" cy="1676400"/>
          </a:xfrm>
        </p:spPr>
        <p:txBody>
          <a:bodyPr/>
          <a:lstStyle>
            <a:lvl1pPr marL="0" indent="0" algn="ctr">
              <a:buFont typeface="Wingdings" pitchFamily="2" charset="2"/>
              <a:buNone/>
              <a:defRPr>
                <a:solidFill>
                  <a:srgbClr val="000099"/>
                </a:solidFill>
                <a:latin typeface="+mn-lt"/>
                <a:cs typeface="Times New Roman" pitchFamily="18" charset="0"/>
              </a:defRPr>
            </a:lvl1pPr>
          </a:lstStyle>
          <a:p>
            <a:r>
              <a:rPr lang="en-US" dirty="0"/>
              <a:t>Click to edit Master subtitle style</a:t>
            </a:r>
          </a:p>
        </p:txBody>
      </p:sp>
    </p:spTree>
    <p:extLst>
      <p:ext uri="{BB962C8B-B14F-4D97-AF65-F5344CB8AC3E}">
        <p14:creationId xmlns:p14="http://schemas.microsoft.com/office/powerpoint/2010/main" val="348087785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p:cNvSpPr>
            <a:spLocks noGrp="1" noChangeArrowheads="1"/>
          </p:cNvSpPr>
          <p:nvPr>
            <p:ph type="dt" sz="half" idx="10"/>
          </p:nvPr>
        </p:nvSpPr>
        <p:spPr>
          <a:xfrm>
            <a:off x="152400" y="6629400"/>
            <a:ext cx="1905000" cy="228600"/>
          </a:xfrm>
          <a:prstGeom prst="rect">
            <a:avLst/>
          </a:prstGeom>
        </p:spPr>
        <p:txBody>
          <a:bodyPr/>
          <a:lstStyle>
            <a:lvl1pPr>
              <a:defRPr/>
            </a:lvl1pPr>
          </a:lstStyle>
          <a:p>
            <a:pPr fontAlgn="auto">
              <a:spcBef>
                <a:spcPts val="0"/>
              </a:spcBef>
              <a:spcAft>
                <a:spcPts val="0"/>
              </a:spcAft>
              <a:defRPr/>
            </a:pPr>
            <a:r>
              <a:rPr lang="en-US" sz="1800" b="0" dirty="0" smtClean="0">
                <a:solidFill>
                  <a:srgbClr val="000000"/>
                </a:solidFill>
                <a:latin typeface="Arial"/>
              </a:rPr>
              <a:t>14 Dec 2010</a:t>
            </a:r>
            <a:endParaRPr lang="en-US" sz="1800" b="0" dirty="0">
              <a:solidFill>
                <a:srgbClr val="000000"/>
              </a:solidFill>
              <a:latin typeface="Arial"/>
            </a:endParaRPr>
          </a:p>
        </p:txBody>
      </p:sp>
    </p:spTree>
    <p:extLst>
      <p:ext uri="{BB962C8B-B14F-4D97-AF65-F5344CB8AC3E}">
        <p14:creationId xmlns:p14="http://schemas.microsoft.com/office/powerpoint/2010/main" val="317239408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pPr fontAlgn="auto">
              <a:spcBef>
                <a:spcPts val="0"/>
              </a:spcBef>
              <a:spcAft>
                <a:spcPts val="0"/>
              </a:spcAft>
            </a:pPr>
            <a:r>
              <a:rPr lang="en-US" sz="1800" b="0" dirty="0" smtClean="0">
                <a:solidFill>
                  <a:srgbClr val="000000"/>
                </a:solidFill>
                <a:latin typeface="Arial"/>
              </a:rPr>
              <a:t>14 Dec 2010</a:t>
            </a:r>
            <a:endParaRPr lang="en-US" sz="1800" b="0" dirty="0">
              <a:solidFill>
                <a:srgbClr val="000000"/>
              </a:solidFill>
              <a:latin typeface="Arial"/>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fontAlgn="auto">
              <a:spcBef>
                <a:spcPts val="0"/>
              </a:spcBef>
              <a:spcAft>
                <a:spcPts val="0"/>
              </a:spcAft>
            </a:pPr>
            <a:endParaRPr lang="en-US" sz="1800" b="0" dirty="0">
              <a:solidFill>
                <a:srgbClr val="000000"/>
              </a:solidFill>
              <a:latin typeface="Arial"/>
            </a:endParaRPr>
          </a:p>
        </p:txBody>
      </p:sp>
      <p:sp>
        <p:nvSpPr>
          <p:cNvPr id="5" name="Slide Number Placeholder 4"/>
          <p:cNvSpPr>
            <a:spLocks noGrp="1"/>
          </p:cNvSpPr>
          <p:nvPr>
            <p:ph type="sldNum" sz="quarter" idx="12"/>
          </p:nvPr>
        </p:nvSpPr>
        <p:spPr>
          <a:xfrm>
            <a:off x="8072438" y="6044520"/>
            <a:ext cx="527050" cy="204788"/>
          </a:xfrm>
          <a:prstGeom prst="rect">
            <a:avLst/>
          </a:prstGeom>
        </p:spPr>
        <p:txBody>
          <a:bodyPr/>
          <a:lstStyle/>
          <a:p>
            <a:pPr defTabSz="457200" fontAlgn="auto">
              <a:spcBef>
                <a:spcPts val="0"/>
              </a:spcBef>
              <a:spcAft>
                <a:spcPts val="0"/>
              </a:spcAft>
            </a:pPr>
            <a:fld id="{B2E89228-E99A-4138-9550-5BBC09581CFF}" type="slidenum">
              <a:rPr lang="en-US" sz="1800" b="0" smtClean="0">
                <a:solidFill>
                  <a:srgbClr val="000000"/>
                </a:solidFill>
                <a:latin typeface="Arial"/>
              </a:rPr>
              <a:pPr defTabSz="457200" fontAlgn="auto">
                <a:spcBef>
                  <a:spcPts val="0"/>
                </a:spcBef>
                <a:spcAft>
                  <a:spcPts val="0"/>
                </a:spcAft>
              </a:pPr>
              <a:t>‹#›</a:t>
            </a:fld>
            <a:endParaRPr lang="en-US" sz="1800" b="0" dirty="0">
              <a:solidFill>
                <a:srgbClr val="000000"/>
              </a:solidFill>
              <a:latin typeface="Arial"/>
            </a:endParaRPr>
          </a:p>
        </p:txBody>
      </p:sp>
    </p:spTree>
    <p:extLst>
      <p:ext uri="{BB962C8B-B14F-4D97-AF65-F5344CB8AC3E}">
        <p14:creationId xmlns:p14="http://schemas.microsoft.com/office/powerpoint/2010/main" val="286834783"/>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57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8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245225"/>
            <a:ext cx="2133600" cy="476250"/>
          </a:xfrm>
          <a:prstGeom prst="rect">
            <a:avLst/>
          </a:prstGeom>
        </p:spPr>
        <p:txBody>
          <a:bodyPr/>
          <a:lstStyle>
            <a:lvl1pPr>
              <a:defRPr/>
            </a:lvl1pPr>
          </a:lstStyle>
          <a:p>
            <a:pPr fontAlgn="auto">
              <a:spcBef>
                <a:spcPts val="0"/>
              </a:spcBef>
              <a:spcAft>
                <a:spcPts val="0"/>
              </a:spcAft>
            </a:pPr>
            <a:r>
              <a:rPr lang="en-US" sz="1800" b="0" dirty="0" smtClean="0">
                <a:solidFill>
                  <a:srgbClr val="000000"/>
                </a:solidFill>
                <a:latin typeface="Arial"/>
              </a:rPr>
              <a:t>14 Dec 2010</a:t>
            </a:r>
            <a:endParaRPr lang="en-US" sz="1800" b="0" dirty="0">
              <a:solidFill>
                <a:srgbClr val="000000"/>
              </a:solidFill>
              <a:latin typeface="Arial"/>
            </a:endParaRPr>
          </a:p>
        </p:txBody>
      </p:sp>
      <p:sp>
        <p:nvSpPr>
          <p:cNvPr id="8" name="Footer Placeholder 7"/>
          <p:cNvSpPr>
            <a:spLocks noGrp="1"/>
          </p:cNvSpPr>
          <p:nvPr>
            <p:ph type="ftr" sz="quarter" idx="11"/>
          </p:nvPr>
        </p:nvSpPr>
        <p:spPr>
          <a:xfrm>
            <a:off x="3124200" y="6245225"/>
            <a:ext cx="2895600" cy="476250"/>
          </a:xfrm>
          <a:prstGeom prst="rect">
            <a:avLst/>
          </a:prstGeom>
        </p:spPr>
        <p:txBody>
          <a:bodyPr/>
          <a:lstStyle>
            <a:lvl1pPr>
              <a:defRPr/>
            </a:lvl1pPr>
          </a:lstStyle>
          <a:p>
            <a:pPr fontAlgn="auto">
              <a:spcBef>
                <a:spcPts val="0"/>
              </a:spcBef>
              <a:spcAft>
                <a:spcPts val="0"/>
              </a:spcAft>
            </a:pPr>
            <a:endParaRPr lang="en-US" sz="1800" b="0" dirty="0">
              <a:solidFill>
                <a:srgbClr val="000000"/>
              </a:solidFill>
              <a:latin typeface="Arial"/>
            </a:endParaRPr>
          </a:p>
        </p:txBody>
      </p:sp>
      <p:sp>
        <p:nvSpPr>
          <p:cNvPr id="9" name="Slide Number Placeholder 8"/>
          <p:cNvSpPr>
            <a:spLocks noGrp="1"/>
          </p:cNvSpPr>
          <p:nvPr>
            <p:ph type="sldNum" sz="quarter" idx="12"/>
          </p:nvPr>
        </p:nvSpPr>
        <p:spPr>
          <a:xfrm>
            <a:off x="6915150" y="6270625"/>
            <a:ext cx="2133600" cy="476250"/>
          </a:xfrm>
          <a:prstGeom prst="rect">
            <a:avLst/>
          </a:prstGeom>
        </p:spPr>
        <p:txBody>
          <a:bodyPr/>
          <a:lstStyle>
            <a:lvl1pPr>
              <a:defRPr/>
            </a:lvl1pPr>
          </a:lstStyle>
          <a:p>
            <a:pPr defTabSz="457200" fontAlgn="auto">
              <a:spcBef>
                <a:spcPts val="0"/>
              </a:spcBef>
              <a:spcAft>
                <a:spcPts val="0"/>
              </a:spcAft>
            </a:pPr>
            <a:fld id="{B3055EDA-B6F0-413A-9885-7C70C7DF1A6C}" type="slidenum">
              <a:rPr lang="en-US" sz="1800" b="0">
                <a:solidFill>
                  <a:srgbClr val="000000"/>
                </a:solidFill>
                <a:latin typeface="Arial"/>
              </a:rPr>
              <a:pPr defTabSz="457200" fontAlgn="auto">
                <a:spcBef>
                  <a:spcPts val="0"/>
                </a:spcBef>
                <a:spcAft>
                  <a:spcPts val="0"/>
                </a:spcAft>
              </a:pPr>
              <a:t>‹#›</a:t>
            </a:fld>
            <a:endParaRPr lang="en-US" sz="1800" b="0" dirty="0">
              <a:solidFill>
                <a:srgbClr val="000000"/>
              </a:solidFill>
              <a:latin typeface="Arial"/>
            </a:endParaRPr>
          </a:p>
        </p:txBody>
      </p:sp>
    </p:spTree>
    <p:extLst>
      <p:ext uri="{BB962C8B-B14F-4D97-AF65-F5344CB8AC3E}">
        <p14:creationId xmlns:p14="http://schemas.microsoft.com/office/powerpoint/2010/main" val="144457492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8005607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875726395"/>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781181819"/>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08000" y="1354138"/>
            <a:ext cx="3965575" cy="4741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5975" y="1354138"/>
            <a:ext cx="3967163" cy="4741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82156994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0238234"/>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0248634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007971"/>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182593395"/>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12386783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84678190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2250" y="393700"/>
            <a:ext cx="2020888" cy="57023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08000" y="393700"/>
            <a:ext cx="5911850" cy="57023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595696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image" Target="../media/image2.png"/><Relationship Id="rId2" Type="http://schemas.openxmlformats.org/officeDocument/2006/relationships/slideLayout" Target="../slideLayouts/slideLayout27.xml"/><Relationship Id="rId16" Type="http://schemas.openxmlformats.org/officeDocument/2006/relationships/image" Target="../media/image1.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image" Target="../media/image2.png"/><Relationship Id="rId2" Type="http://schemas.openxmlformats.org/officeDocument/2006/relationships/slideLayout" Target="../slideLayouts/slideLayout41.xml"/><Relationship Id="rId16" Type="http://schemas.openxmlformats.org/officeDocument/2006/relationships/image" Target="../media/image1.jpeg"/><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theme" Target="../theme/theme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slideLayout" Target="../slideLayouts/slideLayout66.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slideLayout" Target="../slideLayouts/slideLayout65.xml"/><Relationship Id="rId2" Type="http://schemas.openxmlformats.org/officeDocument/2006/relationships/slideLayout" Target="../slideLayouts/slideLayout55.xml"/><Relationship Id="rId16" Type="http://schemas.openxmlformats.org/officeDocument/2006/relationships/image" Target="../media/image5.jpeg"/><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5" Type="http://schemas.openxmlformats.org/officeDocument/2006/relationships/image" Target="../media/image1.jpeg"/><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image" Target="../media/image7.jpeg"/><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6.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image" Target="../media/image8.jpe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slideLayout" Target="../slideLayouts/slideLayout90.xml"/><Relationship Id="rId18" Type="http://schemas.openxmlformats.org/officeDocument/2006/relationships/slideLayout" Target="../slideLayouts/slideLayout95.xml"/><Relationship Id="rId26" Type="http://schemas.openxmlformats.org/officeDocument/2006/relationships/slideLayout" Target="../slideLayouts/slideLayout103.xml"/><Relationship Id="rId3" Type="http://schemas.openxmlformats.org/officeDocument/2006/relationships/slideLayout" Target="../slideLayouts/slideLayout80.xml"/><Relationship Id="rId21" Type="http://schemas.openxmlformats.org/officeDocument/2006/relationships/slideLayout" Target="../slideLayouts/slideLayout98.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17" Type="http://schemas.openxmlformats.org/officeDocument/2006/relationships/slideLayout" Target="../slideLayouts/slideLayout94.xml"/><Relationship Id="rId25" Type="http://schemas.openxmlformats.org/officeDocument/2006/relationships/slideLayout" Target="../slideLayouts/slideLayout102.xml"/><Relationship Id="rId2" Type="http://schemas.openxmlformats.org/officeDocument/2006/relationships/slideLayout" Target="../slideLayouts/slideLayout79.xml"/><Relationship Id="rId16" Type="http://schemas.openxmlformats.org/officeDocument/2006/relationships/slideLayout" Target="../slideLayouts/slideLayout93.xml"/><Relationship Id="rId20" Type="http://schemas.openxmlformats.org/officeDocument/2006/relationships/slideLayout" Target="../slideLayouts/slideLayout97.xml"/><Relationship Id="rId29" Type="http://schemas.openxmlformats.org/officeDocument/2006/relationships/slideLayout" Target="../slideLayouts/slideLayout106.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24" Type="http://schemas.openxmlformats.org/officeDocument/2006/relationships/slideLayout" Target="../slideLayouts/slideLayout101.xml"/><Relationship Id="rId5" Type="http://schemas.openxmlformats.org/officeDocument/2006/relationships/slideLayout" Target="../slideLayouts/slideLayout82.xml"/><Relationship Id="rId15" Type="http://schemas.openxmlformats.org/officeDocument/2006/relationships/slideLayout" Target="../slideLayouts/slideLayout92.xml"/><Relationship Id="rId23" Type="http://schemas.openxmlformats.org/officeDocument/2006/relationships/slideLayout" Target="../slideLayouts/slideLayout100.xml"/><Relationship Id="rId28" Type="http://schemas.openxmlformats.org/officeDocument/2006/relationships/slideLayout" Target="../slideLayouts/slideLayout105.xml"/><Relationship Id="rId10" Type="http://schemas.openxmlformats.org/officeDocument/2006/relationships/slideLayout" Target="../slideLayouts/slideLayout87.xml"/><Relationship Id="rId19" Type="http://schemas.openxmlformats.org/officeDocument/2006/relationships/slideLayout" Target="../slideLayouts/slideLayout96.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slideLayout" Target="../slideLayouts/slideLayout91.xml"/><Relationship Id="rId22" Type="http://schemas.openxmlformats.org/officeDocument/2006/relationships/slideLayout" Target="../slideLayouts/slideLayout99.xml"/><Relationship Id="rId27" Type="http://schemas.openxmlformats.org/officeDocument/2006/relationships/slideLayout" Target="../slideLayouts/slideLayout104.xml"/><Relationship Id="rId30"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slideLayout" Target="../slideLayouts/slideLayout109.xml"/><Relationship Id="rId7" Type="http://schemas.openxmlformats.org/officeDocument/2006/relationships/image" Target="../media/image33.jpeg"/><Relationship Id="rId2" Type="http://schemas.openxmlformats.org/officeDocument/2006/relationships/slideLayout" Target="../slideLayouts/slideLayout108.xml"/><Relationship Id="rId1" Type="http://schemas.openxmlformats.org/officeDocument/2006/relationships/slideLayout" Target="../slideLayouts/slideLayout107.xml"/><Relationship Id="rId6" Type="http://schemas.openxmlformats.org/officeDocument/2006/relationships/theme" Target="../theme/theme8.xml"/><Relationship Id="rId5" Type="http://schemas.openxmlformats.org/officeDocument/2006/relationships/slideLayout" Target="../slideLayouts/slideLayout111.xml"/><Relationship Id="rId4" Type="http://schemas.openxmlformats.org/officeDocument/2006/relationships/slideLayout" Target="../slideLayouts/slideLayout110.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19.xml"/><Relationship Id="rId13" Type="http://schemas.openxmlformats.org/officeDocument/2006/relationships/image" Target="../media/image36.jpeg"/><Relationship Id="rId3" Type="http://schemas.openxmlformats.org/officeDocument/2006/relationships/slideLayout" Target="../slideLayouts/slideLayout114.xml"/><Relationship Id="rId7" Type="http://schemas.openxmlformats.org/officeDocument/2006/relationships/slideLayout" Target="../slideLayouts/slideLayout118.xml"/><Relationship Id="rId12" Type="http://schemas.openxmlformats.org/officeDocument/2006/relationships/theme" Target="../theme/theme9.xml"/><Relationship Id="rId2" Type="http://schemas.openxmlformats.org/officeDocument/2006/relationships/slideLayout" Target="../slideLayouts/slideLayout113.xml"/><Relationship Id="rId1" Type="http://schemas.openxmlformats.org/officeDocument/2006/relationships/slideLayout" Target="../slideLayouts/slideLayout112.xml"/><Relationship Id="rId6" Type="http://schemas.openxmlformats.org/officeDocument/2006/relationships/slideLayout" Target="../slideLayouts/slideLayout117.xml"/><Relationship Id="rId11" Type="http://schemas.openxmlformats.org/officeDocument/2006/relationships/slideLayout" Target="../slideLayouts/slideLayout122.xml"/><Relationship Id="rId5" Type="http://schemas.openxmlformats.org/officeDocument/2006/relationships/slideLayout" Target="../slideLayouts/slideLayout116.xml"/><Relationship Id="rId10" Type="http://schemas.openxmlformats.org/officeDocument/2006/relationships/slideLayout" Target="../slideLayouts/slideLayout121.xml"/><Relationship Id="rId4" Type="http://schemas.openxmlformats.org/officeDocument/2006/relationships/slideLayout" Target="../slideLayouts/slideLayout115.xml"/><Relationship Id="rId9" Type="http://schemas.openxmlformats.org/officeDocument/2006/relationships/slideLayout" Target="../slideLayouts/slideLayout120.xml"/><Relationship Id="rId14" Type="http://schemas.openxmlformats.org/officeDocument/2006/relationships/image" Target="../media/image37.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066800" y="241300"/>
            <a:ext cx="7010400" cy="639763"/>
          </a:xfrm>
          <a:prstGeom prst="rect">
            <a:avLst/>
          </a:prstGeom>
          <a:noFill/>
          <a:ln w="9525">
            <a:noFill/>
            <a:miter lim="800000"/>
            <a:headEnd/>
            <a:tailEnd/>
          </a:ln>
        </p:spPr>
        <p:txBody>
          <a:bodyPr vert="horz" wrap="square" lIns="90954" tIns="45480" rIns="90954" bIns="4548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381000" y="1163638"/>
            <a:ext cx="8382000" cy="5414962"/>
          </a:xfrm>
          <a:prstGeom prst="rect">
            <a:avLst/>
          </a:prstGeom>
          <a:noFill/>
          <a:ln w="9525" algn="ctr">
            <a:noFill/>
            <a:miter lim="800000"/>
            <a:headEnd/>
            <a:tailEnd/>
          </a:ln>
        </p:spPr>
        <p:txBody>
          <a:bodyPr vert="horz" wrap="square" lIns="90954" tIns="45480" rIns="90954" bIns="4548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Fifth level</a:t>
            </a:r>
          </a:p>
        </p:txBody>
      </p:sp>
      <p:sp>
        <p:nvSpPr>
          <p:cNvPr id="71685" name="Line 5"/>
          <p:cNvSpPr>
            <a:spLocks noChangeShapeType="1"/>
          </p:cNvSpPr>
          <p:nvPr userDrawn="1"/>
        </p:nvSpPr>
        <p:spPr bwMode="auto">
          <a:xfrm>
            <a:off x="444559" y="1066800"/>
            <a:ext cx="8234363" cy="0"/>
          </a:xfrm>
          <a:prstGeom prst="line">
            <a:avLst/>
          </a:prstGeom>
          <a:noFill/>
          <a:ln w="50800">
            <a:solidFill>
              <a:schemeClr val="tx1"/>
            </a:solidFill>
            <a:round/>
            <a:headEnd type="none" w="sm" len="sm"/>
            <a:tailEnd type="none" w="sm" len="sm"/>
          </a:ln>
          <a:effectLst/>
        </p:spPr>
        <p:txBody>
          <a:bodyPr wrap="none" lIns="90954" tIns="45480" rIns="90954" bIns="45480" anchor="ctr"/>
          <a:lstStyle/>
          <a:p>
            <a:pPr>
              <a:defRPr/>
            </a:pPr>
            <a:endParaRPr lang="en-US" sz="1800" b="0"/>
          </a:p>
        </p:txBody>
      </p:sp>
      <p:pic>
        <p:nvPicPr>
          <p:cNvPr id="1029" name="Picture 15" descr="TRMC DOD SEAL-small"/>
          <p:cNvPicPr preferRelativeResize="0">
            <a:picLocks noChangeArrowheads="1"/>
          </p:cNvPicPr>
          <p:nvPr userDrawn="1"/>
        </p:nvPicPr>
        <p:blipFill>
          <a:blip r:embed="rId16" cstate="print">
            <a:clrChange>
              <a:clrFrom>
                <a:srgbClr val="FFFFFF"/>
              </a:clrFrom>
              <a:clrTo>
                <a:srgbClr val="FFFFFF">
                  <a:alpha val="0"/>
                </a:srgbClr>
              </a:clrTo>
            </a:clrChange>
          </a:blip>
          <a:srcRect/>
          <a:stretch>
            <a:fillRect/>
          </a:stretch>
        </p:blipFill>
        <p:spPr bwMode="auto">
          <a:xfrm>
            <a:off x="68272" y="71438"/>
            <a:ext cx="998537" cy="931862"/>
          </a:xfrm>
          <a:prstGeom prst="rect">
            <a:avLst/>
          </a:prstGeom>
          <a:noFill/>
          <a:ln w="9525">
            <a:noFill/>
            <a:miter lim="800000"/>
            <a:headEnd/>
            <a:tailEnd/>
          </a:ln>
        </p:spPr>
      </p:pic>
      <p:sp>
        <p:nvSpPr>
          <p:cNvPr id="606215" name="Text Box 7"/>
          <p:cNvSpPr txBox="1">
            <a:spLocks noChangeArrowheads="1"/>
          </p:cNvSpPr>
          <p:nvPr userDrawn="1"/>
        </p:nvSpPr>
        <p:spPr bwMode="auto">
          <a:xfrm>
            <a:off x="152459" y="6553205"/>
            <a:ext cx="8824913" cy="307911"/>
          </a:xfrm>
          <a:prstGeom prst="rect">
            <a:avLst/>
          </a:prstGeom>
          <a:noFill/>
          <a:ln w="12700" cap="rnd">
            <a:noFill/>
            <a:miter lim="800000"/>
            <a:headEnd type="none" w="sm" len="sm"/>
            <a:tailEnd type="none" w="sm" len="sm"/>
          </a:ln>
          <a:effectLst/>
        </p:spPr>
        <p:txBody>
          <a:bodyPr lIns="90954" tIns="45480" rIns="90954" bIns="45480">
            <a:spAutoFit/>
          </a:bodyPr>
          <a:lstStyle/>
          <a:p>
            <a:pPr algn="ctr" eaLnBrk="0" hangingPunct="0">
              <a:defRPr/>
            </a:pPr>
            <a:endParaRPr lang="en-US" sz="1400" i="1">
              <a:solidFill>
                <a:srgbClr val="003399"/>
              </a:solidFill>
            </a:endParaRPr>
          </a:p>
        </p:txBody>
      </p:sp>
      <p:sp>
        <p:nvSpPr>
          <p:cNvPr id="606217" name="Rectangle 9"/>
          <p:cNvSpPr>
            <a:spLocks noChangeArrowheads="1"/>
          </p:cNvSpPr>
          <p:nvPr userDrawn="1"/>
        </p:nvSpPr>
        <p:spPr bwMode="auto">
          <a:xfrm>
            <a:off x="8738193" y="6570663"/>
            <a:ext cx="364535" cy="264630"/>
          </a:xfrm>
          <a:prstGeom prst="rect">
            <a:avLst/>
          </a:prstGeom>
          <a:noFill/>
          <a:ln w="9525">
            <a:noFill/>
            <a:miter lim="800000"/>
            <a:headEnd/>
            <a:tailEnd/>
          </a:ln>
          <a:effectLst/>
        </p:spPr>
        <p:txBody>
          <a:bodyPr wrap="none" lIns="90954" tIns="45480" rIns="90954" bIns="45480">
            <a:spAutoFit/>
          </a:bodyPr>
          <a:lstStyle/>
          <a:p>
            <a:pPr algn="r">
              <a:defRPr/>
            </a:pPr>
            <a:fld id="{6064EBAA-0BAA-4543-B36A-C306E4C15EDE}" type="slidenum">
              <a:rPr lang="en-US" sz="1100" b="0"/>
              <a:pPr algn="r">
                <a:defRPr/>
              </a:pPr>
              <a:t>‹#›</a:t>
            </a:fld>
            <a:endParaRPr lang="en-US" sz="1100" b="0"/>
          </a:p>
        </p:txBody>
      </p:sp>
      <p:pic>
        <p:nvPicPr>
          <p:cNvPr id="1032" name="Picture 10" descr="T&amp;E Logo"/>
          <p:cNvPicPr>
            <a:picLocks noChangeArrowheads="1"/>
          </p:cNvPicPr>
          <p:nvPr userDrawn="1"/>
        </p:nvPicPr>
        <p:blipFill>
          <a:blip r:embed="rId17" cstate="print"/>
          <a:srcRect/>
          <a:stretch>
            <a:fillRect/>
          </a:stretch>
        </p:blipFill>
        <p:spPr bwMode="auto">
          <a:xfrm>
            <a:off x="8078788" y="49213"/>
            <a:ext cx="1033462" cy="96043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16"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Lst>
  <p:txStyles>
    <p:titleStyle>
      <a:lvl1pPr algn="ctr" rtl="0" eaLnBrk="0" fontAlgn="base" hangingPunct="0">
        <a:spcBef>
          <a:spcPct val="0"/>
        </a:spcBef>
        <a:spcAft>
          <a:spcPct val="0"/>
        </a:spcAft>
        <a:defRPr sz="3200" b="1">
          <a:solidFill>
            <a:srgbClr val="003399"/>
          </a:solidFill>
          <a:latin typeface="+mj-lt"/>
          <a:ea typeface="+mj-ea"/>
          <a:cs typeface="+mj-cs"/>
        </a:defRPr>
      </a:lvl1pPr>
      <a:lvl2pPr algn="ctr" rtl="0" eaLnBrk="0" fontAlgn="base" hangingPunct="0">
        <a:spcBef>
          <a:spcPct val="0"/>
        </a:spcBef>
        <a:spcAft>
          <a:spcPct val="0"/>
        </a:spcAft>
        <a:defRPr sz="3200" b="1">
          <a:solidFill>
            <a:srgbClr val="003399"/>
          </a:solidFill>
          <a:latin typeface="Arial" charset="0"/>
        </a:defRPr>
      </a:lvl2pPr>
      <a:lvl3pPr algn="ctr" rtl="0" eaLnBrk="0" fontAlgn="base" hangingPunct="0">
        <a:spcBef>
          <a:spcPct val="0"/>
        </a:spcBef>
        <a:spcAft>
          <a:spcPct val="0"/>
        </a:spcAft>
        <a:defRPr sz="3200" b="1">
          <a:solidFill>
            <a:srgbClr val="003399"/>
          </a:solidFill>
          <a:latin typeface="Arial" charset="0"/>
        </a:defRPr>
      </a:lvl3pPr>
      <a:lvl4pPr algn="ctr" rtl="0" eaLnBrk="0" fontAlgn="base" hangingPunct="0">
        <a:spcBef>
          <a:spcPct val="0"/>
        </a:spcBef>
        <a:spcAft>
          <a:spcPct val="0"/>
        </a:spcAft>
        <a:defRPr sz="3200" b="1">
          <a:solidFill>
            <a:srgbClr val="003399"/>
          </a:solidFill>
          <a:latin typeface="Arial" charset="0"/>
        </a:defRPr>
      </a:lvl4pPr>
      <a:lvl5pPr algn="ctr" rtl="0" eaLnBrk="0" fontAlgn="base" hangingPunct="0">
        <a:spcBef>
          <a:spcPct val="0"/>
        </a:spcBef>
        <a:spcAft>
          <a:spcPct val="0"/>
        </a:spcAft>
        <a:defRPr sz="3200" b="1">
          <a:solidFill>
            <a:srgbClr val="003399"/>
          </a:solidFill>
          <a:latin typeface="Arial" charset="0"/>
        </a:defRPr>
      </a:lvl5pPr>
      <a:lvl6pPr marL="454800" algn="ctr" rtl="0" fontAlgn="base">
        <a:spcBef>
          <a:spcPct val="0"/>
        </a:spcBef>
        <a:spcAft>
          <a:spcPct val="0"/>
        </a:spcAft>
        <a:defRPr sz="3200" b="1">
          <a:solidFill>
            <a:srgbClr val="003399"/>
          </a:solidFill>
          <a:latin typeface="Arial" charset="0"/>
        </a:defRPr>
      </a:lvl6pPr>
      <a:lvl7pPr marL="909604" algn="ctr" rtl="0" fontAlgn="base">
        <a:spcBef>
          <a:spcPct val="0"/>
        </a:spcBef>
        <a:spcAft>
          <a:spcPct val="0"/>
        </a:spcAft>
        <a:defRPr sz="3200" b="1">
          <a:solidFill>
            <a:srgbClr val="003399"/>
          </a:solidFill>
          <a:latin typeface="Arial" charset="0"/>
        </a:defRPr>
      </a:lvl7pPr>
      <a:lvl8pPr marL="1364398" algn="ctr" rtl="0" fontAlgn="base">
        <a:spcBef>
          <a:spcPct val="0"/>
        </a:spcBef>
        <a:spcAft>
          <a:spcPct val="0"/>
        </a:spcAft>
        <a:defRPr sz="3200" b="1">
          <a:solidFill>
            <a:srgbClr val="003399"/>
          </a:solidFill>
          <a:latin typeface="Arial" charset="0"/>
        </a:defRPr>
      </a:lvl8pPr>
      <a:lvl9pPr marL="1819209" algn="ctr" rtl="0" fontAlgn="base">
        <a:spcBef>
          <a:spcPct val="0"/>
        </a:spcBef>
        <a:spcAft>
          <a:spcPct val="0"/>
        </a:spcAft>
        <a:defRPr sz="3200" b="1">
          <a:solidFill>
            <a:srgbClr val="003399"/>
          </a:solidFill>
          <a:latin typeface="Arial" charset="0"/>
        </a:defRPr>
      </a:lvl9pPr>
    </p:titleStyle>
    <p:bodyStyle>
      <a:lvl1pPr marL="341102" indent="-341102" algn="l" rtl="0" eaLnBrk="0" fontAlgn="base" hangingPunct="0">
        <a:spcBef>
          <a:spcPct val="20000"/>
        </a:spcBef>
        <a:spcAft>
          <a:spcPct val="0"/>
        </a:spcAft>
        <a:buSzPct val="130000"/>
        <a:buChar char="•"/>
        <a:defRPr sz="2400" b="1">
          <a:solidFill>
            <a:schemeClr val="tx1"/>
          </a:solidFill>
          <a:latin typeface="+mn-lt"/>
          <a:ea typeface="+mn-ea"/>
          <a:cs typeface="+mn-cs"/>
        </a:defRPr>
      </a:lvl1pPr>
      <a:lvl2pPr marL="803803" indent="-284252" algn="l" rtl="0" eaLnBrk="0" fontAlgn="base" hangingPunct="0">
        <a:spcBef>
          <a:spcPct val="20000"/>
        </a:spcBef>
        <a:spcAft>
          <a:spcPct val="0"/>
        </a:spcAft>
        <a:buChar char="–"/>
        <a:defRPr sz="2000" b="1">
          <a:solidFill>
            <a:schemeClr val="tx1"/>
          </a:solidFill>
          <a:latin typeface="+mn-lt"/>
        </a:defRPr>
      </a:lvl2pPr>
      <a:lvl3pPr marL="1257023" indent="-227404" algn="l" rtl="0" eaLnBrk="0" fontAlgn="base" hangingPunct="0">
        <a:spcBef>
          <a:spcPct val="20000"/>
        </a:spcBef>
        <a:spcAft>
          <a:spcPct val="0"/>
        </a:spcAft>
        <a:buFont typeface="Wingdings" pitchFamily="2" charset="2"/>
        <a:buChar char="Ø"/>
        <a:defRPr b="1">
          <a:solidFill>
            <a:schemeClr val="tx1"/>
          </a:solidFill>
          <a:latin typeface="+mn-lt"/>
        </a:defRPr>
      </a:lvl3pPr>
      <a:lvl4pPr marL="1931329" indent="-227404" algn="l" rtl="0" eaLnBrk="0" fontAlgn="base" hangingPunct="0">
        <a:spcBef>
          <a:spcPct val="20000"/>
        </a:spcBef>
        <a:spcAft>
          <a:spcPct val="0"/>
        </a:spcAft>
        <a:buChar char="–"/>
        <a:defRPr sz="1400">
          <a:solidFill>
            <a:schemeClr val="tx1"/>
          </a:solidFill>
          <a:latin typeface="+mn-lt"/>
        </a:defRPr>
      </a:lvl4pPr>
      <a:lvl5pPr marL="2272432" indent="-227404" algn="l" rtl="0" eaLnBrk="0" fontAlgn="base" hangingPunct="0">
        <a:spcBef>
          <a:spcPct val="20000"/>
        </a:spcBef>
        <a:spcAft>
          <a:spcPct val="0"/>
        </a:spcAft>
        <a:buChar char="»"/>
        <a:defRPr sz="1400">
          <a:solidFill>
            <a:schemeClr val="tx1"/>
          </a:solidFill>
          <a:latin typeface="+mn-lt"/>
        </a:defRPr>
      </a:lvl5pPr>
      <a:lvl6pPr marL="2739867" indent="-227404" algn="l" rtl="0" fontAlgn="base">
        <a:spcBef>
          <a:spcPct val="20000"/>
        </a:spcBef>
        <a:spcAft>
          <a:spcPct val="0"/>
        </a:spcAft>
        <a:buChar char="»"/>
        <a:defRPr sz="1400">
          <a:solidFill>
            <a:schemeClr val="tx1"/>
          </a:solidFill>
          <a:latin typeface="+mn-lt"/>
        </a:defRPr>
      </a:lvl6pPr>
      <a:lvl7pPr marL="3194670" indent="-227404" algn="l" rtl="0" fontAlgn="base">
        <a:spcBef>
          <a:spcPct val="20000"/>
        </a:spcBef>
        <a:spcAft>
          <a:spcPct val="0"/>
        </a:spcAft>
        <a:buChar char="»"/>
        <a:defRPr sz="1400">
          <a:solidFill>
            <a:schemeClr val="tx1"/>
          </a:solidFill>
          <a:latin typeface="+mn-lt"/>
        </a:defRPr>
      </a:lvl7pPr>
      <a:lvl8pPr marL="3649472" indent="-227404" algn="l" rtl="0" fontAlgn="base">
        <a:spcBef>
          <a:spcPct val="20000"/>
        </a:spcBef>
        <a:spcAft>
          <a:spcPct val="0"/>
        </a:spcAft>
        <a:buChar char="»"/>
        <a:defRPr sz="1400">
          <a:solidFill>
            <a:schemeClr val="tx1"/>
          </a:solidFill>
          <a:latin typeface="+mn-lt"/>
        </a:defRPr>
      </a:lvl8pPr>
      <a:lvl9pPr marL="4104276" indent="-227404" algn="l" rtl="0" fontAlgn="base">
        <a:spcBef>
          <a:spcPct val="20000"/>
        </a:spcBef>
        <a:spcAft>
          <a:spcPct val="0"/>
        </a:spcAft>
        <a:buChar char="»"/>
        <a:defRPr sz="1400">
          <a:solidFill>
            <a:schemeClr val="tx1"/>
          </a:solidFill>
          <a:latin typeface="+mn-lt"/>
        </a:defRPr>
      </a:lvl9pPr>
    </p:bodyStyle>
    <p:otherStyle>
      <a:defPPr>
        <a:defRPr lang="en-US"/>
      </a:defPPr>
      <a:lvl1pPr marL="0" algn="l" defTabSz="909604" rtl="0" eaLnBrk="1" latinLnBrk="0" hangingPunct="1">
        <a:defRPr sz="1800" kern="1200">
          <a:solidFill>
            <a:schemeClr val="tx1"/>
          </a:solidFill>
          <a:latin typeface="+mn-lt"/>
          <a:ea typeface="+mn-ea"/>
          <a:cs typeface="+mn-cs"/>
        </a:defRPr>
      </a:lvl1pPr>
      <a:lvl2pPr marL="454800" algn="l" defTabSz="909604" rtl="0" eaLnBrk="1" latinLnBrk="0" hangingPunct="1">
        <a:defRPr sz="1800" kern="1200">
          <a:solidFill>
            <a:schemeClr val="tx1"/>
          </a:solidFill>
          <a:latin typeface="+mn-lt"/>
          <a:ea typeface="+mn-ea"/>
          <a:cs typeface="+mn-cs"/>
        </a:defRPr>
      </a:lvl2pPr>
      <a:lvl3pPr marL="909604" algn="l" defTabSz="909604" rtl="0" eaLnBrk="1" latinLnBrk="0" hangingPunct="1">
        <a:defRPr sz="1800" kern="1200">
          <a:solidFill>
            <a:schemeClr val="tx1"/>
          </a:solidFill>
          <a:latin typeface="+mn-lt"/>
          <a:ea typeface="+mn-ea"/>
          <a:cs typeface="+mn-cs"/>
        </a:defRPr>
      </a:lvl3pPr>
      <a:lvl4pPr marL="1364398" algn="l" defTabSz="909604" rtl="0" eaLnBrk="1" latinLnBrk="0" hangingPunct="1">
        <a:defRPr sz="1800" kern="1200">
          <a:solidFill>
            <a:schemeClr val="tx1"/>
          </a:solidFill>
          <a:latin typeface="+mn-lt"/>
          <a:ea typeface="+mn-ea"/>
          <a:cs typeface="+mn-cs"/>
        </a:defRPr>
      </a:lvl4pPr>
      <a:lvl5pPr marL="1819209" algn="l" defTabSz="909604" rtl="0" eaLnBrk="1" latinLnBrk="0" hangingPunct="1">
        <a:defRPr sz="1800" kern="1200">
          <a:solidFill>
            <a:schemeClr val="tx1"/>
          </a:solidFill>
          <a:latin typeface="+mn-lt"/>
          <a:ea typeface="+mn-ea"/>
          <a:cs typeface="+mn-cs"/>
        </a:defRPr>
      </a:lvl5pPr>
      <a:lvl6pPr marL="2274013" algn="l" defTabSz="909604" rtl="0" eaLnBrk="1" latinLnBrk="0" hangingPunct="1">
        <a:defRPr sz="1800" kern="1200">
          <a:solidFill>
            <a:schemeClr val="tx1"/>
          </a:solidFill>
          <a:latin typeface="+mn-lt"/>
          <a:ea typeface="+mn-ea"/>
          <a:cs typeface="+mn-cs"/>
        </a:defRPr>
      </a:lvl6pPr>
      <a:lvl7pPr marL="2728807" algn="l" defTabSz="909604" rtl="0" eaLnBrk="1" latinLnBrk="0" hangingPunct="1">
        <a:defRPr sz="1800" kern="1200">
          <a:solidFill>
            <a:schemeClr val="tx1"/>
          </a:solidFill>
          <a:latin typeface="+mn-lt"/>
          <a:ea typeface="+mn-ea"/>
          <a:cs typeface="+mn-cs"/>
        </a:defRPr>
      </a:lvl7pPr>
      <a:lvl8pPr marL="3183618" algn="l" defTabSz="909604" rtl="0" eaLnBrk="1" latinLnBrk="0" hangingPunct="1">
        <a:defRPr sz="1800" kern="1200">
          <a:solidFill>
            <a:schemeClr val="tx1"/>
          </a:solidFill>
          <a:latin typeface="+mn-lt"/>
          <a:ea typeface="+mn-ea"/>
          <a:cs typeface="+mn-cs"/>
        </a:defRPr>
      </a:lvl8pPr>
      <a:lvl9pPr marL="3638424" algn="l" defTabSz="909604"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0954" tIns="45480" rIns="90954" bIns="45480" numCol="1" anchor="ctr" anchorCtr="0" compatLnSpc="1">
            <a:prstTxWarp prst="textNoShape">
              <a:avLst/>
            </a:prstTxWarp>
          </a:bodyPr>
          <a:lstStyle/>
          <a:p>
            <a:pPr lvl="0"/>
            <a:r>
              <a:rPr 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0954" tIns="45480" rIns="90954" bIns="4548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409"/>
            <a:ext cx="2133600" cy="365125"/>
          </a:xfrm>
          <a:prstGeom prst="rect">
            <a:avLst/>
          </a:prstGeom>
        </p:spPr>
        <p:txBody>
          <a:bodyPr vert="horz" lIns="90954" tIns="45480" rIns="90954" bIns="45480" rtlCol="0" anchor="ctr"/>
          <a:lstStyle>
            <a:lvl1pPr algn="l">
              <a:defRPr sz="1200" smtClean="0">
                <a:solidFill>
                  <a:schemeClr val="tx1">
                    <a:tint val="75000"/>
                  </a:schemeClr>
                </a:solidFill>
              </a:defRPr>
            </a:lvl1pPr>
          </a:lstStyle>
          <a:p>
            <a:pPr>
              <a:defRPr/>
            </a:pPr>
            <a:fld id="{AE3E0C0E-15F9-4D9E-92E5-E3FF77754963}" type="datetimeFigureOut">
              <a:rPr lang="en-US"/>
              <a:pPr>
                <a:defRPr/>
              </a:pPr>
              <a:t>1/31/2022</a:t>
            </a:fld>
            <a:endParaRPr lang="en-US"/>
          </a:p>
        </p:txBody>
      </p:sp>
      <p:sp>
        <p:nvSpPr>
          <p:cNvPr id="5" name="Footer Placeholder 4"/>
          <p:cNvSpPr>
            <a:spLocks noGrp="1"/>
          </p:cNvSpPr>
          <p:nvPr>
            <p:ph type="ftr" sz="quarter" idx="3"/>
          </p:nvPr>
        </p:nvSpPr>
        <p:spPr>
          <a:xfrm>
            <a:off x="3124200" y="6356409"/>
            <a:ext cx="2895600" cy="365125"/>
          </a:xfrm>
          <a:prstGeom prst="rect">
            <a:avLst/>
          </a:prstGeom>
        </p:spPr>
        <p:txBody>
          <a:bodyPr vert="horz" lIns="90954" tIns="45480" rIns="90954" bIns="45480" rtlCol="0" anchor="ctr"/>
          <a:lstStyle>
            <a:lvl1pPr algn="ctr">
              <a:defRPr sz="1200" smtClean="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409"/>
            <a:ext cx="2133600" cy="365125"/>
          </a:xfrm>
          <a:prstGeom prst="rect">
            <a:avLst/>
          </a:prstGeom>
        </p:spPr>
        <p:txBody>
          <a:bodyPr vert="horz" lIns="90954" tIns="45480" rIns="90954" bIns="45480" rtlCol="0" anchor="ctr"/>
          <a:lstStyle>
            <a:lvl1pPr algn="r">
              <a:defRPr sz="1200" smtClean="0">
                <a:solidFill>
                  <a:schemeClr val="tx1">
                    <a:tint val="75000"/>
                  </a:schemeClr>
                </a:solidFill>
              </a:defRPr>
            </a:lvl1pPr>
          </a:lstStyle>
          <a:p>
            <a:pPr>
              <a:defRPr/>
            </a:pPr>
            <a:fld id="{CD9FE971-9E75-41B0-B33A-7B86B8F93D69}" type="slidenum">
              <a:rPr lang="en-US"/>
              <a:pPr>
                <a:defRPr/>
              </a:pPr>
              <a:t>‹#›</a:t>
            </a:fld>
            <a:endParaRPr lang="en-US"/>
          </a:p>
        </p:txBody>
      </p:sp>
    </p:spTree>
  </p:cSld>
  <p:clrMap bg1="dk1" tx1="lt1" bg2="dk2" tx2="lt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4800" algn="ctr" rtl="0" fontAlgn="base">
        <a:spcBef>
          <a:spcPct val="0"/>
        </a:spcBef>
        <a:spcAft>
          <a:spcPct val="0"/>
        </a:spcAft>
        <a:defRPr sz="4400">
          <a:solidFill>
            <a:schemeClr val="tx1"/>
          </a:solidFill>
          <a:latin typeface="Calibri" pitchFamily="34" charset="0"/>
        </a:defRPr>
      </a:lvl6pPr>
      <a:lvl7pPr marL="909604" algn="ctr" rtl="0" fontAlgn="base">
        <a:spcBef>
          <a:spcPct val="0"/>
        </a:spcBef>
        <a:spcAft>
          <a:spcPct val="0"/>
        </a:spcAft>
        <a:defRPr sz="4400">
          <a:solidFill>
            <a:schemeClr val="tx1"/>
          </a:solidFill>
          <a:latin typeface="Calibri" pitchFamily="34" charset="0"/>
        </a:defRPr>
      </a:lvl7pPr>
      <a:lvl8pPr marL="1364398" algn="ctr" rtl="0" fontAlgn="base">
        <a:spcBef>
          <a:spcPct val="0"/>
        </a:spcBef>
        <a:spcAft>
          <a:spcPct val="0"/>
        </a:spcAft>
        <a:defRPr sz="4400">
          <a:solidFill>
            <a:schemeClr val="tx1"/>
          </a:solidFill>
          <a:latin typeface="Calibri" pitchFamily="34" charset="0"/>
        </a:defRPr>
      </a:lvl8pPr>
      <a:lvl9pPr marL="1819209" algn="ctr" rtl="0" fontAlgn="base">
        <a:spcBef>
          <a:spcPct val="0"/>
        </a:spcBef>
        <a:spcAft>
          <a:spcPct val="0"/>
        </a:spcAft>
        <a:defRPr sz="4400">
          <a:solidFill>
            <a:schemeClr val="tx1"/>
          </a:solidFill>
          <a:latin typeface="Calibri" pitchFamily="34" charset="0"/>
        </a:defRPr>
      </a:lvl9pPr>
    </p:titleStyle>
    <p:bodyStyle>
      <a:lvl1pPr marL="341102" indent="-341102"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39055" indent="-284252"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37001" indent="-227404"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591812" indent="-227404"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46609" indent="-227404"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01416" indent="-227404" algn="l" defTabSz="90960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56222" indent="-227404" algn="l" defTabSz="90960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11019" indent="-227404" algn="l" defTabSz="90960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65821" indent="-227404" algn="l" defTabSz="90960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09604" rtl="0" eaLnBrk="1" latinLnBrk="0" hangingPunct="1">
        <a:defRPr sz="1800" kern="1200">
          <a:solidFill>
            <a:schemeClr val="tx1"/>
          </a:solidFill>
          <a:latin typeface="+mn-lt"/>
          <a:ea typeface="+mn-ea"/>
          <a:cs typeface="+mn-cs"/>
        </a:defRPr>
      </a:lvl1pPr>
      <a:lvl2pPr marL="454800" algn="l" defTabSz="909604" rtl="0" eaLnBrk="1" latinLnBrk="0" hangingPunct="1">
        <a:defRPr sz="1800" kern="1200">
          <a:solidFill>
            <a:schemeClr val="tx1"/>
          </a:solidFill>
          <a:latin typeface="+mn-lt"/>
          <a:ea typeface="+mn-ea"/>
          <a:cs typeface="+mn-cs"/>
        </a:defRPr>
      </a:lvl2pPr>
      <a:lvl3pPr marL="909604" algn="l" defTabSz="909604" rtl="0" eaLnBrk="1" latinLnBrk="0" hangingPunct="1">
        <a:defRPr sz="1800" kern="1200">
          <a:solidFill>
            <a:schemeClr val="tx1"/>
          </a:solidFill>
          <a:latin typeface="+mn-lt"/>
          <a:ea typeface="+mn-ea"/>
          <a:cs typeface="+mn-cs"/>
        </a:defRPr>
      </a:lvl3pPr>
      <a:lvl4pPr marL="1364398" algn="l" defTabSz="909604" rtl="0" eaLnBrk="1" latinLnBrk="0" hangingPunct="1">
        <a:defRPr sz="1800" kern="1200">
          <a:solidFill>
            <a:schemeClr val="tx1"/>
          </a:solidFill>
          <a:latin typeface="+mn-lt"/>
          <a:ea typeface="+mn-ea"/>
          <a:cs typeface="+mn-cs"/>
        </a:defRPr>
      </a:lvl4pPr>
      <a:lvl5pPr marL="1819209" algn="l" defTabSz="909604" rtl="0" eaLnBrk="1" latinLnBrk="0" hangingPunct="1">
        <a:defRPr sz="1800" kern="1200">
          <a:solidFill>
            <a:schemeClr val="tx1"/>
          </a:solidFill>
          <a:latin typeface="+mn-lt"/>
          <a:ea typeface="+mn-ea"/>
          <a:cs typeface="+mn-cs"/>
        </a:defRPr>
      </a:lvl5pPr>
      <a:lvl6pPr marL="2274013" algn="l" defTabSz="909604" rtl="0" eaLnBrk="1" latinLnBrk="0" hangingPunct="1">
        <a:defRPr sz="1800" kern="1200">
          <a:solidFill>
            <a:schemeClr val="tx1"/>
          </a:solidFill>
          <a:latin typeface="+mn-lt"/>
          <a:ea typeface="+mn-ea"/>
          <a:cs typeface="+mn-cs"/>
        </a:defRPr>
      </a:lvl6pPr>
      <a:lvl7pPr marL="2728807" algn="l" defTabSz="909604" rtl="0" eaLnBrk="1" latinLnBrk="0" hangingPunct="1">
        <a:defRPr sz="1800" kern="1200">
          <a:solidFill>
            <a:schemeClr val="tx1"/>
          </a:solidFill>
          <a:latin typeface="+mn-lt"/>
          <a:ea typeface="+mn-ea"/>
          <a:cs typeface="+mn-cs"/>
        </a:defRPr>
      </a:lvl7pPr>
      <a:lvl8pPr marL="3183618" algn="l" defTabSz="909604" rtl="0" eaLnBrk="1" latinLnBrk="0" hangingPunct="1">
        <a:defRPr sz="1800" kern="1200">
          <a:solidFill>
            <a:schemeClr val="tx1"/>
          </a:solidFill>
          <a:latin typeface="+mn-lt"/>
          <a:ea typeface="+mn-ea"/>
          <a:cs typeface="+mn-cs"/>
        </a:defRPr>
      </a:lvl8pPr>
      <a:lvl9pPr marL="3638424" algn="l" defTabSz="909604"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066800" y="241300"/>
            <a:ext cx="7010400" cy="639763"/>
          </a:xfrm>
          <a:prstGeom prst="rect">
            <a:avLst/>
          </a:prstGeom>
          <a:noFill/>
          <a:ln w="9525">
            <a:noFill/>
            <a:miter lim="800000"/>
            <a:headEnd/>
            <a:tailEnd/>
          </a:ln>
        </p:spPr>
        <p:txBody>
          <a:bodyPr vert="horz" wrap="square" lIns="91168" tIns="45585" rIns="91168" bIns="45585"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381000" y="1163638"/>
            <a:ext cx="8382000" cy="5414962"/>
          </a:xfrm>
          <a:prstGeom prst="rect">
            <a:avLst/>
          </a:prstGeom>
          <a:noFill/>
          <a:ln w="9525" algn="ctr">
            <a:noFill/>
            <a:miter lim="800000"/>
            <a:headEnd/>
            <a:tailEnd/>
          </a:ln>
        </p:spPr>
        <p:txBody>
          <a:bodyPr vert="horz" wrap="square" lIns="91168" tIns="45585" rIns="91168" bIns="45585"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Fifth level</a:t>
            </a:r>
          </a:p>
        </p:txBody>
      </p:sp>
      <p:sp>
        <p:nvSpPr>
          <p:cNvPr id="71685" name="Line 5"/>
          <p:cNvSpPr>
            <a:spLocks noChangeShapeType="1"/>
          </p:cNvSpPr>
          <p:nvPr userDrawn="1"/>
        </p:nvSpPr>
        <p:spPr bwMode="auto">
          <a:xfrm>
            <a:off x="444533" y="1066800"/>
            <a:ext cx="8234363" cy="0"/>
          </a:xfrm>
          <a:prstGeom prst="line">
            <a:avLst/>
          </a:prstGeom>
          <a:noFill/>
          <a:ln w="50800">
            <a:solidFill>
              <a:schemeClr val="tx1"/>
            </a:solidFill>
            <a:round/>
            <a:headEnd type="none" w="sm" len="sm"/>
            <a:tailEnd type="none" w="sm" len="sm"/>
          </a:ln>
          <a:effectLst/>
        </p:spPr>
        <p:txBody>
          <a:bodyPr wrap="none" lIns="91168" tIns="45585" rIns="91168" bIns="45585" anchor="ctr"/>
          <a:lstStyle/>
          <a:p>
            <a:pPr>
              <a:defRPr/>
            </a:pPr>
            <a:endParaRPr lang="en-US" sz="1800" b="0">
              <a:solidFill>
                <a:srgbClr val="000000"/>
              </a:solidFill>
            </a:endParaRPr>
          </a:p>
        </p:txBody>
      </p:sp>
      <p:pic>
        <p:nvPicPr>
          <p:cNvPr id="1029" name="Picture 15" descr="TRMC DOD SEAL-small"/>
          <p:cNvPicPr preferRelativeResize="0">
            <a:picLocks noChangeArrowheads="1"/>
          </p:cNvPicPr>
          <p:nvPr userDrawn="1"/>
        </p:nvPicPr>
        <p:blipFill>
          <a:blip r:embed="rId16" cstate="print">
            <a:clrChange>
              <a:clrFrom>
                <a:srgbClr val="FFFFFF"/>
              </a:clrFrom>
              <a:clrTo>
                <a:srgbClr val="FFFFFF">
                  <a:alpha val="0"/>
                </a:srgbClr>
              </a:clrTo>
            </a:clrChange>
          </a:blip>
          <a:srcRect/>
          <a:stretch>
            <a:fillRect/>
          </a:stretch>
        </p:blipFill>
        <p:spPr bwMode="auto">
          <a:xfrm>
            <a:off x="68272" y="71438"/>
            <a:ext cx="998537" cy="931862"/>
          </a:xfrm>
          <a:prstGeom prst="rect">
            <a:avLst/>
          </a:prstGeom>
          <a:noFill/>
          <a:ln w="9525">
            <a:noFill/>
            <a:miter lim="800000"/>
            <a:headEnd/>
            <a:tailEnd/>
          </a:ln>
        </p:spPr>
      </p:pic>
      <p:sp>
        <p:nvSpPr>
          <p:cNvPr id="606215" name="Text Box 7"/>
          <p:cNvSpPr txBox="1">
            <a:spLocks noChangeArrowheads="1"/>
          </p:cNvSpPr>
          <p:nvPr userDrawn="1"/>
        </p:nvSpPr>
        <p:spPr bwMode="auto">
          <a:xfrm>
            <a:off x="152433" y="6553205"/>
            <a:ext cx="8824913" cy="307911"/>
          </a:xfrm>
          <a:prstGeom prst="rect">
            <a:avLst/>
          </a:prstGeom>
          <a:noFill/>
          <a:ln w="12700" cap="rnd">
            <a:noFill/>
            <a:miter lim="800000"/>
            <a:headEnd type="none" w="sm" len="sm"/>
            <a:tailEnd type="none" w="sm" len="sm"/>
          </a:ln>
          <a:effectLst/>
        </p:spPr>
        <p:txBody>
          <a:bodyPr lIns="91168" tIns="45585" rIns="91168" bIns="45585">
            <a:spAutoFit/>
          </a:bodyPr>
          <a:lstStyle/>
          <a:p>
            <a:pPr algn="ctr" eaLnBrk="0" hangingPunct="0">
              <a:defRPr/>
            </a:pPr>
            <a:endParaRPr lang="en-US" sz="1400" i="1">
              <a:solidFill>
                <a:srgbClr val="003399"/>
              </a:solidFill>
            </a:endParaRPr>
          </a:p>
        </p:txBody>
      </p:sp>
      <p:sp>
        <p:nvSpPr>
          <p:cNvPr id="606217" name="Rectangle 9"/>
          <p:cNvSpPr>
            <a:spLocks noChangeArrowheads="1"/>
          </p:cNvSpPr>
          <p:nvPr userDrawn="1"/>
        </p:nvSpPr>
        <p:spPr bwMode="auto">
          <a:xfrm>
            <a:off x="8738193" y="6570663"/>
            <a:ext cx="364535" cy="264630"/>
          </a:xfrm>
          <a:prstGeom prst="rect">
            <a:avLst/>
          </a:prstGeom>
          <a:noFill/>
          <a:ln w="9525">
            <a:noFill/>
            <a:miter lim="800000"/>
            <a:headEnd/>
            <a:tailEnd/>
          </a:ln>
          <a:effectLst/>
        </p:spPr>
        <p:txBody>
          <a:bodyPr wrap="none" lIns="91168" tIns="45585" rIns="91168" bIns="45585">
            <a:spAutoFit/>
          </a:bodyPr>
          <a:lstStyle/>
          <a:p>
            <a:pPr algn="r">
              <a:defRPr/>
            </a:pPr>
            <a:fld id="{6064EBAA-0BAA-4543-B36A-C306E4C15EDE}" type="slidenum">
              <a:rPr lang="en-US" sz="1100" b="0">
                <a:solidFill>
                  <a:srgbClr val="000000"/>
                </a:solidFill>
              </a:rPr>
              <a:pPr algn="r">
                <a:defRPr/>
              </a:pPr>
              <a:t>‹#›</a:t>
            </a:fld>
            <a:endParaRPr lang="en-US" sz="1100" b="0">
              <a:solidFill>
                <a:srgbClr val="000000"/>
              </a:solidFill>
            </a:endParaRPr>
          </a:p>
        </p:txBody>
      </p:sp>
      <p:pic>
        <p:nvPicPr>
          <p:cNvPr id="1032" name="Picture 10" descr="T&amp;E Logo"/>
          <p:cNvPicPr>
            <a:picLocks noChangeArrowheads="1"/>
          </p:cNvPicPr>
          <p:nvPr userDrawn="1"/>
        </p:nvPicPr>
        <p:blipFill>
          <a:blip r:embed="rId17" cstate="print"/>
          <a:srcRect/>
          <a:stretch>
            <a:fillRect/>
          </a:stretch>
        </p:blipFill>
        <p:spPr bwMode="auto">
          <a:xfrm>
            <a:off x="8078788" y="49213"/>
            <a:ext cx="1033462" cy="960437"/>
          </a:xfrm>
          <a:prstGeom prst="rect">
            <a:avLst/>
          </a:prstGeom>
          <a:noFill/>
          <a:ln w="9525">
            <a:noFill/>
            <a:miter lim="800000"/>
            <a:headEnd/>
            <a:tailEnd/>
          </a:ln>
        </p:spPr>
      </p:pic>
    </p:spTree>
    <p:extLst>
      <p:ext uri="{BB962C8B-B14F-4D97-AF65-F5344CB8AC3E}">
        <p14:creationId xmlns:p14="http://schemas.microsoft.com/office/powerpoint/2010/main" val="1166722450"/>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 id="2147483826" r:id="rId13"/>
    <p:sldLayoutId id="2147483827" r:id="rId14"/>
  </p:sldLayoutIdLst>
  <p:txStyles>
    <p:titleStyle>
      <a:lvl1pPr algn="ctr" rtl="0" eaLnBrk="0" fontAlgn="base" hangingPunct="0">
        <a:spcBef>
          <a:spcPct val="0"/>
        </a:spcBef>
        <a:spcAft>
          <a:spcPct val="0"/>
        </a:spcAft>
        <a:defRPr sz="3200" b="1">
          <a:solidFill>
            <a:srgbClr val="003399"/>
          </a:solidFill>
          <a:latin typeface="+mj-lt"/>
          <a:ea typeface="+mj-ea"/>
          <a:cs typeface="+mj-cs"/>
        </a:defRPr>
      </a:lvl1pPr>
      <a:lvl2pPr algn="ctr" rtl="0" eaLnBrk="0" fontAlgn="base" hangingPunct="0">
        <a:spcBef>
          <a:spcPct val="0"/>
        </a:spcBef>
        <a:spcAft>
          <a:spcPct val="0"/>
        </a:spcAft>
        <a:defRPr sz="3200" b="1">
          <a:solidFill>
            <a:srgbClr val="003399"/>
          </a:solidFill>
          <a:latin typeface="Arial" charset="0"/>
        </a:defRPr>
      </a:lvl2pPr>
      <a:lvl3pPr algn="ctr" rtl="0" eaLnBrk="0" fontAlgn="base" hangingPunct="0">
        <a:spcBef>
          <a:spcPct val="0"/>
        </a:spcBef>
        <a:spcAft>
          <a:spcPct val="0"/>
        </a:spcAft>
        <a:defRPr sz="3200" b="1">
          <a:solidFill>
            <a:srgbClr val="003399"/>
          </a:solidFill>
          <a:latin typeface="Arial" charset="0"/>
        </a:defRPr>
      </a:lvl3pPr>
      <a:lvl4pPr algn="ctr" rtl="0" eaLnBrk="0" fontAlgn="base" hangingPunct="0">
        <a:spcBef>
          <a:spcPct val="0"/>
        </a:spcBef>
        <a:spcAft>
          <a:spcPct val="0"/>
        </a:spcAft>
        <a:defRPr sz="3200" b="1">
          <a:solidFill>
            <a:srgbClr val="003399"/>
          </a:solidFill>
          <a:latin typeface="Arial" charset="0"/>
        </a:defRPr>
      </a:lvl4pPr>
      <a:lvl5pPr algn="ctr" rtl="0" eaLnBrk="0" fontAlgn="base" hangingPunct="0">
        <a:spcBef>
          <a:spcPct val="0"/>
        </a:spcBef>
        <a:spcAft>
          <a:spcPct val="0"/>
        </a:spcAft>
        <a:defRPr sz="3200" b="1">
          <a:solidFill>
            <a:srgbClr val="003399"/>
          </a:solidFill>
          <a:latin typeface="Arial" charset="0"/>
        </a:defRPr>
      </a:lvl5pPr>
      <a:lvl6pPr marL="455856" algn="ctr" rtl="0" fontAlgn="base">
        <a:spcBef>
          <a:spcPct val="0"/>
        </a:spcBef>
        <a:spcAft>
          <a:spcPct val="0"/>
        </a:spcAft>
        <a:defRPr sz="3200" b="1">
          <a:solidFill>
            <a:srgbClr val="003399"/>
          </a:solidFill>
          <a:latin typeface="Arial" charset="0"/>
        </a:defRPr>
      </a:lvl6pPr>
      <a:lvl7pPr marL="911713" algn="ctr" rtl="0" fontAlgn="base">
        <a:spcBef>
          <a:spcPct val="0"/>
        </a:spcBef>
        <a:spcAft>
          <a:spcPct val="0"/>
        </a:spcAft>
        <a:defRPr sz="3200" b="1">
          <a:solidFill>
            <a:srgbClr val="003399"/>
          </a:solidFill>
          <a:latin typeface="Arial" charset="0"/>
        </a:defRPr>
      </a:lvl7pPr>
      <a:lvl8pPr marL="1367566" algn="ctr" rtl="0" fontAlgn="base">
        <a:spcBef>
          <a:spcPct val="0"/>
        </a:spcBef>
        <a:spcAft>
          <a:spcPct val="0"/>
        </a:spcAft>
        <a:defRPr sz="3200" b="1">
          <a:solidFill>
            <a:srgbClr val="003399"/>
          </a:solidFill>
          <a:latin typeface="Arial" charset="0"/>
        </a:defRPr>
      </a:lvl8pPr>
      <a:lvl9pPr marL="1823428" algn="ctr" rtl="0" fontAlgn="base">
        <a:spcBef>
          <a:spcPct val="0"/>
        </a:spcBef>
        <a:spcAft>
          <a:spcPct val="0"/>
        </a:spcAft>
        <a:defRPr sz="3200" b="1">
          <a:solidFill>
            <a:srgbClr val="003399"/>
          </a:solidFill>
          <a:latin typeface="Arial" charset="0"/>
        </a:defRPr>
      </a:lvl9pPr>
    </p:titleStyle>
    <p:bodyStyle>
      <a:lvl1pPr marL="341894" indent="-341894" algn="l" rtl="0" eaLnBrk="0" fontAlgn="base" hangingPunct="0">
        <a:spcBef>
          <a:spcPct val="20000"/>
        </a:spcBef>
        <a:spcAft>
          <a:spcPct val="0"/>
        </a:spcAft>
        <a:buSzPct val="130000"/>
        <a:buChar char="•"/>
        <a:defRPr sz="2400" b="1">
          <a:solidFill>
            <a:schemeClr val="tx1"/>
          </a:solidFill>
          <a:latin typeface="+mn-lt"/>
          <a:ea typeface="+mn-ea"/>
          <a:cs typeface="+mn-cs"/>
        </a:defRPr>
      </a:lvl1pPr>
      <a:lvl2pPr marL="805666" indent="-284911" algn="l" rtl="0" eaLnBrk="0" fontAlgn="base" hangingPunct="0">
        <a:spcBef>
          <a:spcPct val="20000"/>
        </a:spcBef>
        <a:spcAft>
          <a:spcPct val="0"/>
        </a:spcAft>
        <a:buChar char="–"/>
        <a:defRPr sz="2000" b="1">
          <a:solidFill>
            <a:schemeClr val="tx1"/>
          </a:solidFill>
          <a:latin typeface="+mn-lt"/>
        </a:defRPr>
      </a:lvl2pPr>
      <a:lvl3pPr marL="1259939" indent="-227930" algn="l" rtl="0" eaLnBrk="0" fontAlgn="base" hangingPunct="0">
        <a:spcBef>
          <a:spcPct val="20000"/>
        </a:spcBef>
        <a:spcAft>
          <a:spcPct val="0"/>
        </a:spcAft>
        <a:buFont typeface="Wingdings" pitchFamily="2" charset="2"/>
        <a:buChar char="Ø"/>
        <a:defRPr b="1">
          <a:solidFill>
            <a:schemeClr val="tx1"/>
          </a:solidFill>
          <a:latin typeface="+mn-lt"/>
        </a:defRPr>
      </a:lvl3pPr>
      <a:lvl4pPr marL="1935810" indent="-227930" algn="l" rtl="0" eaLnBrk="0" fontAlgn="base" hangingPunct="0">
        <a:spcBef>
          <a:spcPct val="20000"/>
        </a:spcBef>
        <a:spcAft>
          <a:spcPct val="0"/>
        </a:spcAft>
        <a:buChar char="–"/>
        <a:defRPr sz="1400">
          <a:solidFill>
            <a:schemeClr val="tx1"/>
          </a:solidFill>
          <a:latin typeface="+mn-lt"/>
        </a:defRPr>
      </a:lvl4pPr>
      <a:lvl5pPr marL="2277706" indent="-227930" algn="l" rtl="0" eaLnBrk="0" fontAlgn="base" hangingPunct="0">
        <a:spcBef>
          <a:spcPct val="20000"/>
        </a:spcBef>
        <a:spcAft>
          <a:spcPct val="0"/>
        </a:spcAft>
        <a:buChar char="»"/>
        <a:defRPr sz="1400">
          <a:solidFill>
            <a:schemeClr val="tx1"/>
          </a:solidFill>
          <a:latin typeface="+mn-lt"/>
        </a:defRPr>
      </a:lvl5pPr>
      <a:lvl6pPr marL="2746225" indent="-227930" algn="l" rtl="0" fontAlgn="base">
        <a:spcBef>
          <a:spcPct val="20000"/>
        </a:spcBef>
        <a:spcAft>
          <a:spcPct val="0"/>
        </a:spcAft>
        <a:buChar char="»"/>
        <a:defRPr sz="1400">
          <a:solidFill>
            <a:schemeClr val="tx1"/>
          </a:solidFill>
          <a:latin typeface="+mn-lt"/>
        </a:defRPr>
      </a:lvl6pPr>
      <a:lvl7pPr marL="3202081" indent="-227930" algn="l" rtl="0" fontAlgn="base">
        <a:spcBef>
          <a:spcPct val="20000"/>
        </a:spcBef>
        <a:spcAft>
          <a:spcPct val="0"/>
        </a:spcAft>
        <a:buChar char="»"/>
        <a:defRPr sz="1400">
          <a:solidFill>
            <a:schemeClr val="tx1"/>
          </a:solidFill>
          <a:latin typeface="+mn-lt"/>
        </a:defRPr>
      </a:lvl7pPr>
      <a:lvl8pPr marL="3657939" indent="-227930" algn="l" rtl="0" fontAlgn="base">
        <a:spcBef>
          <a:spcPct val="20000"/>
        </a:spcBef>
        <a:spcAft>
          <a:spcPct val="0"/>
        </a:spcAft>
        <a:buChar char="»"/>
        <a:defRPr sz="1400">
          <a:solidFill>
            <a:schemeClr val="tx1"/>
          </a:solidFill>
          <a:latin typeface="+mn-lt"/>
        </a:defRPr>
      </a:lvl8pPr>
      <a:lvl9pPr marL="4113802" indent="-227930" algn="l" rtl="0" fontAlgn="base">
        <a:spcBef>
          <a:spcPct val="20000"/>
        </a:spcBef>
        <a:spcAft>
          <a:spcPct val="0"/>
        </a:spcAft>
        <a:buChar char="»"/>
        <a:defRPr sz="1400">
          <a:solidFill>
            <a:schemeClr val="tx1"/>
          </a:solidFill>
          <a:latin typeface="+mn-lt"/>
        </a:defRPr>
      </a:lvl9pPr>
    </p:bodyStyle>
    <p:otherStyle>
      <a:defPPr>
        <a:defRPr lang="en-US"/>
      </a:defPPr>
      <a:lvl1pPr marL="0" algn="l" defTabSz="911713" rtl="0" eaLnBrk="1" latinLnBrk="0" hangingPunct="1">
        <a:defRPr sz="1800" kern="1200">
          <a:solidFill>
            <a:schemeClr val="tx1"/>
          </a:solidFill>
          <a:latin typeface="+mn-lt"/>
          <a:ea typeface="+mn-ea"/>
          <a:cs typeface="+mn-cs"/>
        </a:defRPr>
      </a:lvl1pPr>
      <a:lvl2pPr marL="455856" algn="l" defTabSz="911713" rtl="0" eaLnBrk="1" latinLnBrk="0" hangingPunct="1">
        <a:defRPr sz="1800" kern="1200">
          <a:solidFill>
            <a:schemeClr val="tx1"/>
          </a:solidFill>
          <a:latin typeface="+mn-lt"/>
          <a:ea typeface="+mn-ea"/>
          <a:cs typeface="+mn-cs"/>
        </a:defRPr>
      </a:lvl2pPr>
      <a:lvl3pPr marL="911713" algn="l" defTabSz="911713" rtl="0" eaLnBrk="1" latinLnBrk="0" hangingPunct="1">
        <a:defRPr sz="1800" kern="1200">
          <a:solidFill>
            <a:schemeClr val="tx1"/>
          </a:solidFill>
          <a:latin typeface="+mn-lt"/>
          <a:ea typeface="+mn-ea"/>
          <a:cs typeface="+mn-cs"/>
        </a:defRPr>
      </a:lvl3pPr>
      <a:lvl4pPr marL="1367566" algn="l" defTabSz="911713" rtl="0" eaLnBrk="1" latinLnBrk="0" hangingPunct="1">
        <a:defRPr sz="1800" kern="1200">
          <a:solidFill>
            <a:schemeClr val="tx1"/>
          </a:solidFill>
          <a:latin typeface="+mn-lt"/>
          <a:ea typeface="+mn-ea"/>
          <a:cs typeface="+mn-cs"/>
        </a:defRPr>
      </a:lvl4pPr>
      <a:lvl5pPr marL="1823428" algn="l" defTabSz="911713" rtl="0" eaLnBrk="1" latinLnBrk="0" hangingPunct="1">
        <a:defRPr sz="1800" kern="1200">
          <a:solidFill>
            <a:schemeClr val="tx1"/>
          </a:solidFill>
          <a:latin typeface="+mn-lt"/>
          <a:ea typeface="+mn-ea"/>
          <a:cs typeface="+mn-cs"/>
        </a:defRPr>
      </a:lvl5pPr>
      <a:lvl6pPr marL="2279288" algn="l" defTabSz="911713" rtl="0" eaLnBrk="1" latinLnBrk="0" hangingPunct="1">
        <a:defRPr sz="1800" kern="1200">
          <a:solidFill>
            <a:schemeClr val="tx1"/>
          </a:solidFill>
          <a:latin typeface="+mn-lt"/>
          <a:ea typeface="+mn-ea"/>
          <a:cs typeface="+mn-cs"/>
        </a:defRPr>
      </a:lvl6pPr>
      <a:lvl7pPr marL="2735139" algn="l" defTabSz="911713" rtl="0" eaLnBrk="1" latinLnBrk="0" hangingPunct="1">
        <a:defRPr sz="1800" kern="1200">
          <a:solidFill>
            <a:schemeClr val="tx1"/>
          </a:solidFill>
          <a:latin typeface="+mn-lt"/>
          <a:ea typeface="+mn-ea"/>
          <a:cs typeface="+mn-cs"/>
        </a:defRPr>
      </a:lvl7pPr>
      <a:lvl8pPr marL="3191001" algn="l" defTabSz="911713" rtl="0" eaLnBrk="1" latinLnBrk="0" hangingPunct="1">
        <a:defRPr sz="1800" kern="1200">
          <a:solidFill>
            <a:schemeClr val="tx1"/>
          </a:solidFill>
          <a:latin typeface="+mn-lt"/>
          <a:ea typeface="+mn-ea"/>
          <a:cs typeface="+mn-cs"/>
        </a:defRPr>
      </a:lvl8pPr>
      <a:lvl9pPr marL="3646861" algn="l" defTabSz="911713"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066800" y="241300"/>
            <a:ext cx="7010400" cy="639763"/>
          </a:xfrm>
          <a:prstGeom prst="rect">
            <a:avLst/>
          </a:prstGeom>
          <a:noFill/>
          <a:ln w="9525">
            <a:noFill/>
            <a:miter lim="800000"/>
            <a:headEnd/>
            <a:tailEnd/>
          </a:ln>
        </p:spPr>
        <p:txBody>
          <a:bodyPr vert="horz" wrap="square" lIns="91168" tIns="45585" rIns="91168" bIns="45585"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381000" y="1163638"/>
            <a:ext cx="8382000" cy="5414962"/>
          </a:xfrm>
          <a:prstGeom prst="rect">
            <a:avLst/>
          </a:prstGeom>
          <a:noFill/>
          <a:ln w="9525" algn="ctr">
            <a:noFill/>
            <a:miter lim="800000"/>
            <a:headEnd/>
            <a:tailEnd/>
          </a:ln>
        </p:spPr>
        <p:txBody>
          <a:bodyPr vert="horz" wrap="square" lIns="91168" tIns="45585" rIns="91168" bIns="45585"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Fifth level</a:t>
            </a:r>
          </a:p>
        </p:txBody>
      </p:sp>
      <p:sp>
        <p:nvSpPr>
          <p:cNvPr id="71685" name="Line 5"/>
          <p:cNvSpPr>
            <a:spLocks noChangeShapeType="1"/>
          </p:cNvSpPr>
          <p:nvPr userDrawn="1"/>
        </p:nvSpPr>
        <p:spPr bwMode="auto">
          <a:xfrm>
            <a:off x="444533" y="1066800"/>
            <a:ext cx="8234363" cy="0"/>
          </a:xfrm>
          <a:prstGeom prst="line">
            <a:avLst/>
          </a:prstGeom>
          <a:noFill/>
          <a:ln w="50800">
            <a:solidFill>
              <a:schemeClr val="tx1"/>
            </a:solidFill>
            <a:round/>
            <a:headEnd type="none" w="sm" len="sm"/>
            <a:tailEnd type="none" w="sm" len="sm"/>
          </a:ln>
          <a:effectLst/>
        </p:spPr>
        <p:txBody>
          <a:bodyPr wrap="none" lIns="91168" tIns="45585" rIns="91168" bIns="45585" anchor="ctr"/>
          <a:lstStyle/>
          <a:p>
            <a:pPr>
              <a:defRPr/>
            </a:pPr>
            <a:endParaRPr lang="en-US" sz="1800" b="0">
              <a:solidFill>
                <a:srgbClr val="000000"/>
              </a:solidFill>
            </a:endParaRPr>
          </a:p>
        </p:txBody>
      </p:sp>
      <p:pic>
        <p:nvPicPr>
          <p:cNvPr id="1029" name="Picture 15" descr="TRMC DOD SEAL-small"/>
          <p:cNvPicPr preferRelativeResize="0">
            <a:picLocks noChangeArrowheads="1"/>
          </p:cNvPicPr>
          <p:nvPr userDrawn="1"/>
        </p:nvPicPr>
        <p:blipFill>
          <a:blip r:embed="rId16" cstate="print">
            <a:clrChange>
              <a:clrFrom>
                <a:srgbClr val="FFFFFF"/>
              </a:clrFrom>
              <a:clrTo>
                <a:srgbClr val="FFFFFF">
                  <a:alpha val="0"/>
                </a:srgbClr>
              </a:clrTo>
            </a:clrChange>
          </a:blip>
          <a:srcRect/>
          <a:stretch>
            <a:fillRect/>
          </a:stretch>
        </p:blipFill>
        <p:spPr bwMode="auto">
          <a:xfrm>
            <a:off x="68272" y="71438"/>
            <a:ext cx="998537" cy="931862"/>
          </a:xfrm>
          <a:prstGeom prst="rect">
            <a:avLst/>
          </a:prstGeom>
          <a:noFill/>
          <a:ln w="9525">
            <a:noFill/>
            <a:miter lim="800000"/>
            <a:headEnd/>
            <a:tailEnd/>
          </a:ln>
        </p:spPr>
      </p:pic>
      <p:sp>
        <p:nvSpPr>
          <p:cNvPr id="606215" name="Text Box 7"/>
          <p:cNvSpPr txBox="1">
            <a:spLocks noChangeArrowheads="1"/>
          </p:cNvSpPr>
          <p:nvPr userDrawn="1"/>
        </p:nvSpPr>
        <p:spPr bwMode="auto">
          <a:xfrm>
            <a:off x="152433" y="6553205"/>
            <a:ext cx="8824913" cy="307911"/>
          </a:xfrm>
          <a:prstGeom prst="rect">
            <a:avLst/>
          </a:prstGeom>
          <a:noFill/>
          <a:ln w="12700" cap="rnd">
            <a:noFill/>
            <a:miter lim="800000"/>
            <a:headEnd type="none" w="sm" len="sm"/>
            <a:tailEnd type="none" w="sm" len="sm"/>
          </a:ln>
          <a:effectLst/>
        </p:spPr>
        <p:txBody>
          <a:bodyPr lIns="91168" tIns="45585" rIns="91168" bIns="45585">
            <a:spAutoFit/>
          </a:bodyPr>
          <a:lstStyle/>
          <a:p>
            <a:pPr algn="ctr" eaLnBrk="0" hangingPunct="0">
              <a:defRPr/>
            </a:pPr>
            <a:endParaRPr lang="en-US" sz="1400" i="1">
              <a:solidFill>
                <a:srgbClr val="003399"/>
              </a:solidFill>
            </a:endParaRPr>
          </a:p>
        </p:txBody>
      </p:sp>
      <p:sp>
        <p:nvSpPr>
          <p:cNvPr id="606217" name="Rectangle 9"/>
          <p:cNvSpPr>
            <a:spLocks noChangeArrowheads="1"/>
          </p:cNvSpPr>
          <p:nvPr userDrawn="1"/>
        </p:nvSpPr>
        <p:spPr bwMode="auto">
          <a:xfrm>
            <a:off x="8738193" y="6570663"/>
            <a:ext cx="364535" cy="264630"/>
          </a:xfrm>
          <a:prstGeom prst="rect">
            <a:avLst/>
          </a:prstGeom>
          <a:noFill/>
          <a:ln w="9525">
            <a:noFill/>
            <a:miter lim="800000"/>
            <a:headEnd/>
            <a:tailEnd/>
          </a:ln>
          <a:effectLst/>
        </p:spPr>
        <p:txBody>
          <a:bodyPr wrap="none" lIns="91168" tIns="45585" rIns="91168" bIns="45585">
            <a:spAutoFit/>
          </a:bodyPr>
          <a:lstStyle/>
          <a:p>
            <a:pPr algn="r">
              <a:defRPr/>
            </a:pPr>
            <a:fld id="{6064EBAA-0BAA-4543-B36A-C306E4C15EDE}" type="slidenum">
              <a:rPr lang="en-US" sz="1100" b="0">
                <a:solidFill>
                  <a:srgbClr val="000000"/>
                </a:solidFill>
              </a:rPr>
              <a:pPr algn="r">
                <a:defRPr/>
              </a:pPr>
              <a:t>‹#›</a:t>
            </a:fld>
            <a:endParaRPr lang="en-US" sz="1100" b="0">
              <a:solidFill>
                <a:srgbClr val="000000"/>
              </a:solidFill>
            </a:endParaRPr>
          </a:p>
        </p:txBody>
      </p:sp>
      <p:pic>
        <p:nvPicPr>
          <p:cNvPr id="1032" name="Picture 10" descr="T&amp;E Logo"/>
          <p:cNvPicPr>
            <a:picLocks noChangeArrowheads="1"/>
          </p:cNvPicPr>
          <p:nvPr userDrawn="1"/>
        </p:nvPicPr>
        <p:blipFill>
          <a:blip r:embed="rId17" cstate="print"/>
          <a:srcRect/>
          <a:stretch>
            <a:fillRect/>
          </a:stretch>
        </p:blipFill>
        <p:spPr bwMode="auto">
          <a:xfrm>
            <a:off x="8078788" y="49213"/>
            <a:ext cx="1033462" cy="960437"/>
          </a:xfrm>
          <a:prstGeom prst="rect">
            <a:avLst/>
          </a:prstGeom>
          <a:noFill/>
          <a:ln w="9525">
            <a:noFill/>
            <a:miter lim="800000"/>
            <a:headEnd/>
            <a:tailEnd/>
          </a:ln>
        </p:spPr>
      </p:pic>
    </p:spTree>
    <p:extLst>
      <p:ext uri="{BB962C8B-B14F-4D97-AF65-F5344CB8AC3E}">
        <p14:creationId xmlns:p14="http://schemas.microsoft.com/office/powerpoint/2010/main" val="3323027644"/>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 id="2147483840" r:id="rId12"/>
    <p:sldLayoutId id="2147483841" r:id="rId13"/>
    <p:sldLayoutId id="2147483842" r:id="rId14"/>
  </p:sldLayoutIdLst>
  <p:txStyles>
    <p:titleStyle>
      <a:lvl1pPr algn="ctr" rtl="0" eaLnBrk="0" fontAlgn="base" hangingPunct="0">
        <a:spcBef>
          <a:spcPct val="0"/>
        </a:spcBef>
        <a:spcAft>
          <a:spcPct val="0"/>
        </a:spcAft>
        <a:defRPr sz="3200" b="1">
          <a:solidFill>
            <a:srgbClr val="003399"/>
          </a:solidFill>
          <a:latin typeface="+mj-lt"/>
          <a:ea typeface="+mj-ea"/>
          <a:cs typeface="+mj-cs"/>
        </a:defRPr>
      </a:lvl1pPr>
      <a:lvl2pPr algn="ctr" rtl="0" eaLnBrk="0" fontAlgn="base" hangingPunct="0">
        <a:spcBef>
          <a:spcPct val="0"/>
        </a:spcBef>
        <a:spcAft>
          <a:spcPct val="0"/>
        </a:spcAft>
        <a:defRPr sz="3200" b="1">
          <a:solidFill>
            <a:srgbClr val="003399"/>
          </a:solidFill>
          <a:latin typeface="Arial" charset="0"/>
        </a:defRPr>
      </a:lvl2pPr>
      <a:lvl3pPr algn="ctr" rtl="0" eaLnBrk="0" fontAlgn="base" hangingPunct="0">
        <a:spcBef>
          <a:spcPct val="0"/>
        </a:spcBef>
        <a:spcAft>
          <a:spcPct val="0"/>
        </a:spcAft>
        <a:defRPr sz="3200" b="1">
          <a:solidFill>
            <a:srgbClr val="003399"/>
          </a:solidFill>
          <a:latin typeface="Arial" charset="0"/>
        </a:defRPr>
      </a:lvl3pPr>
      <a:lvl4pPr algn="ctr" rtl="0" eaLnBrk="0" fontAlgn="base" hangingPunct="0">
        <a:spcBef>
          <a:spcPct val="0"/>
        </a:spcBef>
        <a:spcAft>
          <a:spcPct val="0"/>
        </a:spcAft>
        <a:defRPr sz="3200" b="1">
          <a:solidFill>
            <a:srgbClr val="003399"/>
          </a:solidFill>
          <a:latin typeface="Arial" charset="0"/>
        </a:defRPr>
      </a:lvl4pPr>
      <a:lvl5pPr algn="ctr" rtl="0" eaLnBrk="0" fontAlgn="base" hangingPunct="0">
        <a:spcBef>
          <a:spcPct val="0"/>
        </a:spcBef>
        <a:spcAft>
          <a:spcPct val="0"/>
        </a:spcAft>
        <a:defRPr sz="3200" b="1">
          <a:solidFill>
            <a:srgbClr val="003399"/>
          </a:solidFill>
          <a:latin typeface="Arial" charset="0"/>
        </a:defRPr>
      </a:lvl5pPr>
      <a:lvl6pPr marL="455856" algn="ctr" rtl="0" fontAlgn="base">
        <a:spcBef>
          <a:spcPct val="0"/>
        </a:spcBef>
        <a:spcAft>
          <a:spcPct val="0"/>
        </a:spcAft>
        <a:defRPr sz="3200" b="1">
          <a:solidFill>
            <a:srgbClr val="003399"/>
          </a:solidFill>
          <a:latin typeface="Arial" charset="0"/>
        </a:defRPr>
      </a:lvl6pPr>
      <a:lvl7pPr marL="911713" algn="ctr" rtl="0" fontAlgn="base">
        <a:spcBef>
          <a:spcPct val="0"/>
        </a:spcBef>
        <a:spcAft>
          <a:spcPct val="0"/>
        </a:spcAft>
        <a:defRPr sz="3200" b="1">
          <a:solidFill>
            <a:srgbClr val="003399"/>
          </a:solidFill>
          <a:latin typeface="Arial" charset="0"/>
        </a:defRPr>
      </a:lvl7pPr>
      <a:lvl8pPr marL="1367566" algn="ctr" rtl="0" fontAlgn="base">
        <a:spcBef>
          <a:spcPct val="0"/>
        </a:spcBef>
        <a:spcAft>
          <a:spcPct val="0"/>
        </a:spcAft>
        <a:defRPr sz="3200" b="1">
          <a:solidFill>
            <a:srgbClr val="003399"/>
          </a:solidFill>
          <a:latin typeface="Arial" charset="0"/>
        </a:defRPr>
      </a:lvl8pPr>
      <a:lvl9pPr marL="1823428" algn="ctr" rtl="0" fontAlgn="base">
        <a:spcBef>
          <a:spcPct val="0"/>
        </a:spcBef>
        <a:spcAft>
          <a:spcPct val="0"/>
        </a:spcAft>
        <a:defRPr sz="3200" b="1">
          <a:solidFill>
            <a:srgbClr val="003399"/>
          </a:solidFill>
          <a:latin typeface="Arial" charset="0"/>
        </a:defRPr>
      </a:lvl9pPr>
    </p:titleStyle>
    <p:bodyStyle>
      <a:lvl1pPr marL="341894" indent="-341894" algn="l" rtl="0" eaLnBrk="0" fontAlgn="base" hangingPunct="0">
        <a:spcBef>
          <a:spcPct val="20000"/>
        </a:spcBef>
        <a:spcAft>
          <a:spcPct val="0"/>
        </a:spcAft>
        <a:buSzPct val="130000"/>
        <a:buChar char="•"/>
        <a:defRPr sz="2400" b="1">
          <a:solidFill>
            <a:schemeClr val="tx1"/>
          </a:solidFill>
          <a:latin typeface="+mn-lt"/>
          <a:ea typeface="+mn-ea"/>
          <a:cs typeface="+mn-cs"/>
        </a:defRPr>
      </a:lvl1pPr>
      <a:lvl2pPr marL="805666" indent="-284911" algn="l" rtl="0" eaLnBrk="0" fontAlgn="base" hangingPunct="0">
        <a:spcBef>
          <a:spcPct val="20000"/>
        </a:spcBef>
        <a:spcAft>
          <a:spcPct val="0"/>
        </a:spcAft>
        <a:buChar char="–"/>
        <a:defRPr sz="2000" b="1">
          <a:solidFill>
            <a:schemeClr val="tx1"/>
          </a:solidFill>
          <a:latin typeface="+mn-lt"/>
        </a:defRPr>
      </a:lvl2pPr>
      <a:lvl3pPr marL="1259939" indent="-227930" algn="l" rtl="0" eaLnBrk="0" fontAlgn="base" hangingPunct="0">
        <a:spcBef>
          <a:spcPct val="20000"/>
        </a:spcBef>
        <a:spcAft>
          <a:spcPct val="0"/>
        </a:spcAft>
        <a:buFont typeface="Wingdings" pitchFamily="2" charset="2"/>
        <a:buChar char="Ø"/>
        <a:defRPr b="1">
          <a:solidFill>
            <a:schemeClr val="tx1"/>
          </a:solidFill>
          <a:latin typeface="+mn-lt"/>
        </a:defRPr>
      </a:lvl3pPr>
      <a:lvl4pPr marL="1935810" indent="-227930" algn="l" rtl="0" eaLnBrk="0" fontAlgn="base" hangingPunct="0">
        <a:spcBef>
          <a:spcPct val="20000"/>
        </a:spcBef>
        <a:spcAft>
          <a:spcPct val="0"/>
        </a:spcAft>
        <a:buChar char="–"/>
        <a:defRPr sz="1400">
          <a:solidFill>
            <a:schemeClr val="tx1"/>
          </a:solidFill>
          <a:latin typeface="+mn-lt"/>
        </a:defRPr>
      </a:lvl4pPr>
      <a:lvl5pPr marL="2277706" indent="-227930" algn="l" rtl="0" eaLnBrk="0" fontAlgn="base" hangingPunct="0">
        <a:spcBef>
          <a:spcPct val="20000"/>
        </a:spcBef>
        <a:spcAft>
          <a:spcPct val="0"/>
        </a:spcAft>
        <a:buChar char="»"/>
        <a:defRPr sz="1400">
          <a:solidFill>
            <a:schemeClr val="tx1"/>
          </a:solidFill>
          <a:latin typeface="+mn-lt"/>
        </a:defRPr>
      </a:lvl5pPr>
      <a:lvl6pPr marL="2746225" indent="-227930" algn="l" rtl="0" fontAlgn="base">
        <a:spcBef>
          <a:spcPct val="20000"/>
        </a:spcBef>
        <a:spcAft>
          <a:spcPct val="0"/>
        </a:spcAft>
        <a:buChar char="»"/>
        <a:defRPr sz="1400">
          <a:solidFill>
            <a:schemeClr val="tx1"/>
          </a:solidFill>
          <a:latin typeface="+mn-lt"/>
        </a:defRPr>
      </a:lvl6pPr>
      <a:lvl7pPr marL="3202081" indent="-227930" algn="l" rtl="0" fontAlgn="base">
        <a:spcBef>
          <a:spcPct val="20000"/>
        </a:spcBef>
        <a:spcAft>
          <a:spcPct val="0"/>
        </a:spcAft>
        <a:buChar char="»"/>
        <a:defRPr sz="1400">
          <a:solidFill>
            <a:schemeClr val="tx1"/>
          </a:solidFill>
          <a:latin typeface="+mn-lt"/>
        </a:defRPr>
      </a:lvl7pPr>
      <a:lvl8pPr marL="3657939" indent="-227930" algn="l" rtl="0" fontAlgn="base">
        <a:spcBef>
          <a:spcPct val="20000"/>
        </a:spcBef>
        <a:spcAft>
          <a:spcPct val="0"/>
        </a:spcAft>
        <a:buChar char="»"/>
        <a:defRPr sz="1400">
          <a:solidFill>
            <a:schemeClr val="tx1"/>
          </a:solidFill>
          <a:latin typeface="+mn-lt"/>
        </a:defRPr>
      </a:lvl8pPr>
      <a:lvl9pPr marL="4113802" indent="-227930" algn="l" rtl="0" fontAlgn="base">
        <a:spcBef>
          <a:spcPct val="20000"/>
        </a:spcBef>
        <a:spcAft>
          <a:spcPct val="0"/>
        </a:spcAft>
        <a:buChar char="»"/>
        <a:defRPr sz="1400">
          <a:solidFill>
            <a:schemeClr val="tx1"/>
          </a:solidFill>
          <a:latin typeface="+mn-lt"/>
        </a:defRPr>
      </a:lvl9pPr>
    </p:bodyStyle>
    <p:otherStyle>
      <a:defPPr>
        <a:defRPr lang="en-US"/>
      </a:defPPr>
      <a:lvl1pPr marL="0" algn="l" defTabSz="911713" rtl="0" eaLnBrk="1" latinLnBrk="0" hangingPunct="1">
        <a:defRPr sz="1800" kern="1200">
          <a:solidFill>
            <a:schemeClr val="tx1"/>
          </a:solidFill>
          <a:latin typeface="+mn-lt"/>
          <a:ea typeface="+mn-ea"/>
          <a:cs typeface="+mn-cs"/>
        </a:defRPr>
      </a:lvl1pPr>
      <a:lvl2pPr marL="455856" algn="l" defTabSz="911713" rtl="0" eaLnBrk="1" latinLnBrk="0" hangingPunct="1">
        <a:defRPr sz="1800" kern="1200">
          <a:solidFill>
            <a:schemeClr val="tx1"/>
          </a:solidFill>
          <a:latin typeface="+mn-lt"/>
          <a:ea typeface="+mn-ea"/>
          <a:cs typeface="+mn-cs"/>
        </a:defRPr>
      </a:lvl2pPr>
      <a:lvl3pPr marL="911713" algn="l" defTabSz="911713" rtl="0" eaLnBrk="1" latinLnBrk="0" hangingPunct="1">
        <a:defRPr sz="1800" kern="1200">
          <a:solidFill>
            <a:schemeClr val="tx1"/>
          </a:solidFill>
          <a:latin typeface="+mn-lt"/>
          <a:ea typeface="+mn-ea"/>
          <a:cs typeface="+mn-cs"/>
        </a:defRPr>
      </a:lvl3pPr>
      <a:lvl4pPr marL="1367566" algn="l" defTabSz="911713" rtl="0" eaLnBrk="1" latinLnBrk="0" hangingPunct="1">
        <a:defRPr sz="1800" kern="1200">
          <a:solidFill>
            <a:schemeClr val="tx1"/>
          </a:solidFill>
          <a:latin typeface="+mn-lt"/>
          <a:ea typeface="+mn-ea"/>
          <a:cs typeface="+mn-cs"/>
        </a:defRPr>
      </a:lvl4pPr>
      <a:lvl5pPr marL="1823428" algn="l" defTabSz="911713" rtl="0" eaLnBrk="1" latinLnBrk="0" hangingPunct="1">
        <a:defRPr sz="1800" kern="1200">
          <a:solidFill>
            <a:schemeClr val="tx1"/>
          </a:solidFill>
          <a:latin typeface="+mn-lt"/>
          <a:ea typeface="+mn-ea"/>
          <a:cs typeface="+mn-cs"/>
        </a:defRPr>
      </a:lvl5pPr>
      <a:lvl6pPr marL="2279288" algn="l" defTabSz="911713" rtl="0" eaLnBrk="1" latinLnBrk="0" hangingPunct="1">
        <a:defRPr sz="1800" kern="1200">
          <a:solidFill>
            <a:schemeClr val="tx1"/>
          </a:solidFill>
          <a:latin typeface="+mn-lt"/>
          <a:ea typeface="+mn-ea"/>
          <a:cs typeface="+mn-cs"/>
        </a:defRPr>
      </a:lvl6pPr>
      <a:lvl7pPr marL="2735139" algn="l" defTabSz="911713" rtl="0" eaLnBrk="1" latinLnBrk="0" hangingPunct="1">
        <a:defRPr sz="1800" kern="1200">
          <a:solidFill>
            <a:schemeClr val="tx1"/>
          </a:solidFill>
          <a:latin typeface="+mn-lt"/>
          <a:ea typeface="+mn-ea"/>
          <a:cs typeface="+mn-cs"/>
        </a:defRPr>
      </a:lvl7pPr>
      <a:lvl8pPr marL="3191001" algn="l" defTabSz="911713" rtl="0" eaLnBrk="1" latinLnBrk="0" hangingPunct="1">
        <a:defRPr sz="1800" kern="1200">
          <a:solidFill>
            <a:schemeClr val="tx1"/>
          </a:solidFill>
          <a:latin typeface="+mn-lt"/>
          <a:ea typeface="+mn-ea"/>
          <a:cs typeface="+mn-cs"/>
        </a:defRPr>
      </a:lvl8pPr>
      <a:lvl9pPr marL="3646861" algn="l" defTabSz="911713"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bwMode="auto">
          <a:xfrm>
            <a:off x="1066800" y="241300"/>
            <a:ext cx="7010400" cy="6397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6627" name="Rectangle 3"/>
          <p:cNvSpPr>
            <a:spLocks noGrp="1" noChangeArrowheads="1"/>
          </p:cNvSpPr>
          <p:nvPr>
            <p:ph type="body" idx="1"/>
          </p:nvPr>
        </p:nvSpPr>
        <p:spPr bwMode="auto">
          <a:xfrm>
            <a:off x="381000" y="1163638"/>
            <a:ext cx="8382000" cy="5414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Fifth level</a:t>
            </a:r>
          </a:p>
        </p:txBody>
      </p:sp>
      <p:sp>
        <p:nvSpPr>
          <p:cNvPr id="71685" name="Line 5"/>
          <p:cNvSpPr>
            <a:spLocks noChangeShapeType="1"/>
          </p:cNvSpPr>
          <p:nvPr/>
        </p:nvSpPr>
        <p:spPr bwMode="auto">
          <a:xfrm>
            <a:off x="444500" y="1066800"/>
            <a:ext cx="8234363" cy="0"/>
          </a:xfrm>
          <a:prstGeom prst="line">
            <a:avLst/>
          </a:prstGeom>
          <a:noFill/>
          <a:ln w="50800">
            <a:solidFill>
              <a:schemeClr val="tx1"/>
            </a:solidFill>
            <a:round/>
            <a:headEnd type="none" w="sm" len="sm"/>
            <a:tailEnd type="none" w="sm" len="sm"/>
          </a:ln>
          <a:effectLst/>
        </p:spPr>
        <p:txBody>
          <a:bodyPr wrap="none" anchor="ctr"/>
          <a:lstStyle/>
          <a:p>
            <a:pPr>
              <a:defRPr/>
            </a:pPr>
            <a:endParaRPr lang="en-US" sz="1800" b="0" dirty="0">
              <a:solidFill>
                <a:srgbClr val="000000"/>
              </a:solidFill>
            </a:endParaRPr>
          </a:p>
        </p:txBody>
      </p:sp>
      <p:pic>
        <p:nvPicPr>
          <p:cNvPr id="26629" name="Picture 15" descr="TRMC DOD SEAL-small"/>
          <p:cNvPicPr>
            <a:picLocks noChangeAspect="1" noChangeArrowheads="1"/>
          </p:cNvPicPr>
          <p:nvPr/>
        </p:nvPicPr>
        <p:blipFill>
          <a:blip r:embed="rId15" cstate="print">
            <a:clrChange>
              <a:clrFrom>
                <a:srgbClr val="FFFFFF"/>
              </a:clrFrom>
              <a:clrTo>
                <a:srgbClr val="FFFFFF">
                  <a:alpha val="0"/>
                </a:srgbClr>
              </a:clrTo>
            </a:clrChange>
          </a:blip>
          <a:srcRect/>
          <a:stretch>
            <a:fillRect/>
          </a:stretch>
        </p:blipFill>
        <p:spPr bwMode="auto">
          <a:xfrm>
            <a:off x="68263" y="71438"/>
            <a:ext cx="998537" cy="917575"/>
          </a:xfrm>
          <a:prstGeom prst="rect">
            <a:avLst/>
          </a:prstGeom>
          <a:noFill/>
          <a:ln w="9525">
            <a:noFill/>
            <a:miter lim="800000"/>
            <a:headEnd/>
            <a:tailEnd/>
          </a:ln>
        </p:spPr>
      </p:pic>
      <p:pic>
        <p:nvPicPr>
          <p:cNvPr id="26630" name="Picture 14" descr="S&amp;T logo using"/>
          <p:cNvPicPr>
            <a:picLocks noChangeAspect="1" noChangeArrowheads="1"/>
          </p:cNvPicPr>
          <p:nvPr/>
        </p:nvPicPr>
        <p:blipFill>
          <a:blip r:embed="rId16" cstate="print"/>
          <a:srcRect l="1286" r="6654" b="5173"/>
          <a:stretch>
            <a:fillRect/>
          </a:stretch>
        </p:blipFill>
        <p:spPr bwMode="auto">
          <a:xfrm>
            <a:off x="7999413" y="0"/>
            <a:ext cx="1076325" cy="1011238"/>
          </a:xfrm>
          <a:prstGeom prst="rect">
            <a:avLst/>
          </a:prstGeom>
          <a:noFill/>
          <a:ln w="9525">
            <a:noFill/>
            <a:miter lim="800000"/>
            <a:headEnd/>
            <a:tailEnd/>
          </a:ln>
        </p:spPr>
      </p:pic>
      <p:sp>
        <p:nvSpPr>
          <p:cNvPr id="606215" name="Text Box 7"/>
          <p:cNvSpPr txBox="1">
            <a:spLocks noChangeArrowheads="1"/>
          </p:cNvSpPr>
          <p:nvPr/>
        </p:nvSpPr>
        <p:spPr bwMode="auto">
          <a:xfrm>
            <a:off x="152400" y="6553200"/>
            <a:ext cx="8824913" cy="304800"/>
          </a:xfrm>
          <a:prstGeom prst="rect">
            <a:avLst/>
          </a:prstGeom>
          <a:noFill/>
          <a:ln w="12700" cap="rnd">
            <a:noFill/>
            <a:miter lim="800000"/>
            <a:headEnd type="none" w="sm" len="sm"/>
            <a:tailEnd type="none" w="sm" len="sm"/>
          </a:ln>
          <a:effectLst/>
        </p:spPr>
        <p:txBody>
          <a:bodyPr>
            <a:spAutoFit/>
          </a:bodyPr>
          <a:lstStyle/>
          <a:p>
            <a:pPr algn="ctr" eaLnBrk="0" hangingPunct="0">
              <a:defRPr/>
            </a:pPr>
            <a:endParaRPr lang="en-US" sz="1400" i="1" dirty="0">
              <a:solidFill>
                <a:srgbClr val="003399"/>
              </a:solidFill>
              <a:latin typeface="Arial" pitchFamily="34" charset="0"/>
            </a:endParaRPr>
          </a:p>
        </p:txBody>
      </p:sp>
      <p:sp>
        <p:nvSpPr>
          <p:cNvPr id="10249" name="Text Box 9"/>
          <p:cNvSpPr txBox="1">
            <a:spLocks noChangeArrowheads="1"/>
          </p:cNvSpPr>
          <p:nvPr/>
        </p:nvSpPr>
        <p:spPr bwMode="auto">
          <a:xfrm>
            <a:off x="7835900" y="6600825"/>
            <a:ext cx="1154113" cy="168275"/>
          </a:xfrm>
          <a:prstGeom prst="rect">
            <a:avLst/>
          </a:prstGeom>
          <a:noFill/>
          <a:ln w="12700">
            <a:noFill/>
            <a:miter lim="800000"/>
            <a:headEnd type="none" w="sm" len="sm"/>
            <a:tailEnd type="none" w="sm" len="sm"/>
          </a:ln>
          <a:effectLst/>
        </p:spPr>
        <p:txBody>
          <a:bodyPr lIns="0" tIns="0" rIns="0" bIns="0" anchor="b">
            <a:spAutoFit/>
          </a:bodyPr>
          <a:lstStyle/>
          <a:p>
            <a:pPr algn="r" eaLnBrk="0" hangingPunct="0">
              <a:spcBef>
                <a:spcPct val="50000"/>
              </a:spcBef>
              <a:defRPr/>
            </a:pPr>
            <a:fld id="{B81FA5A7-6BA3-4D49-A9E7-4E0F1E1D34BF}" type="slidenum">
              <a:rPr lang="en-US" sz="1100">
                <a:solidFill>
                  <a:srgbClr val="000000"/>
                </a:solidFill>
                <a:latin typeface="Arial" pitchFamily="34" charset="0"/>
              </a:rPr>
              <a:pPr algn="r" eaLnBrk="0" hangingPunct="0">
                <a:spcBef>
                  <a:spcPct val="50000"/>
                </a:spcBef>
                <a:defRPr/>
              </a:pPr>
              <a:t>‹#›</a:t>
            </a:fld>
            <a:endParaRPr lang="en-US" sz="1100">
              <a:solidFill>
                <a:srgbClr val="000000"/>
              </a:solidFill>
              <a:latin typeface="Arial" pitchFamily="34" charset="0"/>
            </a:endParaRPr>
          </a:p>
        </p:txBody>
      </p:sp>
    </p:spTree>
    <p:extLst>
      <p:ext uri="{BB962C8B-B14F-4D97-AF65-F5344CB8AC3E}">
        <p14:creationId xmlns:p14="http://schemas.microsoft.com/office/powerpoint/2010/main" val="3874818577"/>
      </p:ext>
    </p:extLst>
  </p:cSld>
  <p:clrMap bg1="lt1" tx1="dk1" bg2="lt2" tx2="dk2" accent1="accent1" accent2="accent2" accent3="accent3" accent4="accent4" accent5="accent5" accent6="accent6" hlink="hlink" folHlink="folHlink"/>
  <p:sldLayoutIdLst>
    <p:sldLayoutId id="2147483872" r:id="rId1"/>
    <p:sldLayoutId id="2147483873" r:id="rId2"/>
    <p:sldLayoutId id="2147483874" r:id="rId3"/>
    <p:sldLayoutId id="2147483875" r:id="rId4"/>
    <p:sldLayoutId id="2147483876" r:id="rId5"/>
    <p:sldLayoutId id="2147483877" r:id="rId6"/>
    <p:sldLayoutId id="2147483878" r:id="rId7"/>
    <p:sldLayoutId id="2147483879" r:id="rId8"/>
    <p:sldLayoutId id="2147483880" r:id="rId9"/>
    <p:sldLayoutId id="2147483881" r:id="rId10"/>
    <p:sldLayoutId id="2147483882" r:id="rId11"/>
    <p:sldLayoutId id="2147483883" r:id="rId12"/>
    <p:sldLayoutId id="2147483884" r:id="rId13"/>
  </p:sldLayoutIdLst>
  <p:hf hdr="0" ftr="0" dt="0"/>
  <p:txStyles>
    <p:titleStyle>
      <a:lvl1pPr algn="ctr" rtl="0" eaLnBrk="0" fontAlgn="base" hangingPunct="0">
        <a:spcBef>
          <a:spcPct val="0"/>
        </a:spcBef>
        <a:spcAft>
          <a:spcPct val="0"/>
        </a:spcAft>
        <a:defRPr sz="3200" b="1">
          <a:solidFill>
            <a:srgbClr val="003399"/>
          </a:solidFill>
          <a:latin typeface="+mj-lt"/>
          <a:ea typeface="+mj-ea"/>
          <a:cs typeface="+mj-cs"/>
        </a:defRPr>
      </a:lvl1pPr>
      <a:lvl2pPr algn="ctr" rtl="0" eaLnBrk="0" fontAlgn="base" hangingPunct="0">
        <a:spcBef>
          <a:spcPct val="0"/>
        </a:spcBef>
        <a:spcAft>
          <a:spcPct val="0"/>
        </a:spcAft>
        <a:defRPr sz="3200" b="1">
          <a:solidFill>
            <a:srgbClr val="003399"/>
          </a:solidFill>
          <a:latin typeface="Arial" pitchFamily="34" charset="0"/>
        </a:defRPr>
      </a:lvl2pPr>
      <a:lvl3pPr algn="ctr" rtl="0" eaLnBrk="0" fontAlgn="base" hangingPunct="0">
        <a:spcBef>
          <a:spcPct val="0"/>
        </a:spcBef>
        <a:spcAft>
          <a:spcPct val="0"/>
        </a:spcAft>
        <a:defRPr sz="3200" b="1">
          <a:solidFill>
            <a:srgbClr val="003399"/>
          </a:solidFill>
          <a:latin typeface="Arial" pitchFamily="34" charset="0"/>
        </a:defRPr>
      </a:lvl3pPr>
      <a:lvl4pPr algn="ctr" rtl="0" eaLnBrk="0" fontAlgn="base" hangingPunct="0">
        <a:spcBef>
          <a:spcPct val="0"/>
        </a:spcBef>
        <a:spcAft>
          <a:spcPct val="0"/>
        </a:spcAft>
        <a:defRPr sz="3200" b="1">
          <a:solidFill>
            <a:srgbClr val="003399"/>
          </a:solidFill>
          <a:latin typeface="Arial" pitchFamily="34" charset="0"/>
        </a:defRPr>
      </a:lvl4pPr>
      <a:lvl5pPr algn="ctr" rtl="0" eaLnBrk="0" fontAlgn="base" hangingPunct="0">
        <a:spcBef>
          <a:spcPct val="0"/>
        </a:spcBef>
        <a:spcAft>
          <a:spcPct val="0"/>
        </a:spcAft>
        <a:defRPr sz="3200" b="1">
          <a:solidFill>
            <a:srgbClr val="003399"/>
          </a:solidFill>
          <a:latin typeface="Arial" pitchFamily="34" charset="0"/>
        </a:defRPr>
      </a:lvl5pPr>
      <a:lvl6pPr marL="457200" algn="ctr" rtl="0" fontAlgn="base">
        <a:spcBef>
          <a:spcPct val="0"/>
        </a:spcBef>
        <a:spcAft>
          <a:spcPct val="0"/>
        </a:spcAft>
        <a:defRPr sz="3200" b="1">
          <a:solidFill>
            <a:srgbClr val="003399"/>
          </a:solidFill>
          <a:latin typeface="Arial" pitchFamily="34" charset="0"/>
        </a:defRPr>
      </a:lvl6pPr>
      <a:lvl7pPr marL="914400" algn="ctr" rtl="0" fontAlgn="base">
        <a:spcBef>
          <a:spcPct val="0"/>
        </a:spcBef>
        <a:spcAft>
          <a:spcPct val="0"/>
        </a:spcAft>
        <a:defRPr sz="3200" b="1">
          <a:solidFill>
            <a:srgbClr val="003399"/>
          </a:solidFill>
          <a:latin typeface="Arial" pitchFamily="34" charset="0"/>
        </a:defRPr>
      </a:lvl7pPr>
      <a:lvl8pPr marL="1371600" algn="ctr" rtl="0" fontAlgn="base">
        <a:spcBef>
          <a:spcPct val="0"/>
        </a:spcBef>
        <a:spcAft>
          <a:spcPct val="0"/>
        </a:spcAft>
        <a:defRPr sz="3200" b="1">
          <a:solidFill>
            <a:srgbClr val="003399"/>
          </a:solidFill>
          <a:latin typeface="Arial" pitchFamily="34" charset="0"/>
        </a:defRPr>
      </a:lvl8pPr>
      <a:lvl9pPr marL="1828800" algn="ctr" rtl="0" fontAlgn="base">
        <a:spcBef>
          <a:spcPct val="0"/>
        </a:spcBef>
        <a:spcAft>
          <a:spcPct val="0"/>
        </a:spcAft>
        <a:defRPr sz="3200" b="1">
          <a:solidFill>
            <a:srgbClr val="003399"/>
          </a:solidFill>
          <a:latin typeface="Arial" pitchFamily="34" charset="0"/>
        </a:defRPr>
      </a:lvl9pPr>
    </p:titleStyle>
    <p:bodyStyle>
      <a:lvl1pPr marL="342900" indent="-342900" algn="l" rtl="0" eaLnBrk="0" fontAlgn="base" hangingPunct="0">
        <a:spcBef>
          <a:spcPct val="20000"/>
        </a:spcBef>
        <a:spcAft>
          <a:spcPct val="0"/>
        </a:spcAft>
        <a:buSzPct val="130000"/>
        <a:buChar char="•"/>
        <a:defRPr sz="2400" b="1">
          <a:solidFill>
            <a:schemeClr val="tx1"/>
          </a:solidFill>
          <a:latin typeface="+mn-lt"/>
          <a:ea typeface="+mn-ea"/>
          <a:cs typeface="+mn-cs"/>
        </a:defRPr>
      </a:lvl1pPr>
      <a:lvl2pPr marL="974725" indent="-285750" algn="l" rtl="0" eaLnBrk="0" fontAlgn="base" hangingPunct="0">
        <a:spcBef>
          <a:spcPct val="20000"/>
        </a:spcBef>
        <a:spcAft>
          <a:spcPct val="0"/>
        </a:spcAft>
        <a:buChar char="–"/>
        <a:defRPr sz="2000" b="1">
          <a:solidFill>
            <a:schemeClr val="tx1"/>
          </a:solidFill>
          <a:latin typeface="+mn-lt"/>
        </a:defRPr>
      </a:lvl2pPr>
      <a:lvl3pPr marL="1598613" indent="-228600" algn="l" rtl="0" eaLnBrk="0" fontAlgn="base" hangingPunct="0">
        <a:spcBef>
          <a:spcPct val="20000"/>
        </a:spcBef>
        <a:spcAft>
          <a:spcPct val="0"/>
        </a:spcAft>
        <a:buFont typeface="Wingdings" pitchFamily="2" charset="2"/>
        <a:buChar char="Ø"/>
        <a:defRPr b="1">
          <a:solidFill>
            <a:schemeClr val="tx1"/>
          </a:solidFill>
          <a:latin typeface="+mn-lt"/>
        </a:defRPr>
      </a:lvl3pPr>
      <a:lvl4pPr marL="1941513" indent="-228600" algn="l" rtl="0" eaLnBrk="0" fontAlgn="base" hangingPunct="0">
        <a:spcBef>
          <a:spcPct val="20000"/>
        </a:spcBef>
        <a:spcAft>
          <a:spcPct val="0"/>
        </a:spcAft>
        <a:buChar char="–"/>
        <a:defRPr sz="1400">
          <a:solidFill>
            <a:schemeClr val="tx1"/>
          </a:solidFill>
          <a:latin typeface="+mn-lt"/>
        </a:defRPr>
      </a:lvl4pPr>
      <a:lvl5pPr marL="2284413" indent="-228600" algn="l" rtl="0" eaLnBrk="0" fontAlgn="base" hangingPunct="0">
        <a:spcBef>
          <a:spcPct val="20000"/>
        </a:spcBef>
        <a:spcAft>
          <a:spcPct val="0"/>
        </a:spcAft>
        <a:buChar char="»"/>
        <a:defRPr sz="1400">
          <a:solidFill>
            <a:schemeClr val="tx1"/>
          </a:solidFill>
          <a:latin typeface="+mn-lt"/>
        </a:defRPr>
      </a:lvl5pPr>
      <a:lvl6pPr marL="2741613" indent="-228600" algn="l" rtl="0" fontAlgn="base">
        <a:spcBef>
          <a:spcPct val="20000"/>
        </a:spcBef>
        <a:spcAft>
          <a:spcPct val="0"/>
        </a:spcAft>
        <a:buChar char="»"/>
        <a:defRPr sz="1400">
          <a:solidFill>
            <a:schemeClr val="tx1"/>
          </a:solidFill>
          <a:latin typeface="+mn-lt"/>
        </a:defRPr>
      </a:lvl6pPr>
      <a:lvl7pPr marL="3198813" indent="-228600" algn="l" rtl="0" fontAlgn="base">
        <a:spcBef>
          <a:spcPct val="20000"/>
        </a:spcBef>
        <a:spcAft>
          <a:spcPct val="0"/>
        </a:spcAft>
        <a:buChar char="»"/>
        <a:defRPr sz="1400">
          <a:solidFill>
            <a:schemeClr val="tx1"/>
          </a:solidFill>
          <a:latin typeface="+mn-lt"/>
        </a:defRPr>
      </a:lvl7pPr>
      <a:lvl8pPr marL="3656013" indent="-228600" algn="l" rtl="0" fontAlgn="base">
        <a:spcBef>
          <a:spcPct val="20000"/>
        </a:spcBef>
        <a:spcAft>
          <a:spcPct val="0"/>
        </a:spcAft>
        <a:buChar char="»"/>
        <a:defRPr sz="1400">
          <a:solidFill>
            <a:schemeClr val="tx1"/>
          </a:solidFill>
          <a:latin typeface="+mn-lt"/>
        </a:defRPr>
      </a:lvl8pPr>
      <a:lvl9pPr marL="4113213" indent="-228600" algn="l" rtl="0" fontAlgn="base">
        <a:spcBef>
          <a:spcPct val="20000"/>
        </a:spcBef>
        <a:spcAft>
          <a:spcPct val="0"/>
        </a:spcAft>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944563" y="381000"/>
            <a:ext cx="7323137" cy="68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smtClean="0"/>
              <a:t>Click to edit Master title style</a:t>
            </a:r>
          </a:p>
        </p:txBody>
      </p:sp>
      <p:sp>
        <p:nvSpPr>
          <p:cNvPr id="4099" name="Rectangle 3"/>
          <p:cNvSpPr>
            <a:spLocks noGrp="1" noChangeArrowheads="1"/>
          </p:cNvSpPr>
          <p:nvPr>
            <p:ph type="body" idx="1"/>
          </p:nvPr>
        </p:nvSpPr>
        <p:spPr bwMode="auto">
          <a:xfrm>
            <a:off x="508000" y="1354138"/>
            <a:ext cx="8085138" cy="4741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100" name="Rectangle 4"/>
          <p:cNvSpPr>
            <a:spLocks noChangeArrowheads="1"/>
          </p:cNvSpPr>
          <p:nvPr/>
        </p:nvSpPr>
        <p:spPr bwMode="auto">
          <a:xfrm>
            <a:off x="8824913" y="6642100"/>
            <a:ext cx="306387"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fld id="{515B9F46-ACC7-4590-8115-F40EBD54035A}" type="slidenum">
              <a:rPr lang="en-US" altLang="en-US" sz="800" b="0" smtClean="0">
                <a:solidFill>
                  <a:srgbClr val="000000"/>
                </a:solidFill>
              </a:rPr>
              <a:pPr eaLnBrk="0" hangingPunct="0"/>
              <a:t>‹#›</a:t>
            </a:fld>
            <a:endParaRPr lang="en-US" altLang="en-US" sz="800" b="0" smtClean="0">
              <a:solidFill>
                <a:srgbClr val="000000"/>
              </a:solidFill>
            </a:endParaRPr>
          </a:p>
        </p:txBody>
      </p:sp>
      <p:pic>
        <p:nvPicPr>
          <p:cNvPr id="4106" name="Picture 10" descr="S&amp;T logo usi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7902575" y="11113"/>
            <a:ext cx="1165225" cy="1103312"/>
          </a:xfrm>
          <a:prstGeom prst="rect">
            <a:avLst/>
          </a:prstGeom>
          <a:noFill/>
          <a:extLst>
            <a:ext uri="{909E8E84-426E-40DD-AFC4-6F175D3DCCD1}">
              <a14:hiddenFill xmlns:a14="http://schemas.microsoft.com/office/drawing/2010/main">
                <a:solidFill>
                  <a:srgbClr val="FFFFFF"/>
                </a:solidFill>
              </a14:hiddenFill>
            </a:ext>
          </a:extLst>
        </p:spPr>
      </p:pic>
      <p:pic>
        <p:nvPicPr>
          <p:cNvPr id="4107" name="Picture 11" descr="TRMC DOD SEAL-small"/>
          <p:cNvPicPr>
            <a:picLocks noChangeAspect="1" noChangeArrowheads="1"/>
          </p:cNvPicPr>
          <p:nvPr userDrawn="1"/>
        </p:nvPicPr>
        <p:blipFill>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9225" y="120650"/>
            <a:ext cx="917575" cy="91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01" name="Line 5"/>
          <p:cNvSpPr>
            <a:spLocks noChangeShapeType="1"/>
          </p:cNvSpPr>
          <p:nvPr/>
        </p:nvSpPr>
        <p:spPr bwMode="auto">
          <a:xfrm>
            <a:off x="376238" y="1119188"/>
            <a:ext cx="8234362"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b="0" smtClean="0">
              <a:solidFill>
                <a:srgbClr val="000000"/>
              </a:solidFill>
            </a:endParaRPr>
          </a:p>
        </p:txBody>
      </p:sp>
      <p:sp>
        <p:nvSpPr>
          <p:cNvPr id="4108" name="Text Box 12"/>
          <p:cNvSpPr txBox="1">
            <a:spLocks noChangeArrowheads="1"/>
          </p:cNvSpPr>
          <p:nvPr userDrawn="1"/>
        </p:nvSpPr>
        <p:spPr bwMode="auto">
          <a:xfrm>
            <a:off x="90488" y="6526213"/>
            <a:ext cx="9053512" cy="3048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cap="rnd">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US" altLang="en-US" sz="1400" i="1" dirty="0" smtClean="0">
                <a:solidFill>
                  <a:srgbClr val="003399"/>
                </a:solidFill>
              </a:rPr>
              <a:t>T&amp;E/S&amp;T Program Industry / Academia Days 12-14 February 2008</a:t>
            </a:r>
          </a:p>
        </p:txBody>
      </p:sp>
    </p:spTree>
    <p:extLst>
      <p:ext uri="{BB962C8B-B14F-4D97-AF65-F5344CB8AC3E}">
        <p14:creationId xmlns:p14="http://schemas.microsoft.com/office/powerpoint/2010/main" val="762624397"/>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 id="2147483891" r:id="rId6"/>
    <p:sldLayoutId id="2147483892" r:id="rId7"/>
    <p:sldLayoutId id="2147483893" r:id="rId8"/>
    <p:sldLayoutId id="2147483894" r:id="rId9"/>
    <p:sldLayoutId id="2147483895" r:id="rId10"/>
    <p:sldLayoutId id="2147483896" r:id="rId11"/>
  </p:sldLayoutIdLst>
  <p:timing>
    <p:tnLst>
      <p:par>
        <p:cTn id="1" dur="indefinite" restart="never" nodeType="tmRoot"/>
      </p:par>
    </p:tnLst>
  </p:timing>
  <p:txStyles>
    <p:titleStyle>
      <a:lvl1pPr algn="ctr" rtl="0" fontAlgn="base">
        <a:spcBef>
          <a:spcPct val="0"/>
        </a:spcBef>
        <a:spcAft>
          <a:spcPct val="0"/>
        </a:spcAft>
        <a:defRPr sz="2800" b="1">
          <a:solidFill>
            <a:srgbClr val="000099"/>
          </a:solidFill>
          <a:effectLst>
            <a:outerShdw blurRad="38100" dist="38100" dir="2700000" algn="tl">
              <a:srgbClr val="C0C0C0"/>
            </a:outerShdw>
          </a:effectLst>
          <a:latin typeface="+mj-lt"/>
          <a:ea typeface="+mj-ea"/>
          <a:cs typeface="+mj-cs"/>
        </a:defRPr>
      </a:lvl1pPr>
      <a:lvl2pPr algn="ctr" rtl="0" fontAlgn="base">
        <a:spcBef>
          <a:spcPct val="0"/>
        </a:spcBef>
        <a:spcAft>
          <a:spcPct val="0"/>
        </a:spcAft>
        <a:defRPr sz="2800" b="1">
          <a:solidFill>
            <a:srgbClr val="000099"/>
          </a:solidFill>
          <a:effectLst>
            <a:outerShdw blurRad="38100" dist="38100" dir="2700000" algn="tl">
              <a:srgbClr val="C0C0C0"/>
            </a:outerShdw>
          </a:effectLst>
          <a:latin typeface="Arial" charset="0"/>
        </a:defRPr>
      </a:lvl2pPr>
      <a:lvl3pPr algn="ctr" rtl="0" fontAlgn="base">
        <a:spcBef>
          <a:spcPct val="0"/>
        </a:spcBef>
        <a:spcAft>
          <a:spcPct val="0"/>
        </a:spcAft>
        <a:defRPr sz="2800" b="1">
          <a:solidFill>
            <a:srgbClr val="000099"/>
          </a:solidFill>
          <a:effectLst>
            <a:outerShdw blurRad="38100" dist="38100" dir="2700000" algn="tl">
              <a:srgbClr val="C0C0C0"/>
            </a:outerShdw>
          </a:effectLst>
          <a:latin typeface="Arial" charset="0"/>
        </a:defRPr>
      </a:lvl3pPr>
      <a:lvl4pPr algn="ctr" rtl="0" fontAlgn="base">
        <a:spcBef>
          <a:spcPct val="0"/>
        </a:spcBef>
        <a:spcAft>
          <a:spcPct val="0"/>
        </a:spcAft>
        <a:defRPr sz="2800" b="1">
          <a:solidFill>
            <a:srgbClr val="000099"/>
          </a:solidFill>
          <a:effectLst>
            <a:outerShdw blurRad="38100" dist="38100" dir="2700000" algn="tl">
              <a:srgbClr val="C0C0C0"/>
            </a:outerShdw>
          </a:effectLst>
          <a:latin typeface="Arial" charset="0"/>
        </a:defRPr>
      </a:lvl4pPr>
      <a:lvl5pPr algn="ctr" rtl="0" fontAlgn="base">
        <a:spcBef>
          <a:spcPct val="0"/>
        </a:spcBef>
        <a:spcAft>
          <a:spcPct val="0"/>
        </a:spcAft>
        <a:defRPr sz="2800" b="1">
          <a:solidFill>
            <a:srgbClr val="000099"/>
          </a:solidFill>
          <a:effectLst>
            <a:outerShdw blurRad="38100" dist="38100" dir="2700000" algn="tl">
              <a:srgbClr val="C0C0C0"/>
            </a:outerShdw>
          </a:effectLst>
          <a:latin typeface="Arial" charset="0"/>
        </a:defRPr>
      </a:lvl5pPr>
      <a:lvl6pPr marL="457200" algn="ctr" rtl="0" fontAlgn="base">
        <a:spcBef>
          <a:spcPct val="0"/>
        </a:spcBef>
        <a:spcAft>
          <a:spcPct val="0"/>
        </a:spcAft>
        <a:defRPr sz="2800" b="1">
          <a:solidFill>
            <a:srgbClr val="000099"/>
          </a:solidFill>
          <a:effectLst>
            <a:outerShdw blurRad="38100" dist="38100" dir="2700000" algn="tl">
              <a:srgbClr val="C0C0C0"/>
            </a:outerShdw>
          </a:effectLst>
          <a:latin typeface="Arial" charset="0"/>
        </a:defRPr>
      </a:lvl6pPr>
      <a:lvl7pPr marL="914400" algn="ctr" rtl="0" fontAlgn="base">
        <a:spcBef>
          <a:spcPct val="0"/>
        </a:spcBef>
        <a:spcAft>
          <a:spcPct val="0"/>
        </a:spcAft>
        <a:defRPr sz="2800" b="1">
          <a:solidFill>
            <a:srgbClr val="000099"/>
          </a:solidFill>
          <a:effectLst>
            <a:outerShdw blurRad="38100" dist="38100" dir="2700000" algn="tl">
              <a:srgbClr val="C0C0C0"/>
            </a:outerShdw>
          </a:effectLst>
          <a:latin typeface="Arial" charset="0"/>
        </a:defRPr>
      </a:lvl7pPr>
      <a:lvl8pPr marL="1371600" algn="ctr" rtl="0" fontAlgn="base">
        <a:spcBef>
          <a:spcPct val="0"/>
        </a:spcBef>
        <a:spcAft>
          <a:spcPct val="0"/>
        </a:spcAft>
        <a:defRPr sz="2800" b="1">
          <a:solidFill>
            <a:srgbClr val="000099"/>
          </a:solidFill>
          <a:effectLst>
            <a:outerShdw blurRad="38100" dist="38100" dir="2700000" algn="tl">
              <a:srgbClr val="C0C0C0"/>
            </a:outerShdw>
          </a:effectLst>
          <a:latin typeface="Arial" charset="0"/>
        </a:defRPr>
      </a:lvl8pPr>
      <a:lvl9pPr marL="1828800" algn="ctr" rtl="0" fontAlgn="base">
        <a:spcBef>
          <a:spcPct val="0"/>
        </a:spcBef>
        <a:spcAft>
          <a:spcPct val="0"/>
        </a:spcAft>
        <a:defRPr sz="2800" b="1">
          <a:solidFill>
            <a:srgbClr val="000099"/>
          </a:solidFill>
          <a:effectLst>
            <a:outerShdw blurRad="38100" dist="38100" dir="2700000" algn="tl">
              <a:srgbClr val="C0C0C0"/>
            </a:outerShdw>
          </a:effectLst>
          <a:latin typeface="Arial" charset="0"/>
        </a:defRPr>
      </a:lvl9pPr>
    </p:titleStyle>
    <p:bodyStyle>
      <a:lvl1pPr marL="342900" indent="-342900" algn="l" rtl="0" fontAlgn="base">
        <a:spcBef>
          <a:spcPct val="20000"/>
        </a:spcBef>
        <a:spcAft>
          <a:spcPct val="0"/>
        </a:spcAft>
        <a:buSzPct val="100000"/>
        <a:buFont typeface="Wingdings" pitchFamily="2" charset="2"/>
        <a:buChar char="l"/>
        <a:defRPr sz="2400" b="1">
          <a:solidFill>
            <a:schemeClr val="tx1"/>
          </a:solidFill>
          <a:latin typeface="+mn-lt"/>
          <a:ea typeface="+mn-ea"/>
          <a:cs typeface="+mn-cs"/>
        </a:defRPr>
      </a:lvl1pPr>
      <a:lvl2pPr marL="742950" indent="-285750" algn="l" rtl="0" fontAlgn="base">
        <a:spcBef>
          <a:spcPct val="20000"/>
        </a:spcBef>
        <a:spcAft>
          <a:spcPct val="0"/>
        </a:spcAft>
        <a:buSzPct val="100000"/>
        <a:buChar char="–"/>
        <a:defRPr sz="2000">
          <a:solidFill>
            <a:schemeClr val="tx1"/>
          </a:solidFill>
          <a:latin typeface="+mn-lt"/>
        </a:defRPr>
      </a:lvl2pPr>
      <a:lvl3pPr marL="1143000" indent="-228600" algn="l" rtl="0" fontAlgn="base">
        <a:spcBef>
          <a:spcPct val="20000"/>
        </a:spcBef>
        <a:spcAft>
          <a:spcPct val="0"/>
        </a:spcAft>
        <a:buSzPct val="100000"/>
        <a:buChar char="–"/>
        <a:defRPr>
          <a:solidFill>
            <a:schemeClr val="tx1"/>
          </a:solidFill>
          <a:latin typeface="+mn-lt"/>
        </a:defRPr>
      </a:lvl3pPr>
      <a:lvl4pPr marL="1600200" indent="-228600" algn="l" rtl="0" fontAlgn="base">
        <a:spcBef>
          <a:spcPct val="20000"/>
        </a:spcBef>
        <a:spcAft>
          <a:spcPct val="0"/>
        </a:spcAft>
        <a:buSzPct val="100000"/>
        <a:buChar char="–"/>
        <a:defRPr sz="1600">
          <a:solidFill>
            <a:schemeClr val="tx1"/>
          </a:solidFill>
          <a:latin typeface="+mn-lt"/>
        </a:defRPr>
      </a:lvl4pPr>
      <a:lvl5pPr marL="2057400" indent="-228600" algn="l" rtl="0" fontAlgn="base">
        <a:spcBef>
          <a:spcPct val="20000"/>
        </a:spcBef>
        <a:spcAft>
          <a:spcPct val="0"/>
        </a:spcAft>
        <a:buSzPct val="100000"/>
        <a:buChar char="–"/>
        <a:defRPr sz="1400">
          <a:solidFill>
            <a:schemeClr val="tx1"/>
          </a:solidFill>
          <a:latin typeface="+mn-lt"/>
        </a:defRPr>
      </a:lvl5pPr>
      <a:lvl6pPr marL="2514600" indent="-228600" algn="l" rtl="0" fontAlgn="base">
        <a:spcBef>
          <a:spcPct val="20000"/>
        </a:spcBef>
        <a:spcAft>
          <a:spcPct val="0"/>
        </a:spcAft>
        <a:buSzPct val="100000"/>
        <a:buChar char="–"/>
        <a:defRPr sz="1400">
          <a:solidFill>
            <a:schemeClr val="tx1"/>
          </a:solidFill>
          <a:latin typeface="+mn-lt"/>
        </a:defRPr>
      </a:lvl6pPr>
      <a:lvl7pPr marL="2971800" indent="-228600" algn="l" rtl="0" fontAlgn="base">
        <a:spcBef>
          <a:spcPct val="20000"/>
        </a:spcBef>
        <a:spcAft>
          <a:spcPct val="0"/>
        </a:spcAft>
        <a:buSzPct val="100000"/>
        <a:buChar char="–"/>
        <a:defRPr sz="1400">
          <a:solidFill>
            <a:schemeClr val="tx1"/>
          </a:solidFill>
          <a:latin typeface="+mn-lt"/>
        </a:defRPr>
      </a:lvl7pPr>
      <a:lvl8pPr marL="3429000" indent="-228600" algn="l" rtl="0" fontAlgn="base">
        <a:spcBef>
          <a:spcPct val="20000"/>
        </a:spcBef>
        <a:spcAft>
          <a:spcPct val="0"/>
        </a:spcAft>
        <a:buSzPct val="100000"/>
        <a:buChar char="–"/>
        <a:defRPr sz="1400">
          <a:solidFill>
            <a:schemeClr val="tx1"/>
          </a:solidFill>
          <a:latin typeface="+mn-lt"/>
        </a:defRPr>
      </a:lvl8pPr>
      <a:lvl9pPr marL="3886200" indent="-228600" algn="l" rtl="0" fontAlgn="base">
        <a:spcBef>
          <a:spcPct val="20000"/>
        </a:spcBef>
        <a:spcAft>
          <a:spcPct val="0"/>
        </a:spcAft>
        <a:buSzPct val="10000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1591534"/>
      </p:ext>
    </p:extLst>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 id="2147483924" r:id="rId12"/>
    <p:sldLayoutId id="2147483925" r:id="rId13"/>
    <p:sldLayoutId id="2147483926" r:id="rId14"/>
    <p:sldLayoutId id="2147483927" r:id="rId15"/>
    <p:sldLayoutId id="2147483928" r:id="rId16"/>
    <p:sldLayoutId id="2147483929" r:id="rId17"/>
    <p:sldLayoutId id="2147483930" r:id="rId18"/>
    <p:sldLayoutId id="2147483931" r:id="rId19"/>
    <p:sldLayoutId id="2147483932" r:id="rId20"/>
    <p:sldLayoutId id="2147483933" r:id="rId21"/>
    <p:sldLayoutId id="2147483934" r:id="rId22"/>
    <p:sldLayoutId id="2147483935" r:id="rId23"/>
    <p:sldLayoutId id="2147483936" r:id="rId24"/>
    <p:sldLayoutId id="2147483937" r:id="rId25"/>
    <p:sldLayoutId id="2147483938" r:id="rId26"/>
    <p:sldLayoutId id="2147483939" r:id="rId27"/>
    <p:sldLayoutId id="2147483940" r:id="rId28"/>
    <p:sldLayoutId id="2147483941" r:id="rId29"/>
  </p:sldLayoutIdLst>
  <p:transition>
    <p:fade/>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Arial" pitchFamily="34" charset="0"/>
        </a:defRPr>
      </a:lvl2pPr>
      <a:lvl3pPr algn="ctr" rtl="0" eaLnBrk="0" fontAlgn="base" hangingPunct="0">
        <a:spcBef>
          <a:spcPct val="0"/>
        </a:spcBef>
        <a:spcAft>
          <a:spcPct val="0"/>
        </a:spcAft>
        <a:defRPr sz="4400">
          <a:solidFill>
            <a:schemeClr val="tx1"/>
          </a:solidFill>
          <a:latin typeface="Arial" pitchFamily="34" charset="0"/>
        </a:defRPr>
      </a:lvl3pPr>
      <a:lvl4pPr algn="ctr" rtl="0" eaLnBrk="0" fontAlgn="base" hangingPunct="0">
        <a:spcBef>
          <a:spcPct val="0"/>
        </a:spcBef>
        <a:spcAft>
          <a:spcPct val="0"/>
        </a:spcAft>
        <a:defRPr sz="4400">
          <a:solidFill>
            <a:schemeClr val="tx1"/>
          </a:solidFill>
          <a:latin typeface="Arial" pitchFamily="34" charset="0"/>
        </a:defRPr>
      </a:lvl4pPr>
      <a:lvl5pPr algn="ctr" rtl="0" eaLnBrk="0" fontAlgn="base" hangingPunct="0">
        <a:spcBef>
          <a:spcPct val="0"/>
        </a:spcBef>
        <a:spcAft>
          <a:spcPct val="0"/>
        </a:spcAft>
        <a:defRPr sz="4400">
          <a:solidFill>
            <a:schemeClr val="tx1"/>
          </a:solidFill>
          <a:latin typeface="Arial"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1069975" y="0"/>
            <a:ext cx="7002463" cy="1028700"/>
          </a:xfrm>
          <a:prstGeom prst="rect">
            <a:avLst/>
          </a:prstGeom>
          <a:noFill/>
          <a:ln w="9525">
            <a:noFill/>
            <a:miter lim="800000"/>
            <a:headEnd/>
            <a:tailEnd/>
          </a:ln>
        </p:spPr>
        <p:txBody>
          <a:bodyPr vert="horz" wrap="square" lIns="92075" tIns="46038" rIns="92075" bIns="46038" numCol="1" anchor="ctr" anchorCtr="0" compatLnSpc="1">
            <a:prstTxWarp prst="textNoShape">
              <a:avLst/>
            </a:prstTxWarp>
          </a:bodyPr>
          <a:lstStyle/>
          <a:p>
            <a:pPr lvl="0"/>
            <a:r>
              <a:rPr lang="en-US" dirty="0" smtClean="0"/>
              <a:t>Click To Edit Master Title Style</a:t>
            </a:r>
          </a:p>
        </p:txBody>
      </p:sp>
      <p:sp>
        <p:nvSpPr>
          <p:cNvPr id="3075" name="Rectangle 3"/>
          <p:cNvSpPr>
            <a:spLocks noGrp="1" noChangeArrowheads="1"/>
          </p:cNvSpPr>
          <p:nvPr>
            <p:ph type="body" idx="1"/>
          </p:nvPr>
        </p:nvSpPr>
        <p:spPr bwMode="auto">
          <a:xfrm>
            <a:off x="328613" y="1254125"/>
            <a:ext cx="8475662" cy="5013325"/>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grpSp>
        <p:nvGrpSpPr>
          <p:cNvPr id="5" name="Group 7"/>
          <p:cNvGrpSpPr>
            <a:grpSpLocks/>
          </p:cNvGrpSpPr>
          <p:nvPr/>
        </p:nvGrpSpPr>
        <p:grpSpPr bwMode="auto">
          <a:xfrm>
            <a:off x="0" y="1076325"/>
            <a:ext cx="9144000" cy="44450"/>
            <a:chOff x="0" y="741"/>
            <a:chExt cx="5760" cy="28"/>
          </a:xfrm>
        </p:grpSpPr>
        <p:sp>
          <p:nvSpPr>
            <p:cNvPr id="2" name="Line 8"/>
            <p:cNvSpPr>
              <a:spLocks noChangeShapeType="1"/>
            </p:cNvSpPr>
            <p:nvPr userDrawn="1"/>
          </p:nvSpPr>
          <p:spPr bwMode="auto">
            <a:xfrm>
              <a:off x="0" y="769"/>
              <a:ext cx="5759" cy="0"/>
            </a:xfrm>
            <a:prstGeom prst="line">
              <a:avLst/>
            </a:prstGeom>
            <a:noFill/>
            <a:ln w="28575">
              <a:solidFill>
                <a:srgbClr val="032AA1"/>
              </a:solidFill>
              <a:round/>
              <a:headEnd type="none" w="sm" len="sm"/>
              <a:tailEnd type="none" w="sm" len="sm"/>
            </a:ln>
            <a:effectLst/>
          </p:spPr>
          <p:txBody>
            <a:bodyPr wrap="none" anchor="ctr"/>
            <a:lstStyle/>
            <a:p>
              <a:pPr fontAlgn="auto">
                <a:spcBef>
                  <a:spcPts val="0"/>
                </a:spcBef>
                <a:spcAft>
                  <a:spcPts val="0"/>
                </a:spcAft>
                <a:defRPr/>
              </a:pPr>
              <a:endParaRPr lang="en-US" sz="1800" b="0" dirty="0">
                <a:solidFill>
                  <a:srgbClr val="000000"/>
                </a:solidFill>
                <a:latin typeface="Arial"/>
              </a:endParaRPr>
            </a:p>
          </p:txBody>
        </p:sp>
        <p:sp>
          <p:nvSpPr>
            <p:cNvPr id="3" name="Line 9"/>
            <p:cNvSpPr>
              <a:spLocks noChangeShapeType="1"/>
            </p:cNvSpPr>
            <p:nvPr userDrawn="1"/>
          </p:nvSpPr>
          <p:spPr bwMode="auto">
            <a:xfrm>
              <a:off x="1" y="741"/>
              <a:ext cx="5759" cy="0"/>
            </a:xfrm>
            <a:prstGeom prst="line">
              <a:avLst/>
            </a:prstGeom>
            <a:noFill/>
            <a:ln w="25400">
              <a:solidFill>
                <a:srgbClr val="FF3300"/>
              </a:solidFill>
              <a:round/>
              <a:headEnd type="none" w="sm" len="sm"/>
              <a:tailEnd type="none" w="sm" len="sm"/>
            </a:ln>
            <a:effectLst/>
          </p:spPr>
          <p:txBody>
            <a:bodyPr wrap="none" anchor="ctr"/>
            <a:lstStyle/>
            <a:p>
              <a:pPr fontAlgn="auto">
                <a:spcBef>
                  <a:spcPts val="0"/>
                </a:spcBef>
                <a:spcAft>
                  <a:spcPts val="0"/>
                </a:spcAft>
                <a:defRPr/>
              </a:pPr>
              <a:endParaRPr lang="en-US" sz="1800" b="0" dirty="0">
                <a:solidFill>
                  <a:srgbClr val="000000"/>
                </a:solidFill>
                <a:latin typeface="Arial"/>
              </a:endParaRPr>
            </a:p>
          </p:txBody>
        </p:sp>
      </p:grpSp>
      <p:pic>
        <p:nvPicPr>
          <p:cNvPr id="3079" name="Picture 28" descr="1"/>
          <p:cNvPicPr>
            <a:picLocks noChangeAspect="1" noChangeArrowheads="1"/>
          </p:cNvPicPr>
          <p:nvPr/>
        </p:nvPicPr>
        <p:blipFill>
          <a:blip r:embed="rId7" cstate="print"/>
          <a:srcRect/>
          <a:stretch>
            <a:fillRect/>
          </a:stretch>
        </p:blipFill>
        <p:spPr bwMode="auto">
          <a:xfrm>
            <a:off x="77788" y="44450"/>
            <a:ext cx="954087" cy="949325"/>
          </a:xfrm>
          <a:prstGeom prst="rect">
            <a:avLst/>
          </a:prstGeom>
          <a:noFill/>
          <a:ln w="9525">
            <a:noFill/>
            <a:miter lim="800000"/>
            <a:headEnd/>
            <a:tailEnd/>
          </a:ln>
        </p:spPr>
      </p:pic>
      <p:grpSp>
        <p:nvGrpSpPr>
          <p:cNvPr id="6" name="Group 7"/>
          <p:cNvGrpSpPr>
            <a:grpSpLocks/>
          </p:cNvGrpSpPr>
          <p:nvPr/>
        </p:nvGrpSpPr>
        <p:grpSpPr bwMode="auto">
          <a:xfrm>
            <a:off x="-4763" y="6557963"/>
            <a:ext cx="9144001" cy="44450"/>
            <a:chOff x="0" y="741"/>
            <a:chExt cx="5760" cy="28"/>
          </a:xfrm>
        </p:grpSpPr>
        <p:sp>
          <p:nvSpPr>
            <p:cNvPr id="4" name="Line 8"/>
            <p:cNvSpPr>
              <a:spLocks noChangeShapeType="1"/>
            </p:cNvSpPr>
            <p:nvPr userDrawn="1"/>
          </p:nvSpPr>
          <p:spPr bwMode="auto">
            <a:xfrm>
              <a:off x="0" y="769"/>
              <a:ext cx="5759" cy="0"/>
            </a:xfrm>
            <a:prstGeom prst="line">
              <a:avLst/>
            </a:prstGeom>
            <a:noFill/>
            <a:ln w="28575">
              <a:solidFill>
                <a:srgbClr val="032AA1"/>
              </a:solidFill>
              <a:round/>
              <a:headEnd type="none" w="sm" len="sm"/>
              <a:tailEnd type="none" w="sm" len="sm"/>
            </a:ln>
            <a:effectLst/>
          </p:spPr>
          <p:txBody>
            <a:bodyPr wrap="none" anchor="ctr"/>
            <a:lstStyle/>
            <a:p>
              <a:pPr fontAlgn="auto">
                <a:spcBef>
                  <a:spcPts val="0"/>
                </a:spcBef>
                <a:spcAft>
                  <a:spcPts val="0"/>
                </a:spcAft>
                <a:defRPr/>
              </a:pPr>
              <a:endParaRPr lang="en-US" sz="1800" b="0" dirty="0">
                <a:solidFill>
                  <a:srgbClr val="000000"/>
                </a:solidFill>
                <a:latin typeface="Arial"/>
              </a:endParaRPr>
            </a:p>
          </p:txBody>
        </p:sp>
        <p:sp>
          <p:nvSpPr>
            <p:cNvPr id="1033" name="Line 9"/>
            <p:cNvSpPr>
              <a:spLocks noChangeShapeType="1"/>
            </p:cNvSpPr>
            <p:nvPr userDrawn="1"/>
          </p:nvSpPr>
          <p:spPr bwMode="auto">
            <a:xfrm>
              <a:off x="1" y="741"/>
              <a:ext cx="5759" cy="0"/>
            </a:xfrm>
            <a:prstGeom prst="line">
              <a:avLst/>
            </a:prstGeom>
            <a:noFill/>
            <a:ln w="25400">
              <a:solidFill>
                <a:srgbClr val="FF3300"/>
              </a:solidFill>
              <a:round/>
              <a:headEnd type="none" w="sm" len="sm"/>
              <a:tailEnd type="none" w="sm" len="sm"/>
            </a:ln>
            <a:effectLst/>
          </p:spPr>
          <p:txBody>
            <a:bodyPr wrap="none" anchor="ctr"/>
            <a:lstStyle/>
            <a:p>
              <a:pPr fontAlgn="auto">
                <a:spcBef>
                  <a:spcPts val="0"/>
                </a:spcBef>
                <a:spcAft>
                  <a:spcPts val="0"/>
                </a:spcAft>
                <a:defRPr/>
              </a:pPr>
              <a:endParaRPr lang="en-US" sz="1800" b="0" dirty="0">
                <a:solidFill>
                  <a:srgbClr val="000000"/>
                </a:solidFill>
                <a:latin typeface="Arial"/>
              </a:endParaRPr>
            </a:p>
          </p:txBody>
        </p:sp>
      </p:grpSp>
      <p:pic>
        <p:nvPicPr>
          <p:cNvPr id="14" name="Picture 18" descr="trmc logo"/>
          <p:cNvPicPr>
            <a:picLocks noChangeAspect="1" noChangeArrowheads="1"/>
          </p:cNvPicPr>
          <p:nvPr/>
        </p:nvPicPr>
        <p:blipFill>
          <a:blip r:embed="rId8" cstate="print"/>
          <a:srcRect/>
          <a:stretch>
            <a:fillRect/>
          </a:stretch>
        </p:blipFill>
        <p:spPr bwMode="auto">
          <a:xfrm>
            <a:off x="8153400" y="76200"/>
            <a:ext cx="914400" cy="896938"/>
          </a:xfrm>
          <a:prstGeom prst="rect">
            <a:avLst/>
          </a:prstGeom>
          <a:noFill/>
          <a:ln w="9525">
            <a:noFill/>
            <a:miter lim="800000"/>
            <a:headEnd/>
            <a:tailEnd/>
          </a:ln>
        </p:spPr>
      </p:pic>
      <p:sp>
        <p:nvSpPr>
          <p:cNvPr id="16" name="Slide Number Placeholder 3"/>
          <p:cNvSpPr txBox="1">
            <a:spLocks/>
          </p:cNvSpPr>
          <p:nvPr userDrawn="1"/>
        </p:nvSpPr>
        <p:spPr>
          <a:xfrm>
            <a:off x="8610600" y="6590202"/>
            <a:ext cx="533400" cy="304800"/>
          </a:xfrm>
          <a:prstGeom prst="rect">
            <a:avLst/>
          </a:prstGeom>
        </p:spPr>
        <p:txBody>
          <a:bodyPr/>
          <a:lstStyle/>
          <a:p>
            <a:pPr algn="ctr" fontAlgn="auto">
              <a:spcBef>
                <a:spcPts val="0"/>
              </a:spcBef>
              <a:spcAft>
                <a:spcPts val="0"/>
              </a:spcAft>
              <a:defRPr/>
            </a:pPr>
            <a:fld id="{E9B72B98-299C-4F27-B4FE-02B6278FE1B0}" type="slidenum">
              <a:rPr lang="en-US" sz="1400" b="0" smtClean="0">
                <a:solidFill>
                  <a:srgbClr val="000000"/>
                </a:solidFill>
                <a:latin typeface="Arial"/>
              </a:rPr>
              <a:pPr algn="ctr" fontAlgn="auto">
                <a:spcBef>
                  <a:spcPts val="0"/>
                </a:spcBef>
                <a:spcAft>
                  <a:spcPts val="0"/>
                </a:spcAft>
                <a:defRPr/>
              </a:pPr>
              <a:t>‹#›</a:t>
            </a:fld>
            <a:endParaRPr lang="en-US" sz="1400" b="0" dirty="0">
              <a:solidFill>
                <a:srgbClr val="000000"/>
              </a:solidFill>
              <a:latin typeface="Arial"/>
            </a:endParaRPr>
          </a:p>
        </p:txBody>
      </p:sp>
    </p:spTree>
    <p:extLst>
      <p:ext uri="{BB962C8B-B14F-4D97-AF65-F5344CB8AC3E}">
        <p14:creationId xmlns:p14="http://schemas.microsoft.com/office/powerpoint/2010/main" val="1520057737"/>
      </p:ext>
    </p:extLst>
  </p:cSld>
  <p:clrMap bg1="lt1" tx1="dk1" bg2="lt2" tx2="dk2" accent1="accent1" accent2="accent2" accent3="accent3" accent4="accent4" accent5="accent5" accent6="accent6" hlink="hlink" folHlink="folHlink"/>
  <p:sldLayoutIdLst>
    <p:sldLayoutId id="2147484006" r:id="rId1"/>
    <p:sldLayoutId id="2147484007" r:id="rId2"/>
    <p:sldLayoutId id="2147484008" r:id="rId3"/>
    <p:sldLayoutId id="2147484009" r:id="rId4"/>
    <p:sldLayoutId id="2147484010" r:id="rId5"/>
  </p:sldLayoutIdLst>
  <p:timing>
    <p:tnLst>
      <p:par>
        <p:cTn id="1" dur="indefinite" restart="never" nodeType="tmRoot"/>
      </p:par>
    </p:tnLst>
  </p:timing>
  <p:hf hdr="0" ftr="0" dt="0"/>
  <p:txStyles>
    <p:titleStyle>
      <a:lvl1pPr algn="ctr" rtl="0" eaLnBrk="0" fontAlgn="base" hangingPunct="0">
        <a:lnSpc>
          <a:spcPct val="85000"/>
        </a:lnSpc>
        <a:spcBef>
          <a:spcPct val="0"/>
        </a:spcBef>
        <a:spcAft>
          <a:spcPct val="0"/>
        </a:spcAft>
        <a:defRPr sz="3200" b="1">
          <a:solidFill>
            <a:schemeClr val="tx2"/>
          </a:solidFill>
          <a:latin typeface="+mj-lt"/>
          <a:ea typeface="+mj-ea"/>
          <a:cs typeface="+mj-cs"/>
        </a:defRPr>
      </a:lvl1pPr>
      <a:lvl2pPr algn="ctr" rtl="0" eaLnBrk="0" fontAlgn="base" hangingPunct="0">
        <a:lnSpc>
          <a:spcPct val="85000"/>
        </a:lnSpc>
        <a:spcBef>
          <a:spcPct val="0"/>
        </a:spcBef>
        <a:spcAft>
          <a:spcPct val="0"/>
        </a:spcAft>
        <a:defRPr sz="3200" b="1">
          <a:solidFill>
            <a:schemeClr val="tx2"/>
          </a:solidFill>
          <a:latin typeface="Arial" charset="0"/>
        </a:defRPr>
      </a:lvl2pPr>
      <a:lvl3pPr algn="ctr" rtl="0" eaLnBrk="0" fontAlgn="base" hangingPunct="0">
        <a:lnSpc>
          <a:spcPct val="85000"/>
        </a:lnSpc>
        <a:spcBef>
          <a:spcPct val="0"/>
        </a:spcBef>
        <a:spcAft>
          <a:spcPct val="0"/>
        </a:spcAft>
        <a:defRPr sz="3200" b="1">
          <a:solidFill>
            <a:schemeClr val="tx2"/>
          </a:solidFill>
          <a:latin typeface="Arial" charset="0"/>
        </a:defRPr>
      </a:lvl3pPr>
      <a:lvl4pPr algn="ctr" rtl="0" eaLnBrk="0" fontAlgn="base" hangingPunct="0">
        <a:lnSpc>
          <a:spcPct val="85000"/>
        </a:lnSpc>
        <a:spcBef>
          <a:spcPct val="0"/>
        </a:spcBef>
        <a:spcAft>
          <a:spcPct val="0"/>
        </a:spcAft>
        <a:defRPr sz="3200" b="1">
          <a:solidFill>
            <a:schemeClr val="tx2"/>
          </a:solidFill>
          <a:latin typeface="Arial" charset="0"/>
        </a:defRPr>
      </a:lvl4pPr>
      <a:lvl5pPr algn="ctr" rtl="0" eaLnBrk="0" fontAlgn="base" hangingPunct="0">
        <a:lnSpc>
          <a:spcPct val="85000"/>
        </a:lnSpc>
        <a:spcBef>
          <a:spcPct val="0"/>
        </a:spcBef>
        <a:spcAft>
          <a:spcPct val="0"/>
        </a:spcAft>
        <a:defRPr sz="3200" b="1">
          <a:solidFill>
            <a:schemeClr val="tx2"/>
          </a:solidFill>
          <a:latin typeface="Arial" charset="0"/>
        </a:defRPr>
      </a:lvl5pPr>
      <a:lvl6pPr marL="457200" algn="ctr" rtl="0" fontAlgn="base">
        <a:lnSpc>
          <a:spcPct val="85000"/>
        </a:lnSpc>
        <a:spcBef>
          <a:spcPct val="0"/>
        </a:spcBef>
        <a:spcAft>
          <a:spcPct val="0"/>
        </a:spcAft>
        <a:defRPr sz="3200" b="1">
          <a:solidFill>
            <a:schemeClr val="tx2"/>
          </a:solidFill>
          <a:latin typeface="Arial" charset="0"/>
        </a:defRPr>
      </a:lvl6pPr>
      <a:lvl7pPr marL="914400" algn="ctr" rtl="0" fontAlgn="base">
        <a:lnSpc>
          <a:spcPct val="85000"/>
        </a:lnSpc>
        <a:spcBef>
          <a:spcPct val="0"/>
        </a:spcBef>
        <a:spcAft>
          <a:spcPct val="0"/>
        </a:spcAft>
        <a:defRPr sz="3200" b="1">
          <a:solidFill>
            <a:schemeClr val="tx2"/>
          </a:solidFill>
          <a:latin typeface="Arial" charset="0"/>
        </a:defRPr>
      </a:lvl7pPr>
      <a:lvl8pPr marL="1371600" algn="ctr" rtl="0" fontAlgn="base">
        <a:lnSpc>
          <a:spcPct val="85000"/>
        </a:lnSpc>
        <a:spcBef>
          <a:spcPct val="0"/>
        </a:spcBef>
        <a:spcAft>
          <a:spcPct val="0"/>
        </a:spcAft>
        <a:defRPr sz="3200" b="1">
          <a:solidFill>
            <a:schemeClr val="tx2"/>
          </a:solidFill>
          <a:latin typeface="Arial" charset="0"/>
        </a:defRPr>
      </a:lvl8pPr>
      <a:lvl9pPr marL="1828800" algn="ctr" rtl="0" fontAlgn="base">
        <a:lnSpc>
          <a:spcPct val="85000"/>
        </a:lnSpc>
        <a:spcBef>
          <a:spcPct val="0"/>
        </a:spcBef>
        <a:spcAft>
          <a:spcPct val="0"/>
        </a:spcAft>
        <a:defRPr sz="3200" b="1">
          <a:solidFill>
            <a:schemeClr val="tx2"/>
          </a:solidFill>
          <a:latin typeface="Arial" charset="0"/>
        </a:defRPr>
      </a:lvl9pPr>
    </p:titleStyle>
    <p:bodyStyle>
      <a:lvl1pPr marL="342900" indent="-342900" algn="l" rtl="0" eaLnBrk="0" fontAlgn="base" hangingPunct="0">
        <a:spcBef>
          <a:spcPct val="20000"/>
        </a:spcBef>
        <a:spcAft>
          <a:spcPct val="0"/>
        </a:spcAft>
        <a:buChar char="•"/>
        <a:defRPr sz="2000" b="1">
          <a:solidFill>
            <a:srgbClr val="000099"/>
          </a:solidFill>
          <a:latin typeface="+mn-lt"/>
          <a:ea typeface="+mn-ea"/>
          <a:cs typeface="+mn-cs"/>
        </a:defRPr>
      </a:lvl1pPr>
      <a:lvl2pPr marL="742950" indent="-285750" algn="l" rtl="0" eaLnBrk="0" fontAlgn="base" hangingPunct="0">
        <a:spcBef>
          <a:spcPct val="20000"/>
        </a:spcBef>
        <a:spcAft>
          <a:spcPct val="0"/>
        </a:spcAft>
        <a:buChar char="–"/>
        <a:defRPr sz="1600">
          <a:solidFill>
            <a:srgbClr val="000000"/>
          </a:solidFill>
          <a:latin typeface="+mn-lt"/>
        </a:defRPr>
      </a:lvl2pPr>
      <a:lvl3pPr marL="1143000" indent="-228600" algn="l" rtl="0" eaLnBrk="0" fontAlgn="base" hangingPunct="0">
        <a:spcBef>
          <a:spcPct val="20000"/>
        </a:spcBef>
        <a:spcAft>
          <a:spcPct val="0"/>
        </a:spcAft>
        <a:buFont typeface="Times New Roman" pitchFamily="18" charset="0"/>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1000">
          <a:solidFill>
            <a:schemeClr val="tx1"/>
          </a:solidFill>
          <a:latin typeface="+mn-lt"/>
        </a:defRPr>
      </a:lvl5pPr>
      <a:lvl6pPr marL="2514600" indent="-228600" algn="l" rtl="0" fontAlgn="base">
        <a:spcBef>
          <a:spcPct val="20000"/>
        </a:spcBef>
        <a:spcAft>
          <a:spcPct val="0"/>
        </a:spcAft>
        <a:buChar char="»"/>
        <a:defRPr sz="1000">
          <a:solidFill>
            <a:schemeClr val="tx1"/>
          </a:solidFill>
          <a:latin typeface="+mn-lt"/>
        </a:defRPr>
      </a:lvl6pPr>
      <a:lvl7pPr marL="2971800" indent="-228600" algn="l" rtl="0" fontAlgn="base">
        <a:spcBef>
          <a:spcPct val="20000"/>
        </a:spcBef>
        <a:spcAft>
          <a:spcPct val="0"/>
        </a:spcAft>
        <a:buChar char="»"/>
        <a:defRPr sz="1000">
          <a:solidFill>
            <a:schemeClr val="tx1"/>
          </a:solidFill>
          <a:latin typeface="+mn-lt"/>
        </a:defRPr>
      </a:lvl7pPr>
      <a:lvl8pPr marL="3429000" indent="-228600" algn="l" rtl="0" fontAlgn="base">
        <a:spcBef>
          <a:spcPct val="20000"/>
        </a:spcBef>
        <a:spcAft>
          <a:spcPct val="0"/>
        </a:spcAft>
        <a:buChar char="»"/>
        <a:defRPr sz="1000">
          <a:solidFill>
            <a:schemeClr val="tx1"/>
          </a:solidFill>
          <a:latin typeface="+mn-lt"/>
        </a:defRPr>
      </a:lvl8pPr>
      <a:lvl9pPr marL="3886200" indent="-228600" algn="l" rtl="0" fontAlgn="base">
        <a:spcBef>
          <a:spcPct val="20000"/>
        </a:spcBef>
        <a:spcAft>
          <a:spcPct val="0"/>
        </a:spcAft>
        <a:buChar char="»"/>
        <a:defRPr sz="1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944563" y="393700"/>
            <a:ext cx="7323137" cy="676275"/>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508000" y="1354138"/>
            <a:ext cx="8085138" cy="474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ChangeArrowheads="1"/>
          </p:cNvSpPr>
          <p:nvPr/>
        </p:nvSpPr>
        <p:spPr bwMode="auto">
          <a:xfrm>
            <a:off x="8823325" y="6642100"/>
            <a:ext cx="30797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0" hangingPunct="0"/>
            <a:fld id="{07DBA1A2-3E42-427D-80A2-0BF816DF0E16}" type="slidenum">
              <a:rPr lang="en-US" altLang="en-US" sz="800" b="0">
                <a:solidFill>
                  <a:srgbClr val="000000"/>
                </a:solidFill>
              </a:rPr>
              <a:pPr eaLnBrk="0" hangingPunct="0"/>
              <a:t>‹#›</a:t>
            </a:fld>
            <a:endParaRPr lang="en-US" altLang="en-US" sz="800" b="0">
              <a:solidFill>
                <a:srgbClr val="000000"/>
              </a:solidFill>
            </a:endParaRPr>
          </a:p>
        </p:txBody>
      </p:sp>
      <p:sp>
        <p:nvSpPr>
          <p:cNvPr id="1029" name="Line 5"/>
          <p:cNvSpPr>
            <a:spLocks noChangeShapeType="1"/>
          </p:cNvSpPr>
          <p:nvPr/>
        </p:nvSpPr>
        <p:spPr bwMode="auto">
          <a:xfrm>
            <a:off x="454025" y="1200150"/>
            <a:ext cx="8234363" cy="0"/>
          </a:xfrm>
          <a:prstGeom prst="line">
            <a:avLst/>
          </a:prstGeom>
          <a:noFill/>
          <a:ln w="508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en-US" sz="1800" b="0">
              <a:solidFill>
                <a:srgbClr val="000000"/>
              </a:solidFill>
            </a:endParaRPr>
          </a:p>
        </p:txBody>
      </p:sp>
      <p:pic>
        <p:nvPicPr>
          <p:cNvPr id="1030" name="Picture 6" descr="S&amp;T logo usin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902575" y="39688"/>
            <a:ext cx="1165225" cy="110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7" descr="TRMC DOD SEAL-small"/>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9225" y="149225"/>
            <a:ext cx="91757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871150"/>
      </p:ext>
    </p:extLst>
  </p:cSld>
  <p:clrMap bg1="lt1" tx1="dk1" bg2="lt2" tx2="dk2" accent1="accent1" accent2="accent2" accent3="accent3" accent4="accent4" accent5="accent5" accent6="accent6" hlink="hlink" folHlink="folHlink"/>
  <p:sldLayoutIdLst>
    <p:sldLayoutId id="2147484024" r:id="rId1"/>
    <p:sldLayoutId id="2147484025" r:id="rId2"/>
    <p:sldLayoutId id="2147484026" r:id="rId3"/>
    <p:sldLayoutId id="2147484027" r:id="rId4"/>
    <p:sldLayoutId id="2147484028" r:id="rId5"/>
    <p:sldLayoutId id="2147484029" r:id="rId6"/>
    <p:sldLayoutId id="2147484030" r:id="rId7"/>
    <p:sldLayoutId id="2147484031" r:id="rId8"/>
    <p:sldLayoutId id="2147484032" r:id="rId9"/>
    <p:sldLayoutId id="2147484033" r:id="rId10"/>
    <p:sldLayoutId id="2147484034" r:id="rId11"/>
  </p:sldLayoutIdLst>
  <p:txStyles>
    <p:titleStyle>
      <a:lvl1pPr algn="ctr" rtl="0" eaLnBrk="0" fontAlgn="base" hangingPunct="0">
        <a:spcBef>
          <a:spcPct val="0"/>
        </a:spcBef>
        <a:spcAft>
          <a:spcPct val="0"/>
        </a:spcAft>
        <a:defRPr sz="3200" b="1">
          <a:solidFill>
            <a:srgbClr val="000099"/>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3200" b="1">
          <a:solidFill>
            <a:srgbClr val="000099"/>
          </a:solidFill>
          <a:effectLst>
            <a:outerShdw blurRad="38100" dist="38100" dir="2700000" algn="tl">
              <a:srgbClr val="C0C0C0"/>
            </a:outerShdw>
          </a:effectLst>
          <a:latin typeface="Arial" charset="0"/>
        </a:defRPr>
      </a:lvl2pPr>
      <a:lvl3pPr algn="ctr" rtl="0" eaLnBrk="0" fontAlgn="base" hangingPunct="0">
        <a:spcBef>
          <a:spcPct val="0"/>
        </a:spcBef>
        <a:spcAft>
          <a:spcPct val="0"/>
        </a:spcAft>
        <a:defRPr sz="3200" b="1">
          <a:solidFill>
            <a:srgbClr val="000099"/>
          </a:solidFill>
          <a:effectLst>
            <a:outerShdw blurRad="38100" dist="38100" dir="2700000" algn="tl">
              <a:srgbClr val="C0C0C0"/>
            </a:outerShdw>
          </a:effectLst>
          <a:latin typeface="Arial" charset="0"/>
        </a:defRPr>
      </a:lvl3pPr>
      <a:lvl4pPr algn="ctr" rtl="0" eaLnBrk="0" fontAlgn="base" hangingPunct="0">
        <a:spcBef>
          <a:spcPct val="0"/>
        </a:spcBef>
        <a:spcAft>
          <a:spcPct val="0"/>
        </a:spcAft>
        <a:defRPr sz="3200" b="1">
          <a:solidFill>
            <a:srgbClr val="000099"/>
          </a:solidFill>
          <a:effectLst>
            <a:outerShdw blurRad="38100" dist="38100" dir="2700000" algn="tl">
              <a:srgbClr val="C0C0C0"/>
            </a:outerShdw>
          </a:effectLst>
          <a:latin typeface="Arial" charset="0"/>
        </a:defRPr>
      </a:lvl4pPr>
      <a:lvl5pPr algn="ctr" rtl="0" eaLnBrk="0" fontAlgn="base" hangingPunct="0">
        <a:spcBef>
          <a:spcPct val="0"/>
        </a:spcBef>
        <a:spcAft>
          <a:spcPct val="0"/>
        </a:spcAft>
        <a:defRPr sz="3200" b="1">
          <a:solidFill>
            <a:srgbClr val="000099"/>
          </a:solidFill>
          <a:effectLst>
            <a:outerShdw blurRad="38100" dist="38100" dir="2700000" algn="tl">
              <a:srgbClr val="C0C0C0"/>
            </a:outerShdw>
          </a:effectLst>
          <a:latin typeface="Arial" charset="0"/>
        </a:defRPr>
      </a:lvl5pPr>
      <a:lvl6pPr marL="457200" algn="ctr" rtl="0" fontAlgn="base">
        <a:spcBef>
          <a:spcPct val="0"/>
        </a:spcBef>
        <a:spcAft>
          <a:spcPct val="0"/>
        </a:spcAft>
        <a:defRPr sz="3200" b="1">
          <a:solidFill>
            <a:srgbClr val="000099"/>
          </a:solidFill>
          <a:effectLst>
            <a:outerShdw blurRad="38100" dist="38100" dir="2700000" algn="tl">
              <a:srgbClr val="C0C0C0"/>
            </a:outerShdw>
          </a:effectLst>
          <a:latin typeface="Arial" charset="0"/>
        </a:defRPr>
      </a:lvl6pPr>
      <a:lvl7pPr marL="914400" algn="ctr" rtl="0" fontAlgn="base">
        <a:spcBef>
          <a:spcPct val="0"/>
        </a:spcBef>
        <a:spcAft>
          <a:spcPct val="0"/>
        </a:spcAft>
        <a:defRPr sz="3200" b="1">
          <a:solidFill>
            <a:srgbClr val="000099"/>
          </a:solidFill>
          <a:effectLst>
            <a:outerShdw blurRad="38100" dist="38100" dir="2700000" algn="tl">
              <a:srgbClr val="C0C0C0"/>
            </a:outerShdw>
          </a:effectLst>
          <a:latin typeface="Arial" charset="0"/>
        </a:defRPr>
      </a:lvl7pPr>
      <a:lvl8pPr marL="1371600" algn="ctr" rtl="0" fontAlgn="base">
        <a:spcBef>
          <a:spcPct val="0"/>
        </a:spcBef>
        <a:spcAft>
          <a:spcPct val="0"/>
        </a:spcAft>
        <a:defRPr sz="3200" b="1">
          <a:solidFill>
            <a:srgbClr val="000099"/>
          </a:solidFill>
          <a:effectLst>
            <a:outerShdw blurRad="38100" dist="38100" dir="2700000" algn="tl">
              <a:srgbClr val="C0C0C0"/>
            </a:outerShdw>
          </a:effectLst>
          <a:latin typeface="Arial" charset="0"/>
        </a:defRPr>
      </a:lvl8pPr>
      <a:lvl9pPr marL="1828800" algn="ctr" rtl="0" fontAlgn="base">
        <a:spcBef>
          <a:spcPct val="0"/>
        </a:spcBef>
        <a:spcAft>
          <a:spcPct val="0"/>
        </a:spcAft>
        <a:defRPr sz="3200" b="1">
          <a:solidFill>
            <a:srgbClr val="000099"/>
          </a:solidFill>
          <a:effectLst>
            <a:outerShdw blurRad="38100" dist="38100" dir="2700000" algn="tl">
              <a:srgbClr val="C0C0C0"/>
            </a:outerShdw>
          </a:effectLst>
          <a:latin typeface="Arial" charset="0"/>
        </a:defRPr>
      </a:lvl9pPr>
    </p:titleStyle>
    <p:bodyStyle>
      <a:lvl1pPr marL="342900" indent="-342900" algn="l" rtl="0" eaLnBrk="0" fontAlgn="base" hangingPunct="0">
        <a:spcBef>
          <a:spcPct val="20000"/>
        </a:spcBef>
        <a:spcAft>
          <a:spcPct val="0"/>
        </a:spcAft>
        <a:buSzPct val="100000"/>
        <a:buFont typeface="Wingdings" pitchFamily="2" charset="2"/>
        <a:buChar char="l"/>
        <a:defRPr sz="24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Char char="–"/>
        <a:defRPr sz="2000">
          <a:solidFill>
            <a:schemeClr val="tx1"/>
          </a:solidFill>
          <a:latin typeface="+mn-lt"/>
        </a:defRPr>
      </a:lvl2pPr>
      <a:lvl3pPr marL="1143000" indent="-228600" algn="l" rtl="0" eaLnBrk="0" fontAlgn="base" hangingPunct="0">
        <a:spcBef>
          <a:spcPct val="20000"/>
        </a:spcBef>
        <a:spcAft>
          <a:spcPct val="0"/>
        </a:spcAft>
        <a:buSzPct val="100000"/>
        <a:buChar char="–"/>
        <a:defRPr>
          <a:solidFill>
            <a:schemeClr val="tx1"/>
          </a:solidFill>
          <a:latin typeface="+mn-lt"/>
        </a:defRPr>
      </a:lvl3pPr>
      <a:lvl4pPr marL="1600200" indent="-228600" algn="l" rtl="0" eaLnBrk="0" fontAlgn="base" hangingPunct="0">
        <a:spcBef>
          <a:spcPct val="20000"/>
        </a:spcBef>
        <a:spcAft>
          <a:spcPct val="0"/>
        </a:spcAft>
        <a:buSzPct val="100000"/>
        <a:buChar char="–"/>
        <a:defRPr sz="1600">
          <a:solidFill>
            <a:schemeClr val="tx1"/>
          </a:solidFill>
          <a:latin typeface="+mn-lt"/>
        </a:defRPr>
      </a:lvl4pPr>
      <a:lvl5pPr marL="2057400" indent="-228600" algn="l" rtl="0" eaLnBrk="0" fontAlgn="base" hangingPunct="0">
        <a:spcBef>
          <a:spcPct val="20000"/>
        </a:spcBef>
        <a:spcAft>
          <a:spcPct val="0"/>
        </a:spcAft>
        <a:buSzPct val="100000"/>
        <a:buChar char="–"/>
        <a:defRPr sz="1400">
          <a:solidFill>
            <a:schemeClr val="tx1"/>
          </a:solidFill>
          <a:latin typeface="+mn-lt"/>
        </a:defRPr>
      </a:lvl5pPr>
      <a:lvl6pPr marL="2514600" indent="-228600" algn="l" rtl="0" fontAlgn="base">
        <a:spcBef>
          <a:spcPct val="20000"/>
        </a:spcBef>
        <a:spcAft>
          <a:spcPct val="0"/>
        </a:spcAft>
        <a:buSzPct val="100000"/>
        <a:buChar char="–"/>
        <a:defRPr sz="1400">
          <a:solidFill>
            <a:schemeClr val="tx1"/>
          </a:solidFill>
          <a:latin typeface="+mn-lt"/>
        </a:defRPr>
      </a:lvl6pPr>
      <a:lvl7pPr marL="2971800" indent="-228600" algn="l" rtl="0" fontAlgn="base">
        <a:spcBef>
          <a:spcPct val="20000"/>
        </a:spcBef>
        <a:spcAft>
          <a:spcPct val="0"/>
        </a:spcAft>
        <a:buSzPct val="100000"/>
        <a:buChar char="–"/>
        <a:defRPr sz="1400">
          <a:solidFill>
            <a:schemeClr val="tx1"/>
          </a:solidFill>
          <a:latin typeface="+mn-lt"/>
        </a:defRPr>
      </a:lvl7pPr>
      <a:lvl8pPr marL="3429000" indent="-228600" algn="l" rtl="0" fontAlgn="base">
        <a:spcBef>
          <a:spcPct val="20000"/>
        </a:spcBef>
        <a:spcAft>
          <a:spcPct val="0"/>
        </a:spcAft>
        <a:buSzPct val="100000"/>
        <a:buChar char="–"/>
        <a:defRPr sz="1400">
          <a:solidFill>
            <a:schemeClr val="tx1"/>
          </a:solidFill>
          <a:latin typeface="+mn-lt"/>
        </a:defRPr>
      </a:lvl8pPr>
      <a:lvl9pPr marL="3886200" indent="-228600" algn="l" rtl="0" fontAlgn="base">
        <a:spcBef>
          <a:spcPct val="20000"/>
        </a:spcBef>
        <a:spcAft>
          <a:spcPct val="0"/>
        </a:spcAft>
        <a:buSzPct val="10000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15.xml"/><Relationship Id="rId1" Type="http://schemas.openxmlformats.org/officeDocument/2006/relationships/vmlDrawing" Target="../drawings/vmlDrawing1.vml"/><Relationship Id="rId6" Type="http://schemas.openxmlformats.org/officeDocument/2006/relationships/image" Target="../media/image39.png"/><Relationship Id="rId5" Type="http://schemas.openxmlformats.org/officeDocument/2006/relationships/image" Target="../media/image38.emf"/><Relationship Id="rId4" Type="http://schemas.openxmlformats.org/officeDocument/2006/relationships/oleObject" Target="../embeddings/oleObject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90600" y="76200"/>
            <a:ext cx="7323138" cy="981075"/>
          </a:xfrm>
        </p:spPr>
        <p:txBody>
          <a:bodyPr/>
          <a:lstStyle/>
          <a:p>
            <a:pPr eaLnBrk="1" hangingPunct="1">
              <a:defRPr/>
            </a:pPr>
            <a:r>
              <a:rPr lang="en-US" sz="2800" dirty="0" smtClean="0"/>
              <a:t>Project Name </a:t>
            </a:r>
            <a:br>
              <a:rPr lang="en-US" sz="2800" dirty="0" smtClean="0"/>
            </a:br>
            <a:r>
              <a:rPr lang="en-US" sz="2800" dirty="0" smtClean="0"/>
              <a:t>(Project Acronym) </a:t>
            </a:r>
          </a:p>
        </p:txBody>
      </p:sp>
      <p:graphicFrame>
        <p:nvGraphicFramePr>
          <p:cNvPr id="3075" name="Object 3"/>
          <p:cNvGraphicFramePr>
            <a:graphicFrameLocks noGrp="1" noChangeAspect="1"/>
          </p:cNvGraphicFramePr>
          <p:nvPr>
            <p:ph sz="half" idx="2"/>
            <p:extLst>
              <p:ext uri="{D42A27DB-BD31-4B8C-83A1-F6EECF244321}">
                <p14:modId xmlns:p14="http://schemas.microsoft.com/office/powerpoint/2010/main" val="3017327303"/>
              </p:ext>
            </p:extLst>
          </p:nvPr>
        </p:nvGraphicFramePr>
        <p:xfrm>
          <a:off x="4653874" y="4901517"/>
          <a:ext cx="4433590" cy="1416833"/>
        </p:xfrm>
        <a:graphic>
          <a:graphicData uri="http://schemas.openxmlformats.org/presentationml/2006/ole">
            <mc:AlternateContent xmlns:mc="http://schemas.openxmlformats.org/markup-compatibility/2006">
              <mc:Choice xmlns:v="urn:schemas-microsoft-com:vml" Requires="v">
                <p:oleObj spid="_x0000_s222220" name="Worksheet" r:id="rId4" imgW="5991338" imgH="1914639" progId="Excel.Sheet.8">
                  <p:embed/>
                </p:oleObj>
              </mc:Choice>
              <mc:Fallback>
                <p:oleObj name="Worksheet" r:id="rId4" imgW="5991338" imgH="1914639" progId="Excel.Sheet.8">
                  <p:embed/>
                  <p:pic>
                    <p:nvPicPr>
                      <p:cNvPr id="0" name=""/>
                      <p:cNvPicPr>
                        <a:picLocks noGrp="1" noChangeAspect="1" noChangeArrowheads="1"/>
                      </p:cNvPicPr>
                      <p:nvPr/>
                    </p:nvPicPr>
                    <p:blipFill>
                      <a:blip r:embed="rId5"/>
                      <a:srcRect/>
                      <a:stretch>
                        <a:fillRect/>
                      </a:stretch>
                    </p:blipFill>
                    <p:spPr bwMode="auto">
                      <a:xfrm>
                        <a:off x="4653874" y="4901517"/>
                        <a:ext cx="4433590" cy="1416833"/>
                      </a:xfrm>
                      <a:prstGeom prst="rect">
                        <a:avLst/>
                      </a:prstGeom>
                      <a:solidFill>
                        <a:schemeClr val="bg1"/>
                      </a:solidFill>
                      <a:ln>
                        <a:noFill/>
                      </a:ln>
                      <a:effectLst/>
                    </p:spPr>
                  </p:pic>
                </p:oleObj>
              </mc:Fallback>
            </mc:AlternateContent>
          </a:graphicData>
        </a:graphic>
      </p:graphicFrame>
      <p:sp>
        <p:nvSpPr>
          <p:cNvPr id="3076" name="Line 4"/>
          <p:cNvSpPr>
            <a:spLocks noChangeShapeType="1"/>
          </p:cNvSpPr>
          <p:nvPr/>
        </p:nvSpPr>
        <p:spPr bwMode="auto">
          <a:xfrm>
            <a:off x="0" y="4038600"/>
            <a:ext cx="9144000" cy="0"/>
          </a:xfrm>
          <a:prstGeom prst="line">
            <a:avLst/>
          </a:prstGeom>
          <a:noFill/>
          <a:ln w="12700" cap="rnd">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pPr eaLnBrk="0" hangingPunct="0"/>
            <a:endParaRPr lang="en-US" sz="1800" b="0">
              <a:solidFill>
                <a:srgbClr val="000000"/>
              </a:solidFill>
            </a:endParaRPr>
          </a:p>
        </p:txBody>
      </p:sp>
      <p:sp>
        <p:nvSpPr>
          <p:cNvPr id="3077" name="Line 5"/>
          <p:cNvSpPr>
            <a:spLocks noChangeShapeType="1"/>
          </p:cNvSpPr>
          <p:nvPr/>
        </p:nvSpPr>
        <p:spPr bwMode="auto">
          <a:xfrm>
            <a:off x="4572000" y="1219200"/>
            <a:ext cx="0" cy="5638800"/>
          </a:xfrm>
          <a:prstGeom prst="line">
            <a:avLst/>
          </a:prstGeom>
          <a:noFill/>
          <a:ln w="12700" cap="rnd">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pPr eaLnBrk="0" hangingPunct="0"/>
            <a:endParaRPr lang="en-US" sz="1800" b="0">
              <a:solidFill>
                <a:srgbClr val="000000"/>
              </a:solidFill>
            </a:endParaRPr>
          </a:p>
        </p:txBody>
      </p:sp>
      <p:sp>
        <p:nvSpPr>
          <p:cNvPr id="7175" name="Rectangle 7"/>
          <p:cNvSpPr>
            <a:spLocks noChangeArrowheads="1"/>
          </p:cNvSpPr>
          <p:nvPr/>
        </p:nvSpPr>
        <p:spPr bwMode="auto">
          <a:xfrm>
            <a:off x="4572000" y="3964725"/>
            <a:ext cx="4572000" cy="307777"/>
          </a:xfrm>
          <a:prstGeom prst="rect">
            <a:avLst/>
          </a:prstGeom>
          <a:noFill/>
          <a:ln w="12700" cap="rnd" algn="ctr">
            <a:noFill/>
            <a:miter lim="800000"/>
            <a:headEnd/>
            <a:tailEnd/>
          </a:ln>
          <a:effectLst/>
        </p:spPr>
        <p:txBody>
          <a:bodyPr wrap="square">
            <a:spAutoFit/>
          </a:bodyPr>
          <a:lstStyle/>
          <a:p>
            <a:pPr algn="ctr" eaLnBrk="0" hangingPunct="0">
              <a:spcBef>
                <a:spcPct val="20000"/>
              </a:spcBef>
              <a:buSzPct val="100000"/>
              <a:buFont typeface="Wingdings" pitchFamily="2" charset="2"/>
              <a:buNone/>
              <a:defRPr/>
            </a:pPr>
            <a:r>
              <a:rPr lang="en-US" sz="1400" dirty="0" smtClean="0">
                <a:solidFill>
                  <a:srgbClr val="0000CC"/>
                </a:solidFill>
              </a:rPr>
              <a:t>Programmatic Information</a:t>
            </a:r>
            <a:endParaRPr lang="en-US" sz="1400" dirty="0">
              <a:solidFill>
                <a:srgbClr val="0000CC"/>
              </a:solidFill>
            </a:endParaRPr>
          </a:p>
        </p:txBody>
      </p:sp>
      <p:sp>
        <p:nvSpPr>
          <p:cNvPr id="7177" name="Rectangle 9"/>
          <p:cNvSpPr>
            <a:spLocks noChangeArrowheads="1"/>
          </p:cNvSpPr>
          <p:nvPr/>
        </p:nvSpPr>
        <p:spPr bwMode="auto">
          <a:xfrm>
            <a:off x="169863" y="1477471"/>
            <a:ext cx="4402138" cy="2254841"/>
          </a:xfrm>
          <a:prstGeom prst="rect">
            <a:avLst/>
          </a:prstGeom>
          <a:noFill/>
          <a:ln w="12700" cap="rnd">
            <a:noFill/>
            <a:miter lim="800000"/>
            <a:headEnd type="none" w="sm" len="sm"/>
            <a:tailEnd type="none" w="sm" len="sm"/>
          </a:ln>
          <a:effectLst/>
        </p:spPr>
        <p:txBody>
          <a:bodyPr anchor="t" anchorCtr="0">
            <a:noAutofit/>
          </a:bodyPr>
          <a:lstStyle/>
          <a:p>
            <a:pPr eaLnBrk="0" hangingPunct="0">
              <a:defRPr/>
            </a:pPr>
            <a:r>
              <a:rPr lang="en-US" sz="1400" b="0" dirty="0" smtClean="0">
                <a:solidFill>
                  <a:srgbClr val="000000"/>
                </a:solidFill>
              </a:rPr>
              <a:t>{Provide a description of the technology, either in paragraph or in bullets. Include pictures or drawings in this section if it helps describe the </a:t>
            </a:r>
            <a:r>
              <a:rPr lang="en-US" sz="1400" b="0" smtClean="0">
                <a:solidFill>
                  <a:srgbClr val="000000"/>
                </a:solidFill>
              </a:rPr>
              <a:t>technology</a:t>
            </a:r>
            <a:r>
              <a:rPr lang="en-US" sz="1400" b="0" smtClean="0">
                <a:solidFill>
                  <a:srgbClr val="000000"/>
                </a:solidFill>
              </a:rPr>
              <a:t>} </a:t>
            </a:r>
            <a:endParaRPr lang="en-US" sz="1600" b="0" dirty="0">
              <a:solidFill>
                <a:srgbClr val="000000"/>
              </a:solidFill>
            </a:endParaRPr>
          </a:p>
        </p:txBody>
      </p:sp>
      <p:sp>
        <p:nvSpPr>
          <p:cNvPr id="3" name="TextBox 2"/>
          <p:cNvSpPr txBox="1"/>
          <p:nvPr/>
        </p:nvSpPr>
        <p:spPr>
          <a:xfrm>
            <a:off x="4648200" y="4213605"/>
            <a:ext cx="4381500" cy="438150"/>
          </a:xfrm>
          <a:prstGeom prst="rect">
            <a:avLst/>
          </a:prstGeom>
          <a:noFill/>
        </p:spPr>
        <p:txBody>
          <a:bodyPr wrap="none" lIns="0" tIns="0" rIns="0" bIns="0" rtlCol="0">
            <a:noAutofit/>
          </a:bodyPr>
          <a:lstStyle/>
          <a:p>
            <a:pPr eaLnBrk="0" hangingPunct="0"/>
            <a:r>
              <a:rPr lang="en-US" sz="1000" dirty="0" smtClean="0">
                <a:solidFill>
                  <a:srgbClr val="000000"/>
                </a:solidFill>
              </a:rPr>
              <a:t>Prime Performer</a:t>
            </a:r>
            <a:r>
              <a:rPr lang="en-US" sz="1000" b="0" dirty="0" smtClean="0">
                <a:solidFill>
                  <a:srgbClr val="000000"/>
                </a:solidFill>
              </a:rPr>
              <a:t>: {Organization (Location)}</a:t>
            </a:r>
          </a:p>
          <a:p>
            <a:pPr marL="990600" indent="-990600" eaLnBrk="0" hangingPunct="0"/>
            <a:r>
              <a:rPr lang="en-US" sz="1000" dirty="0" smtClean="0">
                <a:solidFill>
                  <a:srgbClr val="000000"/>
                </a:solidFill>
              </a:rPr>
              <a:t>Subcontractors:	</a:t>
            </a:r>
            <a:r>
              <a:rPr lang="en-US" sz="1000" b="0" dirty="0" smtClean="0">
                <a:solidFill>
                  <a:srgbClr val="000000"/>
                </a:solidFill>
              </a:rPr>
              <a:t>Organization 1 (Location1); Organization 2 (Location 2);</a:t>
            </a:r>
            <a:br>
              <a:rPr lang="en-US" sz="1000" b="0" dirty="0" smtClean="0">
                <a:solidFill>
                  <a:srgbClr val="000000"/>
                </a:solidFill>
              </a:rPr>
            </a:br>
            <a:r>
              <a:rPr lang="en-US" sz="1000" b="0" dirty="0" smtClean="0">
                <a:solidFill>
                  <a:srgbClr val="000000"/>
                </a:solidFill>
              </a:rPr>
              <a:t>Organization 3 (Location 3); etc.</a:t>
            </a:r>
            <a:endParaRPr lang="en-US" sz="1000" b="0" dirty="0">
              <a:solidFill>
                <a:srgbClr val="000000"/>
              </a:solidFill>
            </a:endParaRPr>
          </a:p>
        </p:txBody>
      </p:sp>
      <p:sp>
        <p:nvSpPr>
          <p:cNvPr id="18" name="Rectangle 7"/>
          <p:cNvSpPr>
            <a:spLocks noChangeArrowheads="1"/>
          </p:cNvSpPr>
          <p:nvPr/>
        </p:nvSpPr>
        <p:spPr bwMode="auto">
          <a:xfrm>
            <a:off x="4552950" y="1219200"/>
            <a:ext cx="4572000" cy="461665"/>
          </a:xfrm>
          <a:prstGeom prst="rect">
            <a:avLst/>
          </a:prstGeom>
          <a:noFill/>
          <a:ln w="12700" cap="rnd" algn="ctr">
            <a:noFill/>
            <a:miter lim="800000"/>
            <a:headEnd/>
            <a:tailEnd/>
          </a:ln>
          <a:effectLst/>
        </p:spPr>
        <p:txBody>
          <a:bodyPr wrap="square">
            <a:spAutoFit/>
          </a:bodyPr>
          <a:lstStyle/>
          <a:p>
            <a:pPr eaLnBrk="0" hangingPunct="0">
              <a:spcBef>
                <a:spcPct val="20000"/>
              </a:spcBef>
              <a:buSzPct val="100000"/>
              <a:buFont typeface="Wingdings" pitchFamily="2" charset="2"/>
              <a:buNone/>
              <a:defRPr/>
            </a:pPr>
            <a:r>
              <a:rPr lang="en-US" sz="1200" dirty="0" smtClean="0">
                <a:solidFill>
                  <a:srgbClr val="0000CC"/>
                </a:solidFill>
              </a:rPr>
              <a:t>T&amp;E Need:</a:t>
            </a:r>
            <a:r>
              <a:rPr lang="en-US" sz="1200" dirty="0" smtClean="0">
                <a:solidFill>
                  <a:srgbClr val="000000"/>
                </a:solidFill>
              </a:rPr>
              <a:t> </a:t>
            </a:r>
            <a:r>
              <a:rPr lang="en-US" sz="1200" b="0" dirty="0" smtClean="0">
                <a:solidFill>
                  <a:srgbClr val="000000"/>
                </a:solidFill>
              </a:rPr>
              <a:t>Provide a short/</a:t>
            </a:r>
            <a:r>
              <a:rPr lang="en-US" sz="1200" b="0" dirty="0" err="1" smtClean="0">
                <a:solidFill>
                  <a:srgbClr val="000000"/>
                </a:solidFill>
              </a:rPr>
              <a:t>bulletized</a:t>
            </a:r>
            <a:r>
              <a:rPr lang="en-US" sz="1200" b="0" dirty="0" smtClean="0">
                <a:solidFill>
                  <a:srgbClr val="000000"/>
                </a:solidFill>
              </a:rPr>
              <a:t> description of T&amp;E need being addressed.</a:t>
            </a:r>
            <a:r>
              <a:rPr lang="en-US" sz="1200" dirty="0" smtClean="0">
                <a:solidFill>
                  <a:srgbClr val="000000"/>
                </a:solidFill>
              </a:rPr>
              <a:t> </a:t>
            </a:r>
            <a:endParaRPr lang="en-US" sz="1200" dirty="0">
              <a:solidFill>
                <a:srgbClr val="000000"/>
              </a:solidFill>
            </a:endParaRPr>
          </a:p>
        </p:txBody>
      </p:sp>
      <p:sp>
        <p:nvSpPr>
          <p:cNvPr id="26" name="Rectangle 7"/>
          <p:cNvSpPr>
            <a:spLocks noChangeArrowheads="1"/>
          </p:cNvSpPr>
          <p:nvPr/>
        </p:nvSpPr>
        <p:spPr bwMode="auto">
          <a:xfrm>
            <a:off x="4584393" y="6324679"/>
            <a:ext cx="1662111" cy="276999"/>
          </a:xfrm>
          <a:prstGeom prst="rect">
            <a:avLst/>
          </a:prstGeom>
          <a:noFill/>
          <a:ln w="12700" cap="rnd" algn="ctr">
            <a:noFill/>
            <a:miter lim="800000"/>
            <a:headEnd/>
            <a:tailEnd/>
          </a:ln>
          <a:effectLst/>
        </p:spPr>
        <p:txBody>
          <a:bodyPr wrap="none" lIns="45720" rIns="45720" anchor="ctr" anchorCtr="0">
            <a:noAutofit/>
          </a:bodyPr>
          <a:lstStyle/>
          <a:p>
            <a:pPr eaLnBrk="0" hangingPunct="0">
              <a:spcBef>
                <a:spcPct val="20000"/>
              </a:spcBef>
              <a:buSzPct val="100000"/>
              <a:buFont typeface="Wingdings" pitchFamily="2" charset="2"/>
              <a:buNone/>
              <a:defRPr/>
            </a:pPr>
            <a:r>
              <a:rPr lang="en-US" sz="1200" dirty="0">
                <a:solidFill>
                  <a:srgbClr val="0000CC"/>
                </a:solidFill>
              </a:rPr>
              <a:t>Transition </a:t>
            </a:r>
            <a:r>
              <a:rPr lang="en-US" sz="1200" dirty="0" smtClean="0">
                <a:solidFill>
                  <a:srgbClr val="0000CC"/>
                </a:solidFill>
              </a:rPr>
              <a:t>Partner(s):</a:t>
            </a:r>
            <a:endParaRPr lang="en-US" sz="1200" dirty="0">
              <a:solidFill>
                <a:srgbClr val="0000CC"/>
              </a:solidFill>
            </a:endParaRPr>
          </a:p>
        </p:txBody>
      </p:sp>
      <p:sp>
        <p:nvSpPr>
          <p:cNvPr id="28" name="Rectangle 7"/>
          <p:cNvSpPr>
            <a:spLocks noChangeArrowheads="1"/>
          </p:cNvSpPr>
          <p:nvPr/>
        </p:nvSpPr>
        <p:spPr bwMode="auto">
          <a:xfrm>
            <a:off x="0" y="1219200"/>
            <a:ext cx="4572000" cy="307777"/>
          </a:xfrm>
          <a:prstGeom prst="rect">
            <a:avLst/>
          </a:prstGeom>
          <a:noFill/>
          <a:ln w="12700" cap="rnd" algn="ctr">
            <a:noFill/>
            <a:miter lim="800000"/>
            <a:headEnd/>
            <a:tailEnd/>
          </a:ln>
          <a:effectLst/>
        </p:spPr>
        <p:txBody>
          <a:bodyPr wrap="square">
            <a:spAutoFit/>
          </a:bodyPr>
          <a:lstStyle/>
          <a:p>
            <a:pPr algn="ctr" eaLnBrk="0" hangingPunct="0">
              <a:spcBef>
                <a:spcPct val="20000"/>
              </a:spcBef>
              <a:buSzPct val="100000"/>
              <a:buFont typeface="Wingdings" pitchFamily="2" charset="2"/>
              <a:buNone/>
            </a:pPr>
            <a:r>
              <a:rPr lang="en-US" sz="1400" dirty="0">
                <a:solidFill>
                  <a:srgbClr val="0000CC"/>
                </a:solidFill>
              </a:rPr>
              <a:t>Description</a:t>
            </a:r>
          </a:p>
        </p:txBody>
      </p:sp>
      <p:sp>
        <p:nvSpPr>
          <p:cNvPr id="29" name="Rectangle 7"/>
          <p:cNvSpPr>
            <a:spLocks noChangeArrowheads="1"/>
          </p:cNvSpPr>
          <p:nvPr/>
        </p:nvSpPr>
        <p:spPr bwMode="auto">
          <a:xfrm>
            <a:off x="0" y="4040846"/>
            <a:ext cx="4572000" cy="307777"/>
          </a:xfrm>
          <a:prstGeom prst="rect">
            <a:avLst/>
          </a:prstGeom>
          <a:noFill/>
          <a:ln w="12700" cap="rnd" algn="ctr">
            <a:noFill/>
            <a:miter lim="800000"/>
            <a:headEnd/>
            <a:tailEnd/>
          </a:ln>
          <a:effectLst/>
        </p:spPr>
        <p:txBody>
          <a:bodyPr wrap="square">
            <a:spAutoFit/>
          </a:bodyPr>
          <a:lstStyle/>
          <a:p>
            <a:pPr algn="ctr" eaLnBrk="0" hangingPunct="0">
              <a:spcBef>
                <a:spcPct val="20000"/>
              </a:spcBef>
              <a:buSzPct val="100000"/>
              <a:buFont typeface="Wingdings" pitchFamily="2" charset="2"/>
              <a:buNone/>
            </a:pPr>
            <a:r>
              <a:rPr lang="en-US" sz="1400" dirty="0">
                <a:solidFill>
                  <a:srgbClr val="0000CC"/>
                </a:solidFill>
              </a:rPr>
              <a:t>Project Plan (Major </a:t>
            </a:r>
            <a:r>
              <a:rPr lang="en-US" sz="1400" dirty="0" smtClean="0">
                <a:solidFill>
                  <a:srgbClr val="0000CC"/>
                </a:solidFill>
              </a:rPr>
              <a:t>Tasks by Stages)</a:t>
            </a:r>
            <a:endParaRPr lang="en-US" sz="1400" dirty="0">
              <a:solidFill>
                <a:srgbClr val="0000CC"/>
              </a:solidFill>
            </a:endParaRPr>
          </a:p>
        </p:txBody>
      </p:sp>
      <p:sp>
        <p:nvSpPr>
          <p:cNvPr id="36" name="Rectangle 7"/>
          <p:cNvSpPr>
            <a:spLocks noChangeArrowheads="1"/>
          </p:cNvSpPr>
          <p:nvPr/>
        </p:nvSpPr>
        <p:spPr bwMode="auto">
          <a:xfrm>
            <a:off x="4552950" y="2677294"/>
            <a:ext cx="4572000" cy="461665"/>
          </a:xfrm>
          <a:prstGeom prst="rect">
            <a:avLst/>
          </a:prstGeom>
          <a:noFill/>
          <a:ln w="12700" cap="rnd" algn="ctr">
            <a:noFill/>
            <a:miter lim="800000"/>
            <a:headEnd/>
            <a:tailEnd/>
          </a:ln>
          <a:effectLst/>
        </p:spPr>
        <p:txBody>
          <a:bodyPr wrap="square">
            <a:spAutoFit/>
          </a:bodyPr>
          <a:lstStyle/>
          <a:p>
            <a:pPr eaLnBrk="0" hangingPunct="0">
              <a:spcBef>
                <a:spcPct val="20000"/>
              </a:spcBef>
              <a:buSzPct val="100000"/>
              <a:buFont typeface="Wingdings" pitchFamily="2" charset="2"/>
              <a:buNone/>
              <a:defRPr/>
            </a:pPr>
            <a:r>
              <a:rPr lang="en-US" sz="1200" dirty="0" smtClean="0">
                <a:solidFill>
                  <a:srgbClr val="0000CC"/>
                </a:solidFill>
              </a:rPr>
              <a:t>S&amp;T Challenges:</a:t>
            </a:r>
            <a:r>
              <a:rPr lang="en-US" sz="1200" dirty="0" smtClean="0">
                <a:solidFill>
                  <a:srgbClr val="000000"/>
                </a:solidFill>
              </a:rPr>
              <a:t> </a:t>
            </a:r>
            <a:r>
              <a:rPr lang="en-US" sz="1200" b="0" dirty="0" smtClean="0">
                <a:solidFill>
                  <a:srgbClr val="000000"/>
                </a:solidFill>
              </a:rPr>
              <a:t>Provide short/</a:t>
            </a:r>
            <a:r>
              <a:rPr lang="en-US" sz="1200" b="0" dirty="0" err="1" smtClean="0">
                <a:solidFill>
                  <a:srgbClr val="000000"/>
                </a:solidFill>
              </a:rPr>
              <a:t>bulletized</a:t>
            </a:r>
            <a:r>
              <a:rPr lang="en-US" sz="1200" b="0" dirty="0" smtClean="0">
                <a:solidFill>
                  <a:srgbClr val="000000"/>
                </a:solidFill>
              </a:rPr>
              <a:t> description of S&amp;T challenges.</a:t>
            </a:r>
            <a:r>
              <a:rPr lang="en-US" sz="1200" dirty="0" smtClean="0">
                <a:solidFill>
                  <a:srgbClr val="000000"/>
                </a:solidFill>
              </a:rPr>
              <a:t> </a:t>
            </a:r>
            <a:endParaRPr lang="en-US" sz="1200" dirty="0">
              <a:solidFill>
                <a:srgbClr val="000000"/>
              </a:solidFill>
            </a:endParaRPr>
          </a:p>
        </p:txBody>
      </p:sp>
      <p:sp>
        <p:nvSpPr>
          <p:cNvPr id="37" name="Rectangle 7"/>
          <p:cNvSpPr>
            <a:spLocks noChangeArrowheads="1"/>
          </p:cNvSpPr>
          <p:nvPr/>
        </p:nvSpPr>
        <p:spPr bwMode="auto">
          <a:xfrm>
            <a:off x="4552950" y="1948247"/>
            <a:ext cx="4572000" cy="461665"/>
          </a:xfrm>
          <a:prstGeom prst="rect">
            <a:avLst/>
          </a:prstGeom>
          <a:noFill/>
          <a:ln w="12700" cap="rnd" algn="ctr">
            <a:noFill/>
            <a:miter lim="800000"/>
            <a:headEnd/>
            <a:tailEnd/>
          </a:ln>
          <a:effectLst/>
        </p:spPr>
        <p:txBody>
          <a:bodyPr wrap="square">
            <a:spAutoFit/>
          </a:bodyPr>
          <a:lstStyle/>
          <a:p>
            <a:pPr eaLnBrk="0" hangingPunct="0">
              <a:spcBef>
                <a:spcPct val="20000"/>
              </a:spcBef>
              <a:buSzPct val="100000"/>
              <a:buFont typeface="Wingdings" pitchFamily="2" charset="2"/>
              <a:buNone/>
              <a:defRPr/>
            </a:pPr>
            <a:r>
              <a:rPr lang="en-US" sz="1200" dirty="0" smtClean="0">
                <a:solidFill>
                  <a:srgbClr val="0000CC"/>
                </a:solidFill>
              </a:rPr>
              <a:t>Enables:</a:t>
            </a:r>
            <a:r>
              <a:rPr lang="en-US" sz="1200" dirty="0" smtClean="0">
                <a:solidFill>
                  <a:srgbClr val="000000"/>
                </a:solidFill>
              </a:rPr>
              <a:t> </a:t>
            </a:r>
            <a:r>
              <a:rPr lang="en-US" sz="1200" b="0" dirty="0" smtClean="0">
                <a:solidFill>
                  <a:srgbClr val="000000"/>
                </a:solidFill>
              </a:rPr>
              <a:t>Provide short/</a:t>
            </a:r>
            <a:r>
              <a:rPr lang="en-US" sz="1200" b="0" dirty="0" err="1" smtClean="0">
                <a:solidFill>
                  <a:srgbClr val="000000"/>
                </a:solidFill>
              </a:rPr>
              <a:t>bulletized</a:t>
            </a:r>
            <a:r>
              <a:rPr lang="en-US" sz="1200" b="0" dirty="0" smtClean="0">
                <a:solidFill>
                  <a:srgbClr val="000000"/>
                </a:solidFill>
              </a:rPr>
              <a:t> description of what this technology will enable.</a:t>
            </a:r>
            <a:r>
              <a:rPr lang="en-US" sz="1200" dirty="0" smtClean="0">
                <a:solidFill>
                  <a:srgbClr val="000000"/>
                </a:solidFill>
              </a:rPr>
              <a:t> </a:t>
            </a:r>
            <a:endParaRPr lang="en-US" sz="1200" dirty="0">
              <a:solidFill>
                <a:srgbClr val="000000"/>
              </a:solidFill>
            </a:endParaRPr>
          </a:p>
        </p:txBody>
      </p:sp>
      <p:sp>
        <p:nvSpPr>
          <p:cNvPr id="38" name="Rectangle 7"/>
          <p:cNvSpPr>
            <a:spLocks noChangeArrowheads="1"/>
          </p:cNvSpPr>
          <p:nvPr/>
        </p:nvSpPr>
        <p:spPr bwMode="auto">
          <a:xfrm>
            <a:off x="4552950" y="3406341"/>
            <a:ext cx="4572000" cy="276999"/>
          </a:xfrm>
          <a:prstGeom prst="rect">
            <a:avLst/>
          </a:prstGeom>
          <a:noFill/>
          <a:ln w="12700" cap="rnd" algn="ctr">
            <a:noFill/>
            <a:miter lim="800000"/>
            <a:headEnd/>
            <a:tailEnd/>
          </a:ln>
          <a:effectLst/>
        </p:spPr>
        <p:txBody>
          <a:bodyPr wrap="square">
            <a:spAutoFit/>
          </a:bodyPr>
          <a:lstStyle/>
          <a:p>
            <a:pPr eaLnBrk="0" hangingPunct="0">
              <a:spcBef>
                <a:spcPct val="20000"/>
              </a:spcBef>
              <a:buSzPct val="100000"/>
              <a:buFont typeface="Wingdings" pitchFamily="2" charset="2"/>
              <a:buNone/>
              <a:defRPr/>
            </a:pPr>
            <a:r>
              <a:rPr lang="en-US" sz="1200" dirty="0" smtClean="0">
                <a:solidFill>
                  <a:srgbClr val="0000CC"/>
                </a:solidFill>
              </a:rPr>
              <a:t>Deliverables:</a:t>
            </a:r>
            <a:r>
              <a:rPr lang="en-US" sz="1200" dirty="0" smtClean="0">
                <a:solidFill>
                  <a:srgbClr val="000000"/>
                </a:solidFill>
              </a:rPr>
              <a:t> </a:t>
            </a:r>
            <a:r>
              <a:rPr lang="en-US" sz="1200" b="0" dirty="0" smtClean="0">
                <a:solidFill>
                  <a:srgbClr val="000000"/>
                </a:solidFill>
              </a:rPr>
              <a:t>Provide list of technical deliverables.</a:t>
            </a:r>
            <a:r>
              <a:rPr lang="en-US" sz="1200" dirty="0" smtClean="0">
                <a:solidFill>
                  <a:srgbClr val="000000"/>
                </a:solidFill>
              </a:rPr>
              <a:t> </a:t>
            </a:r>
            <a:endParaRPr lang="en-US" sz="1200" dirty="0">
              <a:solidFill>
                <a:srgbClr val="000000"/>
              </a:solidFill>
            </a:endParaRPr>
          </a:p>
        </p:txBody>
      </p:sp>
      <p:sp>
        <p:nvSpPr>
          <p:cNvPr id="39" name="Text Box 21"/>
          <p:cNvSpPr txBox="1">
            <a:spLocks noChangeArrowheads="1"/>
          </p:cNvSpPr>
          <p:nvPr/>
        </p:nvSpPr>
        <p:spPr bwMode="auto">
          <a:xfrm>
            <a:off x="118534" y="4320498"/>
            <a:ext cx="4260854" cy="2462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2" tIns="45716" rIns="91432" bIns="45716">
            <a:spAutoFit/>
          </a:bodyPr>
          <a:lstStyle>
            <a:defPPr>
              <a:defRPr lang="en-US"/>
            </a:defPPr>
            <a:lvl1pPr algn="l" rtl="0" fontAlgn="base">
              <a:spcBef>
                <a:spcPct val="0"/>
              </a:spcBef>
              <a:spcAft>
                <a:spcPct val="0"/>
              </a:spcAft>
              <a:defRPr sz="1400" b="1" kern="1200">
                <a:solidFill>
                  <a:srgbClr val="CC3300"/>
                </a:solidFill>
                <a:latin typeface="Arial" charset="0"/>
                <a:ea typeface="ＭＳ Ｐゴシック" charset="-128"/>
                <a:cs typeface="+mn-cs"/>
              </a:defRPr>
            </a:lvl1pPr>
            <a:lvl2pPr marL="457159" algn="l" rtl="0" fontAlgn="base">
              <a:spcBef>
                <a:spcPct val="0"/>
              </a:spcBef>
              <a:spcAft>
                <a:spcPct val="0"/>
              </a:spcAft>
              <a:defRPr sz="1400" b="1" kern="1200">
                <a:solidFill>
                  <a:srgbClr val="CC3300"/>
                </a:solidFill>
                <a:latin typeface="Arial" charset="0"/>
                <a:ea typeface="ＭＳ Ｐゴシック" charset="-128"/>
                <a:cs typeface="+mn-cs"/>
              </a:defRPr>
            </a:lvl2pPr>
            <a:lvl3pPr marL="914318" algn="l" rtl="0" fontAlgn="base">
              <a:spcBef>
                <a:spcPct val="0"/>
              </a:spcBef>
              <a:spcAft>
                <a:spcPct val="0"/>
              </a:spcAft>
              <a:defRPr sz="1400" b="1" kern="1200">
                <a:solidFill>
                  <a:srgbClr val="CC3300"/>
                </a:solidFill>
                <a:latin typeface="Arial" charset="0"/>
                <a:ea typeface="ＭＳ Ｐゴシック" charset="-128"/>
                <a:cs typeface="+mn-cs"/>
              </a:defRPr>
            </a:lvl3pPr>
            <a:lvl4pPr marL="1371477" algn="l" rtl="0" fontAlgn="base">
              <a:spcBef>
                <a:spcPct val="0"/>
              </a:spcBef>
              <a:spcAft>
                <a:spcPct val="0"/>
              </a:spcAft>
              <a:defRPr sz="1400" b="1" kern="1200">
                <a:solidFill>
                  <a:srgbClr val="CC3300"/>
                </a:solidFill>
                <a:latin typeface="Arial" charset="0"/>
                <a:ea typeface="ＭＳ Ｐゴシック" charset="-128"/>
                <a:cs typeface="+mn-cs"/>
              </a:defRPr>
            </a:lvl4pPr>
            <a:lvl5pPr marL="1828637" algn="l" rtl="0" fontAlgn="base">
              <a:spcBef>
                <a:spcPct val="0"/>
              </a:spcBef>
              <a:spcAft>
                <a:spcPct val="0"/>
              </a:spcAft>
              <a:defRPr sz="1400" b="1" kern="1200">
                <a:solidFill>
                  <a:srgbClr val="CC3300"/>
                </a:solidFill>
                <a:latin typeface="Arial" charset="0"/>
                <a:ea typeface="ＭＳ Ｐゴシック" charset="-128"/>
                <a:cs typeface="+mn-cs"/>
              </a:defRPr>
            </a:lvl5pPr>
            <a:lvl6pPr marL="2285797" algn="l" defTabSz="914318" rtl="0" eaLnBrk="1" latinLnBrk="0" hangingPunct="1">
              <a:defRPr sz="1400" b="1" kern="1200">
                <a:solidFill>
                  <a:srgbClr val="CC3300"/>
                </a:solidFill>
                <a:latin typeface="Arial" charset="0"/>
                <a:ea typeface="ＭＳ Ｐゴシック" charset="-128"/>
                <a:cs typeface="+mn-cs"/>
              </a:defRPr>
            </a:lvl6pPr>
            <a:lvl7pPr marL="2742956" algn="l" defTabSz="914318" rtl="0" eaLnBrk="1" latinLnBrk="0" hangingPunct="1">
              <a:defRPr sz="1400" b="1" kern="1200">
                <a:solidFill>
                  <a:srgbClr val="CC3300"/>
                </a:solidFill>
                <a:latin typeface="Arial" charset="0"/>
                <a:ea typeface="ＭＳ Ｐゴシック" charset="-128"/>
                <a:cs typeface="+mn-cs"/>
              </a:defRPr>
            </a:lvl7pPr>
            <a:lvl8pPr marL="3200115" algn="l" defTabSz="914318" rtl="0" eaLnBrk="1" latinLnBrk="0" hangingPunct="1">
              <a:defRPr sz="1400" b="1" kern="1200">
                <a:solidFill>
                  <a:srgbClr val="CC3300"/>
                </a:solidFill>
                <a:latin typeface="Arial" charset="0"/>
                <a:ea typeface="ＭＳ Ｐゴシック" charset="-128"/>
                <a:cs typeface="+mn-cs"/>
              </a:defRPr>
            </a:lvl8pPr>
            <a:lvl9pPr marL="3657274" algn="l" defTabSz="914318" rtl="0" eaLnBrk="1" latinLnBrk="0" hangingPunct="1">
              <a:defRPr sz="1400" b="1" kern="1200">
                <a:solidFill>
                  <a:srgbClr val="CC3300"/>
                </a:solidFill>
                <a:latin typeface="Arial" charset="0"/>
                <a:ea typeface="ＭＳ Ｐゴシック" charset="-128"/>
                <a:cs typeface="+mn-cs"/>
              </a:defRPr>
            </a:lvl9pPr>
          </a:lstStyle>
          <a:p>
            <a:pPr eaLnBrk="0" hangingPunct="0"/>
            <a:r>
              <a:rPr lang="en-US" sz="1100" dirty="0" smtClean="0">
                <a:solidFill>
                  <a:srgbClr val="000000"/>
                </a:solidFill>
              </a:rPr>
              <a:t>Concept Formulation</a:t>
            </a:r>
            <a:r>
              <a:rPr lang="en-US" sz="1100" dirty="0" smtClean="0">
                <a:solidFill>
                  <a:srgbClr val="FF0000"/>
                </a:solidFill>
              </a:rPr>
              <a:t> </a:t>
            </a:r>
            <a:r>
              <a:rPr lang="en-US" sz="1100" dirty="0" smtClean="0">
                <a:solidFill>
                  <a:srgbClr val="000000"/>
                </a:solidFill>
              </a:rPr>
              <a:t>(FY 2017 – FY 201_)</a:t>
            </a:r>
            <a:endParaRPr lang="en-US" sz="1100" dirty="0">
              <a:solidFill>
                <a:srgbClr val="000000"/>
              </a:solidFill>
            </a:endParaRPr>
          </a:p>
          <a:p>
            <a:pPr marL="228600" indent="-228600">
              <a:buFont typeface="Wingdings" panose="05000000000000000000" pitchFamily="2" charset="2"/>
              <a:buChar char="ü"/>
              <a:defRPr/>
            </a:pPr>
            <a:r>
              <a:rPr lang="en-US" sz="1100" b="0" dirty="0" smtClean="0">
                <a:solidFill>
                  <a:srgbClr val="000000"/>
                </a:solidFill>
              </a:rPr>
              <a:t>Evaluated …..</a:t>
            </a:r>
            <a:endParaRPr lang="en-US" sz="1100" b="0" dirty="0">
              <a:solidFill>
                <a:srgbClr val="000000"/>
              </a:solidFill>
            </a:endParaRPr>
          </a:p>
          <a:p>
            <a:pPr marL="222250" indent="-222250">
              <a:buFont typeface="Wingdings" panose="05000000000000000000" pitchFamily="2" charset="2"/>
              <a:buChar char="ü"/>
              <a:defRPr/>
            </a:pPr>
            <a:r>
              <a:rPr lang="en-US" sz="1100" b="0" dirty="0" smtClean="0">
                <a:solidFill>
                  <a:srgbClr val="000000"/>
                </a:solidFill>
              </a:rPr>
              <a:t>Developed ……</a:t>
            </a:r>
            <a:endParaRPr lang="en-US" sz="1100" b="0" dirty="0">
              <a:solidFill>
                <a:srgbClr val="000000"/>
              </a:solidFill>
            </a:endParaRPr>
          </a:p>
          <a:p>
            <a:pPr marL="222250" indent="-222250">
              <a:buFont typeface="Wingdings" panose="05000000000000000000" pitchFamily="2" charset="2"/>
              <a:buChar char="Ø"/>
              <a:defRPr/>
            </a:pPr>
            <a:r>
              <a:rPr lang="en-US" sz="1100" b="0" dirty="0" smtClean="0">
                <a:solidFill>
                  <a:srgbClr val="0000FF"/>
                </a:solidFill>
              </a:rPr>
              <a:t>Develop </a:t>
            </a:r>
            <a:r>
              <a:rPr lang="en-US" sz="1100" b="0" dirty="0" smtClean="0">
                <a:solidFill>
                  <a:srgbClr val="000000"/>
                </a:solidFill>
              </a:rPr>
              <a:t>….</a:t>
            </a:r>
            <a:endParaRPr lang="en-US" sz="1100" b="0" dirty="0">
              <a:solidFill>
                <a:srgbClr val="0000FF"/>
              </a:solidFill>
            </a:endParaRPr>
          </a:p>
          <a:p>
            <a:pPr marL="228600" indent="-228600" eaLnBrk="0" hangingPunct="0">
              <a:buFont typeface="Wingdings" panose="05000000000000000000" pitchFamily="2" charset="2"/>
              <a:buChar char="Ø"/>
            </a:pPr>
            <a:r>
              <a:rPr lang="en-US" sz="1100" b="0" dirty="0" smtClean="0">
                <a:solidFill>
                  <a:srgbClr val="0000FF"/>
                </a:solidFill>
              </a:rPr>
              <a:t>Develop ….</a:t>
            </a:r>
          </a:p>
          <a:p>
            <a:pPr marL="228600" indent="-228600" eaLnBrk="0" hangingPunct="0">
              <a:buFont typeface="Wingdings" panose="05000000000000000000" pitchFamily="2" charset="2"/>
              <a:buChar char="q"/>
            </a:pPr>
            <a:r>
              <a:rPr lang="en-US" sz="1100" b="0" dirty="0" smtClean="0">
                <a:solidFill>
                  <a:srgbClr val="000000"/>
                </a:solidFill>
              </a:rPr>
              <a:t>Develop …. </a:t>
            </a:r>
          </a:p>
          <a:p>
            <a:pPr marL="228600" indent="-228600" eaLnBrk="0" hangingPunct="0">
              <a:buFont typeface="Wingdings" panose="05000000000000000000" pitchFamily="2" charset="2"/>
              <a:buChar char="q"/>
            </a:pPr>
            <a:r>
              <a:rPr lang="en-US" sz="1100" b="0" dirty="0" smtClean="0">
                <a:solidFill>
                  <a:srgbClr val="000000"/>
                </a:solidFill>
              </a:rPr>
              <a:t>Develop ….</a:t>
            </a:r>
            <a:endParaRPr lang="en-US" sz="1100" b="0" dirty="0">
              <a:solidFill>
                <a:srgbClr val="000000"/>
              </a:solidFill>
            </a:endParaRPr>
          </a:p>
          <a:p>
            <a:pPr eaLnBrk="0" hangingPunct="0"/>
            <a:r>
              <a:rPr lang="en-US" sz="1100" dirty="0" smtClean="0">
                <a:solidFill>
                  <a:srgbClr val="000000"/>
                </a:solidFill>
              </a:rPr>
              <a:t>Development (FY 201_ </a:t>
            </a:r>
            <a:r>
              <a:rPr lang="en-US" sz="1100" dirty="0">
                <a:solidFill>
                  <a:srgbClr val="000000"/>
                </a:solidFill>
              </a:rPr>
              <a:t>– </a:t>
            </a:r>
            <a:r>
              <a:rPr lang="en-US" sz="1100" dirty="0" smtClean="0">
                <a:solidFill>
                  <a:srgbClr val="000000"/>
                </a:solidFill>
              </a:rPr>
              <a:t>FY 201_)</a:t>
            </a:r>
            <a:endParaRPr lang="en-US" sz="1100" dirty="0">
              <a:solidFill>
                <a:srgbClr val="000000"/>
              </a:solidFill>
            </a:endParaRPr>
          </a:p>
          <a:p>
            <a:pPr marL="228600" indent="-228600" eaLnBrk="0" hangingPunct="0">
              <a:buFont typeface="Wingdings" panose="05000000000000000000" pitchFamily="2" charset="2"/>
              <a:buChar char="q"/>
            </a:pPr>
            <a:r>
              <a:rPr lang="en-US" sz="1100" b="0" dirty="0" smtClean="0">
                <a:solidFill>
                  <a:srgbClr val="000000"/>
                </a:solidFill>
              </a:rPr>
              <a:t>Integrate ….</a:t>
            </a:r>
          </a:p>
          <a:p>
            <a:pPr marL="228600" indent="-228600" eaLnBrk="0" hangingPunct="0">
              <a:buFont typeface="Wingdings" panose="05000000000000000000" pitchFamily="2" charset="2"/>
              <a:buChar char="q"/>
            </a:pPr>
            <a:r>
              <a:rPr lang="en-US" sz="1100" b="0" dirty="0" smtClean="0">
                <a:solidFill>
                  <a:srgbClr val="000000"/>
                </a:solidFill>
              </a:rPr>
              <a:t>Conduct </a:t>
            </a:r>
            <a:r>
              <a:rPr lang="en-US" sz="1100" b="0" dirty="0">
                <a:solidFill>
                  <a:srgbClr val="000000"/>
                </a:solidFill>
              </a:rPr>
              <a:t>….</a:t>
            </a:r>
          </a:p>
          <a:p>
            <a:pPr marL="228600" indent="-228600" eaLnBrk="0" hangingPunct="0">
              <a:buFont typeface="Wingdings" panose="05000000000000000000" pitchFamily="2" charset="2"/>
              <a:buChar char="q"/>
            </a:pPr>
            <a:r>
              <a:rPr lang="en-US" sz="1100" b="0" dirty="0">
                <a:solidFill>
                  <a:srgbClr val="000000"/>
                </a:solidFill>
              </a:rPr>
              <a:t>Integrate ….</a:t>
            </a:r>
          </a:p>
          <a:p>
            <a:pPr marL="228600" indent="-228600" eaLnBrk="0" hangingPunct="0">
              <a:buFont typeface="Wingdings" panose="05000000000000000000" pitchFamily="2" charset="2"/>
              <a:buChar char="q"/>
            </a:pPr>
            <a:r>
              <a:rPr lang="en-US" sz="1100" b="0" dirty="0" smtClean="0">
                <a:solidFill>
                  <a:srgbClr val="000000"/>
                </a:solidFill>
              </a:rPr>
              <a:t>Develop ….</a:t>
            </a:r>
          </a:p>
          <a:p>
            <a:pPr eaLnBrk="0" hangingPunct="0"/>
            <a:r>
              <a:rPr lang="en-US" sz="1100" dirty="0" smtClean="0">
                <a:solidFill>
                  <a:srgbClr val="000000"/>
                </a:solidFill>
              </a:rPr>
              <a:t>Transition Plans</a:t>
            </a:r>
            <a:r>
              <a:rPr lang="en-US" sz="1100" dirty="0" smtClean="0">
                <a:solidFill>
                  <a:srgbClr val="FF0000"/>
                </a:solidFill>
              </a:rPr>
              <a:t> </a:t>
            </a:r>
            <a:r>
              <a:rPr lang="en-US" sz="1100" dirty="0">
                <a:solidFill>
                  <a:srgbClr val="000000"/>
                </a:solidFill>
              </a:rPr>
              <a:t>(FY </a:t>
            </a:r>
            <a:r>
              <a:rPr lang="en-US" sz="1100" dirty="0" smtClean="0">
                <a:solidFill>
                  <a:srgbClr val="000000"/>
                </a:solidFill>
              </a:rPr>
              <a:t>201_ – FY 201_)</a:t>
            </a:r>
          </a:p>
          <a:p>
            <a:pPr marL="228600" indent="-228600" eaLnBrk="0" hangingPunct="0">
              <a:buFont typeface="Wingdings" panose="05000000000000000000" pitchFamily="2" charset="2"/>
              <a:buChar char="q"/>
            </a:pPr>
            <a:r>
              <a:rPr lang="en-US" sz="1100" b="0" dirty="0">
                <a:solidFill>
                  <a:srgbClr val="000000"/>
                </a:solidFill>
              </a:rPr>
              <a:t>Test at </a:t>
            </a:r>
            <a:r>
              <a:rPr lang="en-US" sz="1100" b="0" dirty="0" smtClean="0">
                <a:solidFill>
                  <a:srgbClr val="000000"/>
                </a:solidFill>
              </a:rPr>
              <a:t>AEDC </a:t>
            </a:r>
            <a:r>
              <a:rPr lang="en-US" sz="1100" b="0" dirty="0">
                <a:solidFill>
                  <a:srgbClr val="000000"/>
                </a:solidFill>
              </a:rPr>
              <a:t>during Q4 FY </a:t>
            </a:r>
            <a:r>
              <a:rPr lang="en-US" sz="1100" b="0" dirty="0" smtClean="0">
                <a:solidFill>
                  <a:srgbClr val="000000"/>
                </a:solidFill>
              </a:rPr>
              <a:t>201_</a:t>
            </a:r>
            <a:endParaRPr lang="en-US" sz="1100" b="0" dirty="0">
              <a:solidFill>
                <a:srgbClr val="000000"/>
              </a:solidFill>
            </a:endParaRPr>
          </a:p>
        </p:txBody>
      </p:sp>
      <p:sp>
        <p:nvSpPr>
          <p:cNvPr id="41" name="TextBox 29"/>
          <p:cNvSpPr txBox="1"/>
          <p:nvPr/>
        </p:nvSpPr>
        <p:spPr>
          <a:xfrm>
            <a:off x="788101" y="4794510"/>
            <a:ext cx="1434148" cy="535531"/>
          </a:xfrm>
          <a:prstGeom prst="rect">
            <a:avLst/>
          </a:prstGeom>
          <a:noFill/>
        </p:spPr>
        <p:txBody>
          <a:bodyPr wrap="square" rtlCol="0">
            <a:spAutoFit/>
          </a:bodyPr>
          <a:lstStyle>
            <a:defPPr>
              <a:defRPr lang="en-US"/>
            </a:defPPr>
            <a:lvl1pPr algn="l" rtl="0" fontAlgn="base">
              <a:spcBef>
                <a:spcPct val="0"/>
              </a:spcBef>
              <a:spcAft>
                <a:spcPct val="0"/>
              </a:spcAft>
              <a:defRPr sz="1400" b="1" kern="1200">
                <a:solidFill>
                  <a:srgbClr val="CC3300"/>
                </a:solidFill>
                <a:latin typeface="Arial" charset="0"/>
                <a:ea typeface="ＭＳ Ｐゴシック" charset="-128"/>
                <a:cs typeface="+mn-cs"/>
              </a:defRPr>
            </a:lvl1pPr>
            <a:lvl2pPr marL="457159" algn="l" rtl="0" fontAlgn="base">
              <a:spcBef>
                <a:spcPct val="0"/>
              </a:spcBef>
              <a:spcAft>
                <a:spcPct val="0"/>
              </a:spcAft>
              <a:defRPr sz="1400" b="1" kern="1200">
                <a:solidFill>
                  <a:srgbClr val="CC3300"/>
                </a:solidFill>
                <a:latin typeface="Arial" charset="0"/>
                <a:ea typeface="ＭＳ Ｐゴシック" charset="-128"/>
                <a:cs typeface="+mn-cs"/>
              </a:defRPr>
            </a:lvl2pPr>
            <a:lvl3pPr marL="914318" algn="l" rtl="0" fontAlgn="base">
              <a:spcBef>
                <a:spcPct val="0"/>
              </a:spcBef>
              <a:spcAft>
                <a:spcPct val="0"/>
              </a:spcAft>
              <a:defRPr sz="1400" b="1" kern="1200">
                <a:solidFill>
                  <a:srgbClr val="CC3300"/>
                </a:solidFill>
                <a:latin typeface="Arial" charset="0"/>
                <a:ea typeface="ＭＳ Ｐゴシック" charset="-128"/>
                <a:cs typeface="+mn-cs"/>
              </a:defRPr>
            </a:lvl3pPr>
            <a:lvl4pPr marL="1371477" algn="l" rtl="0" fontAlgn="base">
              <a:spcBef>
                <a:spcPct val="0"/>
              </a:spcBef>
              <a:spcAft>
                <a:spcPct val="0"/>
              </a:spcAft>
              <a:defRPr sz="1400" b="1" kern="1200">
                <a:solidFill>
                  <a:srgbClr val="CC3300"/>
                </a:solidFill>
                <a:latin typeface="Arial" charset="0"/>
                <a:ea typeface="ＭＳ Ｐゴシック" charset="-128"/>
                <a:cs typeface="+mn-cs"/>
              </a:defRPr>
            </a:lvl4pPr>
            <a:lvl5pPr marL="1828637" algn="l" rtl="0" fontAlgn="base">
              <a:spcBef>
                <a:spcPct val="0"/>
              </a:spcBef>
              <a:spcAft>
                <a:spcPct val="0"/>
              </a:spcAft>
              <a:defRPr sz="1400" b="1" kern="1200">
                <a:solidFill>
                  <a:srgbClr val="CC3300"/>
                </a:solidFill>
                <a:latin typeface="Arial" charset="0"/>
                <a:ea typeface="ＭＳ Ｐゴシック" charset="-128"/>
                <a:cs typeface="+mn-cs"/>
              </a:defRPr>
            </a:lvl5pPr>
            <a:lvl6pPr marL="2285797" algn="l" defTabSz="914318" rtl="0" eaLnBrk="1" latinLnBrk="0" hangingPunct="1">
              <a:defRPr sz="1400" b="1" kern="1200">
                <a:solidFill>
                  <a:srgbClr val="CC3300"/>
                </a:solidFill>
                <a:latin typeface="Arial" charset="0"/>
                <a:ea typeface="ＭＳ Ｐゴシック" charset="-128"/>
                <a:cs typeface="+mn-cs"/>
              </a:defRPr>
            </a:lvl6pPr>
            <a:lvl7pPr marL="2742956" algn="l" defTabSz="914318" rtl="0" eaLnBrk="1" latinLnBrk="0" hangingPunct="1">
              <a:defRPr sz="1400" b="1" kern="1200">
                <a:solidFill>
                  <a:srgbClr val="CC3300"/>
                </a:solidFill>
                <a:latin typeface="Arial" charset="0"/>
                <a:ea typeface="ＭＳ Ｐゴシック" charset="-128"/>
                <a:cs typeface="+mn-cs"/>
              </a:defRPr>
            </a:lvl7pPr>
            <a:lvl8pPr marL="3200115" algn="l" defTabSz="914318" rtl="0" eaLnBrk="1" latinLnBrk="0" hangingPunct="1">
              <a:defRPr sz="1400" b="1" kern="1200">
                <a:solidFill>
                  <a:srgbClr val="CC3300"/>
                </a:solidFill>
                <a:latin typeface="Arial" charset="0"/>
                <a:ea typeface="ＭＳ Ｐゴシック" charset="-128"/>
                <a:cs typeface="+mn-cs"/>
              </a:defRPr>
            </a:lvl8pPr>
            <a:lvl9pPr marL="3657274" algn="l" defTabSz="914318" rtl="0" eaLnBrk="1" latinLnBrk="0" hangingPunct="1">
              <a:defRPr sz="1400" b="1" kern="1200">
                <a:solidFill>
                  <a:srgbClr val="CC3300"/>
                </a:solidFill>
                <a:latin typeface="Arial" charset="0"/>
                <a:ea typeface="ＭＳ Ｐゴシック" charset="-128"/>
                <a:cs typeface="+mn-cs"/>
              </a:defRPr>
            </a:lvl9pPr>
          </a:lstStyle>
          <a:p>
            <a:pPr algn="ctr" eaLnBrk="0" hangingPunct="0">
              <a:lnSpc>
                <a:spcPct val="80000"/>
              </a:lnSpc>
            </a:pPr>
            <a:r>
              <a:rPr lang="en-US" sz="1200" dirty="0" smtClean="0">
                <a:solidFill>
                  <a:srgbClr val="0000FF"/>
                </a:solidFill>
              </a:rPr>
              <a:t> Current</a:t>
            </a:r>
          </a:p>
          <a:p>
            <a:pPr algn="ctr" eaLnBrk="0" hangingPunct="0">
              <a:lnSpc>
                <a:spcPct val="80000"/>
              </a:lnSpc>
            </a:pPr>
            <a:endParaRPr lang="en-US" sz="1200" dirty="0">
              <a:solidFill>
                <a:srgbClr val="0000FF"/>
              </a:solidFill>
            </a:endParaRPr>
          </a:p>
          <a:p>
            <a:pPr algn="ctr" eaLnBrk="0" hangingPunct="0">
              <a:lnSpc>
                <a:spcPct val="80000"/>
              </a:lnSpc>
            </a:pPr>
            <a:r>
              <a:rPr lang="en-US" sz="1200" dirty="0" smtClean="0">
                <a:solidFill>
                  <a:srgbClr val="0000FF"/>
                </a:solidFill>
              </a:rPr>
              <a:t>Effort</a:t>
            </a:r>
            <a:endParaRPr lang="en-US" sz="1200" dirty="0">
              <a:solidFill>
                <a:srgbClr val="0000FF"/>
              </a:solidFill>
            </a:endParaRPr>
          </a:p>
        </p:txBody>
      </p:sp>
      <p:sp>
        <p:nvSpPr>
          <p:cNvPr id="42" name="Right Arrow 41"/>
          <p:cNvSpPr/>
          <p:nvPr/>
        </p:nvSpPr>
        <p:spPr bwMode="auto">
          <a:xfrm flipH="1">
            <a:off x="1064855" y="4953000"/>
            <a:ext cx="634679" cy="169277"/>
          </a:xfrm>
          <a:prstGeom prst="rightArrow">
            <a:avLst/>
          </a:prstGeom>
          <a:solidFill>
            <a:srgbClr val="0000CC"/>
          </a:solidFill>
          <a:ln w="12700" cap="rnd" cmpd="sng" algn="ctr">
            <a:solidFill>
              <a:srgbClr val="00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defPPr>
              <a:defRPr lang="en-US"/>
            </a:defPPr>
            <a:lvl1pPr algn="l" rtl="0" fontAlgn="base">
              <a:spcBef>
                <a:spcPct val="0"/>
              </a:spcBef>
              <a:spcAft>
                <a:spcPct val="0"/>
              </a:spcAft>
              <a:defRPr sz="1400" b="1" kern="1200">
                <a:solidFill>
                  <a:srgbClr val="CC3300"/>
                </a:solidFill>
                <a:latin typeface="Arial" charset="0"/>
                <a:ea typeface="ＭＳ Ｐゴシック" charset="-128"/>
                <a:cs typeface="+mn-cs"/>
              </a:defRPr>
            </a:lvl1pPr>
            <a:lvl2pPr marL="457159" algn="l" rtl="0" fontAlgn="base">
              <a:spcBef>
                <a:spcPct val="0"/>
              </a:spcBef>
              <a:spcAft>
                <a:spcPct val="0"/>
              </a:spcAft>
              <a:defRPr sz="1400" b="1" kern="1200">
                <a:solidFill>
                  <a:srgbClr val="CC3300"/>
                </a:solidFill>
                <a:latin typeface="Arial" charset="0"/>
                <a:ea typeface="ＭＳ Ｐゴシック" charset="-128"/>
                <a:cs typeface="+mn-cs"/>
              </a:defRPr>
            </a:lvl2pPr>
            <a:lvl3pPr marL="914318" algn="l" rtl="0" fontAlgn="base">
              <a:spcBef>
                <a:spcPct val="0"/>
              </a:spcBef>
              <a:spcAft>
                <a:spcPct val="0"/>
              </a:spcAft>
              <a:defRPr sz="1400" b="1" kern="1200">
                <a:solidFill>
                  <a:srgbClr val="CC3300"/>
                </a:solidFill>
                <a:latin typeface="Arial" charset="0"/>
                <a:ea typeface="ＭＳ Ｐゴシック" charset="-128"/>
                <a:cs typeface="+mn-cs"/>
              </a:defRPr>
            </a:lvl3pPr>
            <a:lvl4pPr marL="1371477" algn="l" rtl="0" fontAlgn="base">
              <a:spcBef>
                <a:spcPct val="0"/>
              </a:spcBef>
              <a:spcAft>
                <a:spcPct val="0"/>
              </a:spcAft>
              <a:defRPr sz="1400" b="1" kern="1200">
                <a:solidFill>
                  <a:srgbClr val="CC3300"/>
                </a:solidFill>
                <a:latin typeface="Arial" charset="0"/>
                <a:ea typeface="ＭＳ Ｐゴシック" charset="-128"/>
                <a:cs typeface="+mn-cs"/>
              </a:defRPr>
            </a:lvl4pPr>
            <a:lvl5pPr marL="1828637" algn="l" rtl="0" fontAlgn="base">
              <a:spcBef>
                <a:spcPct val="0"/>
              </a:spcBef>
              <a:spcAft>
                <a:spcPct val="0"/>
              </a:spcAft>
              <a:defRPr sz="1400" b="1" kern="1200">
                <a:solidFill>
                  <a:srgbClr val="CC3300"/>
                </a:solidFill>
                <a:latin typeface="Arial" charset="0"/>
                <a:ea typeface="ＭＳ Ｐゴシック" charset="-128"/>
                <a:cs typeface="+mn-cs"/>
              </a:defRPr>
            </a:lvl5pPr>
            <a:lvl6pPr marL="2285797" algn="l" defTabSz="914318" rtl="0" eaLnBrk="1" latinLnBrk="0" hangingPunct="1">
              <a:defRPr sz="1400" b="1" kern="1200">
                <a:solidFill>
                  <a:srgbClr val="CC3300"/>
                </a:solidFill>
                <a:latin typeface="Arial" charset="0"/>
                <a:ea typeface="ＭＳ Ｐゴシック" charset="-128"/>
                <a:cs typeface="+mn-cs"/>
              </a:defRPr>
            </a:lvl6pPr>
            <a:lvl7pPr marL="2742956" algn="l" defTabSz="914318" rtl="0" eaLnBrk="1" latinLnBrk="0" hangingPunct="1">
              <a:defRPr sz="1400" b="1" kern="1200">
                <a:solidFill>
                  <a:srgbClr val="CC3300"/>
                </a:solidFill>
                <a:latin typeface="Arial" charset="0"/>
                <a:ea typeface="ＭＳ Ｐゴシック" charset="-128"/>
                <a:cs typeface="+mn-cs"/>
              </a:defRPr>
            </a:lvl7pPr>
            <a:lvl8pPr marL="3200115" algn="l" defTabSz="914318" rtl="0" eaLnBrk="1" latinLnBrk="0" hangingPunct="1">
              <a:defRPr sz="1400" b="1" kern="1200">
                <a:solidFill>
                  <a:srgbClr val="CC3300"/>
                </a:solidFill>
                <a:latin typeface="Arial" charset="0"/>
                <a:ea typeface="ＭＳ Ｐゴシック" charset="-128"/>
                <a:cs typeface="+mn-cs"/>
              </a:defRPr>
            </a:lvl8pPr>
            <a:lvl9pPr marL="3657274" algn="l" defTabSz="914318" rtl="0" eaLnBrk="1" latinLnBrk="0" hangingPunct="1">
              <a:defRPr sz="1400" b="1" kern="1200">
                <a:solidFill>
                  <a:srgbClr val="CC3300"/>
                </a:solidFill>
                <a:latin typeface="Arial" charset="0"/>
                <a:ea typeface="ＭＳ Ｐゴシック" charset="-128"/>
                <a:cs typeface="+mn-cs"/>
              </a:defRPr>
            </a:lvl9pPr>
          </a:lstStyle>
          <a:p>
            <a:pPr algn="ctr"/>
            <a:endParaRPr lang="en-US" sz="2800" dirty="0" smtClean="0">
              <a:solidFill>
                <a:srgbClr val="0000FF"/>
              </a:solidFill>
            </a:endParaRPr>
          </a:p>
        </p:txBody>
      </p:sp>
      <p:sp>
        <p:nvSpPr>
          <p:cNvPr id="45" name="TextBox 33"/>
          <p:cNvSpPr txBox="1"/>
          <p:nvPr/>
        </p:nvSpPr>
        <p:spPr>
          <a:xfrm>
            <a:off x="2701080" y="6398669"/>
            <a:ext cx="1997786" cy="535531"/>
          </a:xfrm>
          <a:prstGeom prst="rect">
            <a:avLst/>
          </a:prstGeom>
          <a:noFill/>
        </p:spPr>
        <p:txBody>
          <a:bodyPr wrap="square" rtlCol="0">
            <a:spAutoFit/>
          </a:bodyPr>
          <a:lstStyle>
            <a:defPPr>
              <a:defRPr lang="en-US"/>
            </a:defPPr>
            <a:lvl1pPr algn="l" rtl="0" fontAlgn="base">
              <a:spcBef>
                <a:spcPct val="0"/>
              </a:spcBef>
              <a:spcAft>
                <a:spcPct val="0"/>
              </a:spcAft>
              <a:defRPr sz="1400" b="1" kern="1200">
                <a:solidFill>
                  <a:srgbClr val="CC3300"/>
                </a:solidFill>
                <a:latin typeface="Arial" charset="0"/>
                <a:ea typeface="ＭＳ Ｐゴシック" charset="-128"/>
                <a:cs typeface="+mn-cs"/>
              </a:defRPr>
            </a:lvl1pPr>
            <a:lvl2pPr marL="457159" algn="l" rtl="0" fontAlgn="base">
              <a:spcBef>
                <a:spcPct val="0"/>
              </a:spcBef>
              <a:spcAft>
                <a:spcPct val="0"/>
              </a:spcAft>
              <a:defRPr sz="1400" b="1" kern="1200">
                <a:solidFill>
                  <a:srgbClr val="CC3300"/>
                </a:solidFill>
                <a:latin typeface="Arial" charset="0"/>
                <a:ea typeface="ＭＳ Ｐゴシック" charset="-128"/>
                <a:cs typeface="+mn-cs"/>
              </a:defRPr>
            </a:lvl2pPr>
            <a:lvl3pPr marL="914318" algn="l" rtl="0" fontAlgn="base">
              <a:spcBef>
                <a:spcPct val="0"/>
              </a:spcBef>
              <a:spcAft>
                <a:spcPct val="0"/>
              </a:spcAft>
              <a:defRPr sz="1400" b="1" kern="1200">
                <a:solidFill>
                  <a:srgbClr val="CC3300"/>
                </a:solidFill>
                <a:latin typeface="Arial" charset="0"/>
                <a:ea typeface="ＭＳ Ｐゴシック" charset="-128"/>
                <a:cs typeface="+mn-cs"/>
              </a:defRPr>
            </a:lvl3pPr>
            <a:lvl4pPr marL="1371477" algn="l" rtl="0" fontAlgn="base">
              <a:spcBef>
                <a:spcPct val="0"/>
              </a:spcBef>
              <a:spcAft>
                <a:spcPct val="0"/>
              </a:spcAft>
              <a:defRPr sz="1400" b="1" kern="1200">
                <a:solidFill>
                  <a:srgbClr val="CC3300"/>
                </a:solidFill>
                <a:latin typeface="Arial" charset="0"/>
                <a:ea typeface="ＭＳ Ｐゴシック" charset="-128"/>
                <a:cs typeface="+mn-cs"/>
              </a:defRPr>
            </a:lvl4pPr>
            <a:lvl5pPr marL="1828637" algn="l" rtl="0" fontAlgn="base">
              <a:spcBef>
                <a:spcPct val="0"/>
              </a:spcBef>
              <a:spcAft>
                <a:spcPct val="0"/>
              </a:spcAft>
              <a:defRPr sz="1400" b="1" kern="1200">
                <a:solidFill>
                  <a:srgbClr val="CC3300"/>
                </a:solidFill>
                <a:latin typeface="Arial" charset="0"/>
                <a:ea typeface="ＭＳ Ｐゴシック" charset="-128"/>
                <a:cs typeface="+mn-cs"/>
              </a:defRPr>
            </a:lvl5pPr>
            <a:lvl6pPr marL="2285797" algn="l" defTabSz="914318" rtl="0" eaLnBrk="1" latinLnBrk="0" hangingPunct="1">
              <a:defRPr sz="1400" b="1" kern="1200">
                <a:solidFill>
                  <a:srgbClr val="CC3300"/>
                </a:solidFill>
                <a:latin typeface="Arial" charset="0"/>
                <a:ea typeface="ＭＳ Ｐゴシック" charset="-128"/>
                <a:cs typeface="+mn-cs"/>
              </a:defRPr>
            </a:lvl6pPr>
            <a:lvl7pPr marL="2742956" algn="l" defTabSz="914318" rtl="0" eaLnBrk="1" latinLnBrk="0" hangingPunct="1">
              <a:defRPr sz="1400" b="1" kern="1200">
                <a:solidFill>
                  <a:srgbClr val="CC3300"/>
                </a:solidFill>
                <a:latin typeface="Arial" charset="0"/>
                <a:ea typeface="ＭＳ Ｐゴシック" charset="-128"/>
                <a:cs typeface="+mn-cs"/>
              </a:defRPr>
            </a:lvl7pPr>
            <a:lvl8pPr marL="3200115" algn="l" defTabSz="914318" rtl="0" eaLnBrk="1" latinLnBrk="0" hangingPunct="1">
              <a:defRPr sz="1400" b="1" kern="1200">
                <a:solidFill>
                  <a:srgbClr val="CC3300"/>
                </a:solidFill>
                <a:latin typeface="Arial" charset="0"/>
                <a:ea typeface="ＭＳ Ｐゴシック" charset="-128"/>
                <a:cs typeface="+mn-cs"/>
              </a:defRPr>
            </a:lvl8pPr>
            <a:lvl9pPr marL="3657274" algn="l" defTabSz="914318" rtl="0" eaLnBrk="1" latinLnBrk="0" hangingPunct="1">
              <a:defRPr sz="1400" b="1" kern="1200">
                <a:solidFill>
                  <a:srgbClr val="CC3300"/>
                </a:solidFill>
                <a:latin typeface="Arial" charset="0"/>
                <a:ea typeface="ＭＳ Ｐゴシック" charset="-128"/>
                <a:cs typeface="+mn-cs"/>
              </a:defRPr>
            </a:lvl9pPr>
          </a:lstStyle>
          <a:p>
            <a:pPr algn="ctr" eaLnBrk="0" hangingPunct="0">
              <a:lnSpc>
                <a:spcPct val="80000"/>
              </a:lnSpc>
            </a:pPr>
            <a:r>
              <a:rPr lang="en-US" sz="1200" dirty="0" smtClean="0">
                <a:solidFill>
                  <a:srgbClr val="000000"/>
                </a:solidFill>
              </a:rPr>
              <a:t> If test location is not known, state:</a:t>
            </a:r>
            <a:r>
              <a:rPr lang="en-US" sz="1200" dirty="0">
                <a:solidFill>
                  <a:srgbClr val="000000"/>
                </a:solidFill>
              </a:rPr>
              <a:t> </a:t>
            </a:r>
            <a:r>
              <a:rPr lang="en-US" sz="1200" dirty="0" smtClean="0">
                <a:solidFill>
                  <a:srgbClr val="000000"/>
                </a:solidFill>
              </a:rPr>
              <a:t>“Test in a relevant environment”</a:t>
            </a:r>
          </a:p>
        </p:txBody>
      </p:sp>
      <p:sp>
        <p:nvSpPr>
          <p:cNvPr id="56" name="TextBox 31"/>
          <p:cNvSpPr txBox="1"/>
          <p:nvPr/>
        </p:nvSpPr>
        <p:spPr>
          <a:xfrm>
            <a:off x="2348012" y="4593106"/>
            <a:ext cx="1976365" cy="683264"/>
          </a:xfrm>
          <a:prstGeom prst="rect">
            <a:avLst/>
          </a:prstGeom>
          <a:noFill/>
        </p:spPr>
        <p:txBody>
          <a:bodyPr wrap="square" rtlCol="0">
            <a:spAutoFit/>
          </a:bodyPr>
          <a:lstStyle>
            <a:defPPr>
              <a:defRPr lang="en-US"/>
            </a:defPPr>
            <a:lvl1pPr algn="l" rtl="0" fontAlgn="base">
              <a:spcBef>
                <a:spcPct val="0"/>
              </a:spcBef>
              <a:spcAft>
                <a:spcPct val="0"/>
              </a:spcAft>
              <a:defRPr sz="1400" b="1" kern="1200">
                <a:solidFill>
                  <a:srgbClr val="CC3300"/>
                </a:solidFill>
                <a:latin typeface="Arial" charset="0"/>
                <a:ea typeface="ＭＳ Ｐゴシック" charset="-128"/>
                <a:cs typeface="+mn-cs"/>
              </a:defRPr>
            </a:lvl1pPr>
            <a:lvl2pPr marL="457159" algn="l" rtl="0" fontAlgn="base">
              <a:spcBef>
                <a:spcPct val="0"/>
              </a:spcBef>
              <a:spcAft>
                <a:spcPct val="0"/>
              </a:spcAft>
              <a:defRPr sz="1400" b="1" kern="1200">
                <a:solidFill>
                  <a:srgbClr val="CC3300"/>
                </a:solidFill>
                <a:latin typeface="Arial" charset="0"/>
                <a:ea typeface="ＭＳ Ｐゴシック" charset="-128"/>
                <a:cs typeface="+mn-cs"/>
              </a:defRPr>
            </a:lvl2pPr>
            <a:lvl3pPr marL="914318" algn="l" rtl="0" fontAlgn="base">
              <a:spcBef>
                <a:spcPct val="0"/>
              </a:spcBef>
              <a:spcAft>
                <a:spcPct val="0"/>
              </a:spcAft>
              <a:defRPr sz="1400" b="1" kern="1200">
                <a:solidFill>
                  <a:srgbClr val="CC3300"/>
                </a:solidFill>
                <a:latin typeface="Arial" charset="0"/>
                <a:ea typeface="ＭＳ Ｐゴシック" charset="-128"/>
                <a:cs typeface="+mn-cs"/>
              </a:defRPr>
            </a:lvl3pPr>
            <a:lvl4pPr marL="1371477" algn="l" rtl="0" fontAlgn="base">
              <a:spcBef>
                <a:spcPct val="0"/>
              </a:spcBef>
              <a:spcAft>
                <a:spcPct val="0"/>
              </a:spcAft>
              <a:defRPr sz="1400" b="1" kern="1200">
                <a:solidFill>
                  <a:srgbClr val="CC3300"/>
                </a:solidFill>
                <a:latin typeface="Arial" charset="0"/>
                <a:ea typeface="ＭＳ Ｐゴシック" charset="-128"/>
                <a:cs typeface="+mn-cs"/>
              </a:defRPr>
            </a:lvl4pPr>
            <a:lvl5pPr marL="1828637" algn="l" rtl="0" fontAlgn="base">
              <a:spcBef>
                <a:spcPct val="0"/>
              </a:spcBef>
              <a:spcAft>
                <a:spcPct val="0"/>
              </a:spcAft>
              <a:defRPr sz="1400" b="1" kern="1200">
                <a:solidFill>
                  <a:srgbClr val="CC3300"/>
                </a:solidFill>
                <a:latin typeface="Arial" charset="0"/>
                <a:ea typeface="ＭＳ Ｐゴシック" charset="-128"/>
                <a:cs typeface="+mn-cs"/>
              </a:defRPr>
            </a:lvl5pPr>
            <a:lvl6pPr marL="2285797" algn="l" defTabSz="914318" rtl="0" eaLnBrk="1" latinLnBrk="0" hangingPunct="1">
              <a:defRPr sz="1400" b="1" kern="1200">
                <a:solidFill>
                  <a:srgbClr val="CC3300"/>
                </a:solidFill>
                <a:latin typeface="Arial" charset="0"/>
                <a:ea typeface="ＭＳ Ｐゴシック" charset="-128"/>
                <a:cs typeface="+mn-cs"/>
              </a:defRPr>
            </a:lvl6pPr>
            <a:lvl7pPr marL="2742956" algn="l" defTabSz="914318" rtl="0" eaLnBrk="1" latinLnBrk="0" hangingPunct="1">
              <a:defRPr sz="1400" b="1" kern="1200">
                <a:solidFill>
                  <a:srgbClr val="CC3300"/>
                </a:solidFill>
                <a:latin typeface="Arial" charset="0"/>
                <a:ea typeface="ＭＳ Ｐゴシック" charset="-128"/>
                <a:cs typeface="+mn-cs"/>
              </a:defRPr>
            </a:lvl7pPr>
            <a:lvl8pPr marL="3200115" algn="l" defTabSz="914318" rtl="0" eaLnBrk="1" latinLnBrk="0" hangingPunct="1">
              <a:defRPr sz="1400" b="1" kern="1200">
                <a:solidFill>
                  <a:srgbClr val="CC3300"/>
                </a:solidFill>
                <a:latin typeface="Arial" charset="0"/>
                <a:ea typeface="ＭＳ Ｐゴシック" charset="-128"/>
                <a:cs typeface="+mn-cs"/>
              </a:defRPr>
            </a:lvl8pPr>
            <a:lvl9pPr marL="3657274" algn="l" defTabSz="914318" rtl="0" eaLnBrk="1" latinLnBrk="0" hangingPunct="1">
              <a:defRPr sz="1400" b="1" kern="1200">
                <a:solidFill>
                  <a:srgbClr val="CC3300"/>
                </a:solidFill>
                <a:latin typeface="Arial" charset="0"/>
                <a:ea typeface="ＭＳ Ｐゴシック" charset="-128"/>
                <a:cs typeface="+mn-cs"/>
              </a:defRPr>
            </a:lvl9pPr>
          </a:lstStyle>
          <a:p>
            <a:pPr algn="ctr" eaLnBrk="0" hangingPunct="0">
              <a:lnSpc>
                <a:spcPct val="80000"/>
              </a:lnSpc>
            </a:pPr>
            <a:r>
              <a:rPr lang="en-US" sz="1200" i="1" dirty="0" smtClean="0">
                <a:solidFill>
                  <a:srgbClr val="000000"/>
                </a:solidFill>
              </a:rPr>
              <a:t>All tasks start with a verb.  Use check mark and past tense verbs for completed tasks.</a:t>
            </a:r>
            <a:endParaRPr lang="en-US" sz="1200" i="1" dirty="0">
              <a:solidFill>
                <a:srgbClr val="000000"/>
              </a:solidFill>
            </a:endParaRPr>
          </a:p>
        </p:txBody>
      </p:sp>
      <p:sp>
        <p:nvSpPr>
          <p:cNvPr id="57" name="Right Arrow 56"/>
          <p:cNvSpPr/>
          <p:nvPr/>
        </p:nvSpPr>
        <p:spPr bwMode="auto">
          <a:xfrm flipH="1">
            <a:off x="2438400" y="6539299"/>
            <a:ext cx="347001" cy="192865"/>
          </a:xfrm>
          <a:prstGeom prst="rightArrow">
            <a:avLst/>
          </a:prstGeom>
          <a:solidFill>
            <a:schemeClr val="tx1"/>
          </a:solidFill>
          <a:ln w="12700" cap="rnd" cmpd="sng" algn="ctr">
            <a:solidFill>
              <a:srgbClr val="00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defPPr>
              <a:defRPr lang="en-US"/>
            </a:defPPr>
            <a:lvl1pPr algn="l" rtl="0" fontAlgn="base">
              <a:spcBef>
                <a:spcPct val="0"/>
              </a:spcBef>
              <a:spcAft>
                <a:spcPct val="0"/>
              </a:spcAft>
              <a:defRPr sz="1400" b="1" kern="1200">
                <a:solidFill>
                  <a:srgbClr val="CC3300"/>
                </a:solidFill>
                <a:latin typeface="Arial" charset="0"/>
                <a:ea typeface="ＭＳ Ｐゴシック" charset="-128"/>
                <a:cs typeface="+mn-cs"/>
              </a:defRPr>
            </a:lvl1pPr>
            <a:lvl2pPr marL="457159" algn="l" rtl="0" fontAlgn="base">
              <a:spcBef>
                <a:spcPct val="0"/>
              </a:spcBef>
              <a:spcAft>
                <a:spcPct val="0"/>
              </a:spcAft>
              <a:defRPr sz="1400" b="1" kern="1200">
                <a:solidFill>
                  <a:srgbClr val="CC3300"/>
                </a:solidFill>
                <a:latin typeface="Arial" charset="0"/>
                <a:ea typeface="ＭＳ Ｐゴシック" charset="-128"/>
                <a:cs typeface="+mn-cs"/>
              </a:defRPr>
            </a:lvl2pPr>
            <a:lvl3pPr marL="914318" algn="l" rtl="0" fontAlgn="base">
              <a:spcBef>
                <a:spcPct val="0"/>
              </a:spcBef>
              <a:spcAft>
                <a:spcPct val="0"/>
              </a:spcAft>
              <a:defRPr sz="1400" b="1" kern="1200">
                <a:solidFill>
                  <a:srgbClr val="CC3300"/>
                </a:solidFill>
                <a:latin typeface="Arial" charset="0"/>
                <a:ea typeface="ＭＳ Ｐゴシック" charset="-128"/>
                <a:cs typeface="+mn-cs"/>
              </a:defRPr>
            </a:lvl3pPr>
            <a:lvl4pPr marL="1371477" algn="l" rtl="0" fontAlgn="base">
              <a:spcBef>
                <a:spcPct val="0"/>
              </a:spcBef>
              <a:spcAft>
                <a:spcPct val="0"/>
              </a:spcAft>
              <a:defRPr sz="1400" b="1" kern="1200">
                <a:solidFill>
                  <a:srgbClr val="CC3300"/>
                </a:solidFill>
                <a:latin typeface="Arial" charset="0"/>
                <a:ea typeface="ＭＳ Ｐゴシック" charset="-128"/>
                <a:cs typeface="+mn-cs"/>
              </a:defRPr>
            </a:lvl4pPr>
            <a:lvl5pPr marL="1828637" algn="l" rtl="0" fontAlgn="base">
              <a:spcBef>
                <a:spcPct val="0"/>
              </a:spcBef>
              <a:spcAft>
                <a:spcPct val="0"/>
              </a:spcAft>
              <a:defRPr sz="1400" b="1" kern="1200">
                <a:solidFill>
                  <a:srgbClr val="CC3300"/>
                </a:solidFill>
                <a:latin typeface="Arial" charset="0"/>
                <a:ea typeface="ＭＳ Ｐゴシック" charset="-128"/>
                <a:cs typeface="+mn-cs"/>
              </a:defRPr>
            </a:lvl5pPr>
            <a:lvl6pPr marL="2285797" algn="l" defTabSz="914318" rtl="0" eaLnBrk="1" latinLnBrk="0" hangingPunct="1">
              <a:defRPr sz="1400" b="1" kern="1200">
                <a:solidFill>
                  <a:srgbClr val="CC3300"/>
                </a:solidFill>
                <a:latin typeface="Arial" charset="0"/>
                <a:ea typeface="ＭＳ Ｐゴシック" charset="-128"/>
                <a:cs typeface="+mn-cs"/>
              </a:defRPr>
            </a:lvl6pPr>
            <a:lvl7pPr marL="2742956" algn="l" defTabSz="914318" rtl="0" eaLnBrk="1" latinLnBrk="0" hangingPunct="1">
              <a:defRPr sz="1400" b="1" kern="1200">
                <a:solidFill>
                  <a:srgbClr val="CC3300"/>
                </a:solidFill>
                <a:latin typeface="Arial" charset="0"/>
                <a:ea typeface="ＭＳ Ｐゴシック" charset="-128"/>
                <a:cs typeface="+mn-cs"/>
              </a:defRPr>
            </a:lvl7pPr>
            <a:lvl8pPr marL="3200115" algn="l" defTabSz="914318" rtl="0" eaLnBrk="1" latinLnBrk="0" hangingPunct="1">
              <a:defRPr sz="1400" b="1" kern="1200">
                <a:solidFill>
                  <a:srgbClr val="CC3300"/>
                </a:solidFill>
                <a:latin typeface="Arial" charset="0"/>
                <a:ea typeface="ＭＳ Ｐゴシック" charset="-128"/>
                <a:cs typeface="+mn-cs"/>
              </a:defRPr>
            </a:lvl8pPr>
            <a:lvl9pPr marL="3657274" algn="l" defTabSz="914318" rtl="0" eaLnBrk="1" latinLnBrk="0" hangingPunct="1">
              <a:defRPr sz="1400" b="1" kern="1200">
                <a:solidFill>
                  <a:srgbClr val="CC3300"/>
                </a:solidFill>
                <a:latin typeface="Arial" charset="0"/>
                <a:ea typeface="ＭＳ Ｐゴシック" charset="-128"/>
                <a:cs typeface="+mn-cs"/>
              </a:defRPr>
            </a:lvl9pPr>
          </a:lstStyle>
          <a:p>
            <a:pPr algn="ctr"/>
            <a:endParaRPr lang="en-US" sz="2800" dirty="0" smtClean="0">
              <a:solidFill>
                <a:srgbClr val="0000FF"/>
              </a:solidFill>
            </a:endParaRPr>
          </a:p>
        </p:txBody>
      </p:sp>
      <p:pic>
        <p:nvPicPr>
          <p:cNvPr id="25" name="Picture 12" descr="Biconic Graphic"/>
          <p:cNvPicPr>
            <a:picLocks noGrp="1" noChangeAspect="1" noChangeArrowheads="1"/>
          </p:cNvPicPr>
          <p:nvPr>
            <p:ph sz="half" idx="1"/>
          </p:nvPr>
        </p:nvPicPr>
        <p:blipFill>
          <a:blip r:embed="rId6" cstate="print">
            <a:extLst>
              <a:ext uri="{28A0092B-C50C-407E-A947-70E740481C1C}">
                <a14:useLocalDpi xmlns:a14="http://schemas.microsoft.com/office/drawing/2010/main" val="0"/>
              </a:ext>
            </a:extLst>
          </a:blip>
          <a:srcRect/>
          <a:stretch>
            <a:fillRect/>
          </a:stretch>
        </p:blipFill>
        <p:spPr>
          <a:xfrm>
            <a:off x="457200" y="2446337"/>
            <a:ext cx="1701800" cy="1355725"/>
          </a:xfrm>
        </p:spPr>
      </p:pic>
      <p:sp>
        <p:nvSpPr>
          <p:cNvPr id="27" name="Snip and Round Single Corner Rectangle 26"/>
          <p:cNvSpPr/>
          <p:nvPr/>
        </p:nvSpPr>
        <p:spPr>
          <a:xfrm>
            <a:off x="2362200" y="2811700"/>
            <a:ext cx="1828800" cy="719291"/>
          </a:xfrm>
          <a:prstGeom prst="snipRound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hangingPunct="0"/>
            <a:r>
              <a:rPr lang="en-US" sz="1200" b="0" dirty="0" smtClean="0">
                <a:solidFill>
                  <a:srgbClr val="000000"/>
                </a:solidFill>
              </a:rPr>
              <a:t>This section is to answer “What the project is developing?”</a:t>
            </a:r>
            <a:endParaRPr lang="en-US" sz="1200" b="0" dirty="0">
              <a:solidFill>
                <a:srgbClr val="000000"/>
              </a:solidFill>
            </a:endParaRPr>
          </a:p>
        </p:txBody>
      </p:sp>
      <p:sp>
        <p:nvSpPr>
          <p:cNvPr id="30" name="Snip and Round Single Corner Rectangle 29"/>
          <p:cNvSpPr/>
          <p:nvPr/>
        </p:nvSpPr>
        <p:spPr>
          <a:xfrm>
            <a:off x="5032717" y="1668701"/>
            <a:ext cx="1828800" cy="312499"/>
          </a:xfrm>
          <a:prstGeom prst="snipRound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hangingPunct="0"/>
            <a:r>
              <a:rPr lang="en-US" sz="1200" b="0" dirty="0" smtClean="0">
                <a:solidFill>
                  <a:srgbClr val="000000"/>
                </a:solidFill>
              </a:rPr>
              <a:t>Why is it needed?</a:t>
            </a:r>
            <a:endParaRPr lang="en-US" sz="1200" b="0" dirty="0">
              <a:solidFill>
                <a:srgbClr val="000000"/>
              </a:solidFill>
            </a:endParaRPr>
          </a:p>
        </p:txBody>
      </p:sp>
      <p:sp>
        <p:nvSpPr>
          <p:cNvPr id="31" name="Snip and Round Single Corner Rectangle 30"/>
          <p:cNvSpPr/>
          <p:nvPr/>
        </p:nvSpPr>
        <p:spPr>
          <a:xfrm>
            <a:off x="5037406" y="3116501"/>
            <a:ext cx="1828800" cy="312499"/>
          </a:xfrm>
          <a:prstGeom prst="snipRound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hangingPunct="0"/>
            <a:r>
              <a:rPr lang="en-US" sz="1200" b="0" dirty="0" smtClean="0">
                <a:solidFill>
                  <a:srgbClr val="000000"/>
                </a:solidFill>
              </a:rPr>
              <a:t>Why is it tough to do?</a:t>
            </a:r>
            <a:endParaRPr lang="en-US" sz="1200" b="0" dirty="0">
              <a:solidFill>
                <a:srgbClr val="000000"/>
              </a:solidFill>
            </a:endParaRPr>
          </a:p>
        </p:txBody>
      </p:sp>
      <p:sp>
        <p:nvSpPr>
          <p:cNvPr id="32" name="Snip and Round Single Corner Rectangle 31"/>
          <p:cNvSpPr/>
          <p:nvPr/>
        </p:nvSpPr>
        <p:spPr>
          <a:xfrm>
            <a:off x="6087662" y="3641571"/>
            <a:ext cx="1425970" cy="228521"/>
          </a:xfrm>
          <a:prstGeom prst="snipRound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hangingPunct="0"/>
            <a:r>
              <a:rPr lang="en-US" sz="1200" b="0" dirty="0" smtClean="0">
                <a:solidFill>
                  <a:srgbClr val="000000"/>
                </a:solidFill>
              </a:rPr>
              <a:t>What will result?</a:t>
            </a:r>
            <a:endParaRPr lang="en-US" sz="1200" b="0" dirty="0">
              <a:solidFill>
                <a:srgbClr val="000000"/>
              </a:solidFill>
            </a:endParaRPr>
          </a:p>
        </p:txBody>
      </p:sp>
      <p:sp>
        <p:nvSpPr>
          <p:cNvPr id="33" name="Snip and Round Single Corner Rectangle 32"/>
          <p:cNvSpPr/>
          <p:nvPr/>
        </p:nvSpPr>
        <p:spPr>
          <a:xfrm>
            <a:off x="5105399" y="2354501"/>
            <a:ext cx="3832671" cy="373940"/>
          </a:xfrm>
          <a:prstGeom prst="snipRoundRect">
            <a:avLst/>
          </a:prstGeom>
          <a:solidFill>
            <a:srgbClr val="92D05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hangingPunct="0"/>
            <a:r>
              <a:rPr lang="en-US" sz="1200" b="0" dirty="0" smtClean="0">
                <a:solidFill>
                  <a:srgbClr val="000000"/>
                </a:solidFill>
              </a:rPr>
              <a:t>How does it improve current T&amp;E or enable new T&amp;E?</a:t>
            </a:r>
            <a:endParaRPr lang="en-US" sz="1200" b="0" dirty="0">
              <a:solidFill>
                <a:srgbClr val="000000"/>
              </a:solidFill>
            </a:endParaRPr>
          </a:p>
        </p:txBody>
      </p:sp>
      <p:sp>
        <p:nvSpPr>
          <p:cNvPr id="34" name="Snip and Round Single Corner Rectangle 33"/>
          <p:cNvSpPr/>
          <p:nvPr/>
        </p:nvSpPr>
        <p:spPr>
          <a:xfrm>
            <a:off x="6224584" y="6400800"/>
            <a:ext cx="2614615" cy="228521"/>
          </a:xfrm>
          <a:prstGeom prst="snipRound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hangingPunct="0"/>
            <a:r>
              <a:rPr lang="en-US" sz="1200" b="0" dirty="0" smtClean="0">
                <a:solidFill>
                  <a:srgbClr val="000000"/>
                </a:solidFill>
              </a:rPr>
              <a:t>Who benefits from the work?</a:t>
            </a:r>
            <a:endParaRPr lang="en-US" sz="1200" b="0" dirty="0">
              <a:solidFill>
                <a:srgbClr val="000000"/>
              </a:solidFill>
            </a:endParaRPr>
          </a:p>
        </p:txBody>
      </p:sp>
      <p:sp>
        <p:nvSpPr>
          <p:cNvPr id="35" name="Snip and Round Single Corner Rectangle 34"/>
          <p:cNvSpPr/>
          <p:nvPr/>
        </p:nvSpPr>
        <p:spPr>
          <a:xfrm>
            <a:off x="2586607" y="5356504"/>
            <a:ext cx="1577964" cy="776358"/>
          </a:xfrm>
          <a:prstGeom prst="snipRoundRect">
            <a:avLst/>
          </a:prstGeom>
          <a:solidFill>
            <a:srgbClr val="92D05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hangingPunct="0"/>
            <a:r>
              <a:rPr lang="en-US" sz="1200" b="0" dirty="0" smtClean="0">
                <a:solidFill>
                  <a:srgbClr val="000000"/>
                </a:solidFill>
              </a:rPr>
              <a:t>How will the technology be developed in terms of </a:t>
            </a:r>
            <a:r>
              <a:rPr lang="en-US" sz="1200" i="1" dirty="0" smtClean="0">
                <a:solidFill>
                  <a:srgbClr val="000000"/>
                </a:solidFill>
              </a:rPr>
              <a:t>stages</a:t>
            </a:r>
            <a:r>
              <a:rPr lang="en-US" sz="1200" b="0" dirty="0" smtClean="0">
                <a:solidFill>
                  <a:srgbClr val="000000"/>
                </a:solidFill>
              </a:rPr>
              <a:t>?</a:t>
            </a:r>
            <a:endParaRPr lang="en-US" sz="1200" b="0" dirty="0">
              <a:solidFill>
                <a:srgbClr val="000000"/>
              </a:solidFill>
            </a:endParaRPr>
          </a:p>
        </p:txBody>
      </p:sp>
      <p:sp>
        <p:nvSpPr>
          <p:cNvPr id="40" name="Snip and Round Single Corner Rectangle 39"/>
          <p:cNvSpPr/>
          <p:nvPr/>
        </p:nvSpPr>
        <p:spPr>
          <a:xfrm>
            <a:off x="6019800" y="4286329"/>
            <a:ext cx="1577964" cy="432288"/>
          </a:xfrm>
          <a:prstGeom prst="snipRound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hangingPunct="0"/>
            <a:r>
              <a:rPr lang="en-US" sz="1200" b="0" dirty="0" smtClean="0">
                <a:solidFill>
                  <a:srgbClr val="000000"/>
                </a:solidFill>
              </a:rPr>
              <a:t>Who is doing</a:t>
            </a:r>
            <a:br>
              <a:rPr lang="en-US" sz="1200" b="0" dirty="0" smtClean="0">
                <a:solidFill>
                  <a:srgbClr val="000000"/>
                </a:solidFill>
              </a:rPr>
            </a:br>
            <a:r>
              <a:rPr lang="en-US" sz="1200" b="0" dirty="0" smtClean="0">
                <a:solidFill>
                  <a:srgbClr val="000000"/>
                </a:solidFill>
              </a:rPr>
              <a:t>the work?</a:t>
            </a:r>
            <a:endParaRPr lang="en-US" sz="1200" b="0" dirty="0">
              <a:solidFill>
                <a:srgbClr val="000000"/>
              </a:solidFill>
            </a:endParaRPr>
          </a:p>
        </p:txBody>
      </p:sp>
      <p:sp>
        <p:nvSpPr>
          <p:cNvPr id="46" name="Snip and Round Single Corner Rectangle 45"/>
          <p:cNvSpPr/>
          <p:nvPr/>
        </p:nvSpPr>
        <p:spPr>
          <a:xfrm>
            <a:off x="6192129" y="5410279"/>
            <a:ext cx="1577964" cy="509250"/>
          </a:xfrm>
          <a:prstGeom prst="snipRound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hangingPunct="0"/>
            <a:r>
              <a:rPr lang="en-US" sz="1200" b="0" dirty="0" smtClean="0">
                <a:solidFill>
                  <a:srgbClr val="000000"/>
                </a:solidFill>
              </a:rPr>
              <a:t>How long and at what cost?</a:t>
            </a:r>
            <a:endParaRPr lang="en-US" sz="1200" b="0" dirty="0">
              <a:solidFill>
                <a:srgbClr val="000000"/>
              </a:solidFill>
            </a:endParaRPr>
          </a:p>
        </p:txBody>
      </p:sp>
    </p:spTree>
    <p:extLst>
      <p:ext uri="{BB962C8B-B14F-4D97-AF65-F5344CB8AC3E}">
        <p14:creationId xmlns:p14="http://schemas.microsoft.com/office/powerpoint/2010/main" val="2933638026"/>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1_Desktop">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Desktop">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sktop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sktop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Desktop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sktop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sktop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sktop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Desktop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 Army">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800" dirty="0" smtClean="0">
            <a:latin typeface="Arial" pitchFamily="34" charset="0"/>
          </a:defRPr>
        </a:defPPr>
      </a:lstStyle>
    </a:txDef>
  </a:objectDefaults>
  <a:extraClrSchemeLst/>
</a:theme>
</file>

<file path=ppt/theme/theme8.xml><?xml version="1.0" encoding="utf-8"?>
<a:theme xmlns:a="http://schemas.openxmlformats.org/drawingml/2006/main" name="6_Blank Presentation">
  <a:themeElements>
    <a:clrScheme name="2_Blank Presentation 10">
      <a:dk1>
        <a:srgbClr val="000000"/>
      </a:dk1>
      <a:lt1>
        <a:srgbClr val="FFFFFF"/>
      </a:lt1>
      <a:dk2>
        <a:srgbClr val="000000"/>
      </a:dk2>
      <a:lt2>
        <a:srgbClr val="808080"/>
      </a:lt2>
      <a:accent1>
        <a:srgbClr val="CCFF99"/>
      </a:accent1>
      <a:accent2>
        <a:srgbClr val="3333CC"/>
      </a:accent2>
      <a:accent3>
        <a:srgbClr val="FFFFFF"/>
      </a:accent3>
      <a:accent4>
        <a:srgbClr val="000000"/>
      </a:accent4>
      <a:accent5>
        <a:srgbClr val="E2FFCA"/>
      </a:accent5>
      <a:accent6>
        <a:srgbClr val="2D2DB9"/>
      </a:accent6>
      <a:hlink>
        <a:srgbClr val="CCCCFF"/>
      </a:hlink>
      <a:folHlink>
        <a:srgbClr val="B2B2B2"/>
      </a:folHlink>
    </a:clrScheme>
    <a:fontScheme name="2_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bodyPr/>
      <a:lstStyle/>
      <a:style>
        <a:lnRef idx="1">
          <a:schemeClr val="accent2"/>
        </a:lnRef>
        <a:fillRef idx="0">
          <a:schemeClr val="accent2"/>
        </a:fillRef>
        <a:effectRef idx="0">
          <a:schemeClr val="accent2"/>
        </a:effectRef>
        <a:fontRef idx="minor">
          <a:schemeClr val="tx1"/>
        </a:fontRef>
      </a:style>
    </a:lnDef>
  </a:objectDefaults>
  <a:extraClrSchemeLst>
    <a:extraClrScheme>
      <a:clrScheme name="2_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Blank Presentation 8">
        <a:dk1>
          <a:srgbClr val="000000"/>
        </a:dk1>
        <a:lt1>
          <a:srgbClr val="FFFFFF"/>
        </a:lt1>
        <a:dk2>
          <a:srgbClr val="000000"/>
        </a:dk2>
        <a:lt2>
          <a:srgbClr val="808080"/>
        </a:lt2>
        <a:accent1>
          <a:srgbClr val="66FF66"/>
        </a:accent1>
        <a:accent2>
          <a:srgbClr val="3333CC"/>
        </a:accent2>
        <a:accent3>
          <a:srgbClr val="FFFFFF"/>
        </a:accent3>
        <a:accent4>
          <a:srgbClr val="000000"/>
        </a:accent4>
        <a:accent5>
          <a:srgbClr val="B8FFB8"/>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Blank Presentation 9">
        <a:dk1>
          <a:srgbClr val="000000"/>
        </a:dk1>
        <a:lt1>
          <a:srgbClr val="FFFFFF"/>
        </a:lt1>
        <a:dk2>
          <a:srgbClr val="000000"/>
        </a:dk2>
        <a:lt2>
          <a:srgbClr val="808080"/>
        </a:lt2>
        <a:accent1>
          <a:srgbClr val="99FF66"/>
        </a:accent1>
        <a:accent2>
          <a:srgbClr val="3333CC"/>
        </a:accent2>
        <a:accent3>
          <a:srgbClr val="FFFFFF"/>
        </a:accent3>
        <a:accent4>
          <a:srgbClr val="000000"/>
        </a:accent4>
        <a:accent5>
          <a:srgbClr val="CAFFB8"/>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Blank Presentation 10">
        <a:dk1>
          <a:srgbClr val="000000"/>
        </a:dk1>
        <a:lt1>
          <a:srgbClr val="FFFFFF"/>
        </a:lt1>
        <a:dk2>
          <a:srgbClr val="000000"/>
        </a:dk2>
        <a:lt2>
          <a:srgbClr val="808080"/>
        </a:lt2>
        <a:accent1>
          <a:srgbClr val="CCFF99"/>
        </a:accent1>
        <a:accent2>
          <a:srgbClr val="3333CC"/>
        </a:accent2>
        <a:accent3>
          <a:srgbClr val="FFFFFF"/>
        </a:accent3>
        <a:accent4>
          <a:srgbClr val="000000"/>
        </a:accent4>
        <a:accent5>
          <a:srgbClr val="E2FF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2_Desktop">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Desktop">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sktop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sktop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Desktop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sktop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sktop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sktop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Desktop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FF22582369E0D46B1067FCEAD3C0870" ma:contentTypeVersion="0" ma:contentTypeDescription="Create a new document." ma:contentTypeScope="" ma:versionID="4be81dbc5d5579d43add362bd0114d8d">
  <xsd:schema xmlns:xsd="http://www.w3.org/2001/XMLSchema" xmlns:xs="http://www.w3.org/2001/XMLSchema" xmlns:p="http://schemas.microsoft.com/office/2006/metadata/properties" xmlns:ns1="http://schemas.microsoft.com/sharepoint/v3" xmlns:ns2="3f97f2e6-ec2f-45c4-86e0-107f26d604cf" targetNamespace="http://schemas.microsoft.com/office/2006/metadata/properties" ma:root="true" ma:fieldsID="b82d3275e9f3ff813873e4f2ef1f0a54" ns1:_="" ns2:_="">
    <xsd:import namespace="http://schemas.microsoft.com/sharepoint/v3"/>
    <xsd:import namespace="3f97f2e6-ec2f-45c4-86e0-107f26d604cf"/>
    <xsd:element name="properties">
      <xsd:complexType>
        <xsd:sequence>
          <xsd:element name="documentManagement">
            <xsd:complexType>
              <xsd:all>
                <xsd:element ref="ns1:_dlc_Exempt" minOccurs="0"/>
                <xsd:element ref="ns2:DLCPolicyLabelValue" minOccurs="0"/>
                <xsd:element ref="ns2:DLCPolicyLabelClientValue" minOccurs="0"/>
                <xsd:element ref="ns2:DLCPolicyLabelLoc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dlc_Exempt" ma:index="8" nillable="true" ma:displayName="Exempt from Policy" ma:hidden="true" ma:internalName="_dlc_Exempt"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f97f2e6-ec2f-45c4-86e0-107f26d604cf" elementFormDefault="qualified">
    <xsd:import namespace="http://schemas.microsoft.com/office/2006/documentManagement/types"/>
    <xsd:import namespace="http://schemas.microsoft.com/office/infopath/2007/PartnerControls"/>
    <xsd:element name="DLCPolicyLabelValue" ma:index="9" nillable="true" ma:displayName="Label" ma:description="Stores the current value of the label." ma:internalName="DLCPolicyLabelValue" ma:readOnly="true">
      <xsd:simpleType>
        <xsd:restriction base="dms:Note">
          <xsd:maxLength value="255"/>
        </xsd:restriction>
      </xsd:simpleType>
    </xsd:element>
    <xsd:element name="DLCPolicyLabelClientValue" ma:index="10" nillable="true" ma:displayName="Client Label Value" ma:description="Stores the last label value computed on the client." ma:hidden="true" ma:internalName="DLCPolicyLabelClientValue" ma:readOnly="false">
      <xsd:simpleType>
        <xsd:restriction base="dms:Note"/>
      </xsd:simpleType>
    </xsd:element>
    <xsd:element name="DLCPolicyLabelLock" ma:index="11" nillable="true" ma:displayName="Label Locked" ma:description="Indicates whether the label should be updated when item properties are modified." ma:hidden="true" ma:internalName="DLCPolicyLabelLock" ma:readOnly="fals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DLCPolicyLabelValue xmlns="3f97f2e6-ec2f-45c4-86e0-107f26d604cf">For Official Use Only (FOUO)</DLCPolicyLabelValue>
    <DLCPolicyLabelLock xmlns="3f97f2e6-ec2f-45c4-86e0-107f26d604cf" xsi:nil="true"/>
    <DLCPolicyLabelClientValue xmlns="3f97f2e6-ec2f-45c4-86e0-107f26d604c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p:Policy xmlns:p="office.server.policy" id="" local="true">
  <p:Name>Document</p:Name>
  <p:Description/>
  <p:Statement/>
  <p:PolicyItems>
    <p:PolicyItem featureId="Microsoft.Office.RecordsManagement.PolicyFeatures.PolicyLabel" staticId="0x0101|951641713" UniqueId="6df05e30-62a3-4094-88f4-635da09f03d4">
      <p:Name>Labels</p:Name>
      <p:Description>Generates labels that can be inserted in Microsoft Office documents to ensure that document properties or other important information are included when documents are printed. Labels can also be used to search for documents.</p:Description>
      <p:CustomData>
        <label>
          <segment type="literal">For Official Use Only (FOUO)</segment>
        </label>
      </p:CustomData>
    </p:PolicyItem>
  </p:PolicyItems>
</p:Policy>
</file>

<file path=customXml/item5.xml><?xml version="1.0" encoding="utf-8"?>
<?mso-contentType ?>
<spe:Receivers xmlns:spe="http://schemas.microsoft.com/sharepoint/events">
  <Receiver>
    <Name>Policy Label Generator</Name>
    <Synchronization>Synchronous</Synchronization>
    <Type>10001</Type>
    <SequenceNumber>1000</SequenceNumber>
    <Assembly>Microsoft.Office.Policy, Version=14.0.0.0, Culture=neutral, PublicKeyToken=71e9bce111e9429c</Assembly>
    <Class>Microsoft.Office.RecordsManagement.Internal.LabelHandler</Class>
    <Data/>
    <Filter/>
  </Receiver>
  <Receiver>
    <Name>Policy Label Generator</Name>
    <Synchronization>Synchronous</Synchronization>
    <Type>10002</Type>
    <SequenceNumber>1001</SequenceNumber>
    <Assembly>Microsoft.Office.Policy, Version=14.0.0.0, Culture=neutral, PublicKeyToken=71e9bce111e9429c</Assembly>
    <Class>Microsoft.Office.RecordsManagement.Internal.LabelHandler</Class>
    <Data/>
    <Filter/>
  </Receiver>
  <Receiver>
    <Name>Policy Label Generator</Name>
    <Synchronization>Synchronous</Synchronization>
    <Type>10004</Type>
    <SequenceNumber>1002</SequenceNumber>
    <Assembly>Microsoft.Office.Policy, Version=14.0.0.0, Culture=neutral, PublicKeyToken=71e9bce111e9429c</Assembly>
    <Class>Microsoft.Office.RecordsManagement.Internal.LabelHandler</Class>
    <Data/>
    <Filter/>
  </Receiver>
  <Receiver>
    <Name>Policy Label Generator</Name>
    <Synchronization>Synchronous</Synchronization>
    <Type>10006</Type>
    <SequenceNumber>1003</SequenceNumber>
    <Assembly>Microsoft.Office.Policy, Version=14.0.0.0, Culture=neutral, PublicKeyToken=71e9bce111e9429c</Assembly>
    <Class>Microsoft.Office.RecordsManagement.Internal.LabelHandler</Class>
    <Data/>
    <Filter/>
  </Receiver>
</spe:Receivers>
</file>

<file path=customXml/itemProps1.xml><?xml version="1.0" encoding="utf-8"?>
<ds:datastoreItem xmlns:ds="http://schemas.openxmlformats.org/officeDocument/2006/customXml" ds:itemID="{4D9DD97B-C285-4833-9A85-1DD18D492F2F}"/>
</file>

<file path=customXml/itemProps2.xml><?xml version="1.0" encoding="utf-8"?>
<ds:datastoreItem xmlns:ds="http://schemas.openxmlformats.org/officeDocument/2006/customXml" ds:itemID="{BCBB5789-0361-4246-ABCD-5CE555E62644}">
  <ds:schemaRefs>
    <ds:schemaRef ds:uri="http://schemas.microsoft.com/office/2006/documentManagement/types"/>
    <ds:schemaRef ds:uri="http://schemas.microsoft.com/sharepoint/v3"/>
    <ds:schemaRef ds:uri="http://schemas.microsoft.com/office/2006/metadata/properties"/>
    <ds:schemaRef ds:uri="http://www.w3.org/XML/1998/namespace"/>
    <ds:schemaRef ds:uri="http://purl.org/dc/elements/1.1/"/>
    <ds:schemaRef ds:uri="http://purl.org/dc/terms/"/>
    <ds:schemaRef ds:uri="http://schemas.openxmlformats.org/package/2006/metadata/core-properties"/>
    <ds:schemaRef ds:uri="e0022ec3-c42b-40ec-8610-39ba4c9f4297"/>
    <ds:schemaRef ds:uri="http://purl.org/dc/dcmitype/"/>
    <ds:schemaRef ds:uri="http://schemas.microsoft.com/office/infopath/2007/PartnerControls"/>
  </ds:schemaRefs>
</ds:datastoreItem>
</file>

<file path=customXml/itemProps3.xml><?xml version="1.0" encoding="utf-8"?>
<ds:datastoreItem xmlns:ds="http://schemas.openxmlformats.org/officeDocument/2006/customXml" ds:itemID="{D04981FD-A5B2-44BE-A2F5-F4C1DBD6B3B1}">
  <ds:schemaRefs>
    <ds:schemaRef ds:uri="http://schemas.microsoft.com/sharepoint/v3/contenttype/forms"/>
  </ds:schemaRefs>
</ds:datastoreItem>
</file>

<file path=customXml/itemProps4.xml><?xml version="1.0" encoding="utf-8"?>
<ds:datastoreItem xmlns:ds="http://schemas.openxmlformats.org/officeDocument/2006/customXml" ds:itemID="{FABA7016-F3DB-48A7-84EF-0C303F7F4B75}"/>
</file>

<file path=customXml/itemProps5.xml><?xml version="1.0" encoding="utf-8"?>
<ds:datastoreItem xmlns:ds="http://schemas.openxmlformats.org/officeDocument/2006/customXml" ds:itemID="{E09ACDA3-C83B-41A6-8D17-BAE5B052F31E}">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
  <TotalTime>5856</TotalTime>
  <Pages>4</Pages>
  <Words>289</Words>
  <Application>Microsoft Office PowerPoint</Application>
  <PresentationFormat>On-screen Show (4:3)</PresentationFormat>
  <Paragraphs>41</Paragraphs>
  <Slides>1</Slides>
  <Notes>1</Notes>
  <HiddenSlides>0</HiddenSlides>
  <MMClips>0</MMClips>
  <ScaleCrop>false</ScaleCrop>
  <HeadingPairs>
    <vt:vector size="8" baseType="variant">
      <vt:variant>
        <vt:lpstr>Fonts Used</vt:lpstr>
      </vt:variant>
      <vt:variant>
        <vt:i4>7</vt:i4>
      </vt:variant>
      <vt:variant>
        <vt:lpstr>Theme</vt:lpstr>
      </vt:variant>
      <vt:variant>
        <vt:i4>9</vt:i4>
      </vt:variant>
      <vt:variant>
        <vt:lpstr>Embedded OLE Servers</vt:lpstr>
      </vt:variant>
      <vt:variant>
        <vt:i4>1</vt:i4>
      </vt:variant>
      <vt:variant>
        <vt:lpstr>Slide Titles</vt:lpstr>
      </vt:variant>
      <vt:variant>
        <vt:i4>1</vt:i4>
      </vt:variant>
    </vt:vector>
  </HeadingPairs>
  <TitlesOfParts>
    <vt:vector size="18" baseType="lpstr">
      <vt:lpstr>ＭＳ Ｐゴシック</vt:lpstr>
      <vt:lpstr>Arial</vt:lpstr>
      <vt:lpstr>Arial Black</vt:lpstr>
      <vt:lpstr>Calibri</vt:lpstr>
      <vt:lpstr>Myriad Pro</vt:lpstr>
      <vt:lpstr>Times New Roman</vt:lpstr>
      <vt:lpstr>Wingdings</vt:lpstr>
      <vt:lpstr>Default Design</vt:lpstr>
      <vt:lpstr>Custom Design</vt:lpstr>
      <vt:lpstr>1_Default Design</vt:lpstr>
      <vt:lpstr>2_Default Design</vt:lpstr>
      <vt:lpstr>4_Default Design</vt:lpstr>
      <vt:lpstr>1_Desktop</vt:lpstr>
      <vt:lpstr>Office Theme</vt:lpstr>
      <vt:lpstr>6_Blank Presentation</vt:lpstr>
      <vt:lpstr>2_Desktop</vt:lpstr>
      <vt:lpstr>Worksheet</vt:lpstr>
      <vt:lpstr>Project Name  (Project Acronym)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OUSD(A&amp;T)</dc:creator>
  <cp:lastModifiedBy>Weatherford-Contactor, Douglas</cp:lastModifiedBy>
  <cp:revision>7691604</cp:revision>
  <cp:lastPrinted>2000-05-09T20:33:08Z</cp:lastPrinted>
  <dcterms:created xsi:type="dcterms:W3CDTF">1997-03-24T16:37:22Z</dcterms:created>
  <dcterms:modified xsi:type="dcterms:W3CDTF">2022-01-31T16:41:42Z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0x0101005FF22582369E0D46B1067FCEAD3C0870</vt:lpwstr>
  </property>
</Properties>
</file>