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0"/>
  </p:normalViewPr>
  <p:slideViewPr>
    <p:cSldViewPr snapToGrid="0">
      <p:cViewPr varScale="1">
        <p:scale>
          <a:sx n="81" d="100"/>
          <a:sy n="81" d="100"/>
        </p:scale>
        <p:origin x="6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E4B86-9EDE-4E14-B9CD-EF29901EDF7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4571D-0C05-4296-BC1D-462FF0D88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127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E4B86-9EDE-4E14-B9CD-EF29901EDF7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4571D-0C05-4296-BC1D-462FF0D88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172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E4B86-9EDE-4E14-B9CD-EF29901EDF7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4571D-0C05-4296-BC1D-462FF0D88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252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E4B86-9EDE-4E14-B9CD-EF29901EDF7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4571D-0C05-4296-BC1D-462FF0D88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702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E4B86-9EDE-4E14-B9CD-EF29901EDF7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4571D-0C05-4296-BC1D-462FF0D88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13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E4B86-9EDE-4E14-B9CD-EF29901EDF7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4571D-0C05-4296-BC1D-462FF0D88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46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E4B86-9EDE-4E14-B9CD-EF29901EDF7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4571D-0C05-4296-BC1D-462FF0D88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951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E4B86-9EDE-4E14-B9CD-EF29901EDF7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4571D-0C05-4296-BC1D-462FF0D88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701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E4B86-9EDE-4E14-B9CD-EF29901EDF7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4571D-0C05-4296-BC1D-462FF0D88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001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E4B86-9EDE-4E14-B9CD-EF29901EDF7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4571D-0C05-4296-BC1D-462FF0D88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738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E4B86-9EDE-4E14-B9CD-EF29901EDF7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4571D-0C05-4296-BC1D-462FF0D88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693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CE4B86-9EDE-4E14-B9CD-EF29901EDF7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4571D-0C05-4296-BC1D-462FF0D88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36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400" y="102660"/>
            <a:ext cx="10515600" cy="811742"/>
          </a:xfrm>
        </p:spPr>
        <p:txBody>
          <a:bodyPr/>
          <a:lstStyle/>
          <a:p>
            <a:r>
              <a:rPr lang="en-US" dirty="0"/>
              <a:t>Projects: WWYK190068 and WWYK200131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226" y="914402"/>
            <a:ext cx="2571750" cy="272008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9657" y="914401"/>
            <a:ext cx="2571750" cy="272008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914" y="914402"/>
            <a:ext cx="2571750" cy="27200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226" y="3903134"/>
            <a:ext cx="2571750" cy="286173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6086" y="3736086"/>
            <a:ext cx="2765425" cy="302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877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34" y="279400"/>
            <a:ext cx="2891366" cy="45720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458" y="279400"/>
            <a:ext cx="2571750" cy="457200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9599" y="279400"/>
            <a:ext cx="2817283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529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84" y="177800"/>
            <a:ext cx="3393017" cy="392853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867" y="177799"/>
            <a:ext cx="3259666" cy="39285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0583" y="177799"/>
            <a:ext cx="3765550" cy="392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814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1bd84cd2-a803-4625-aaf7-424aaac7782e}" enabled="1" method="Standard" siteId="{8331b18d-2d87-48ef-a35f-ac8818ebf9b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Projects: WWYK190068 and WWYK200131</vt:lpstr>
      <vt:lpstr>PowerPoint Presentation</vt:lpstr>
      <vt:lpstr>PowerPoint Presentation</vt:lpstr>
    </vt:vector>
  </TitlesOfParts>
  <Company>U.S. Air Force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Projects: WWYK190068 and WWYI200131</dc:title>
  <dc:creator>DUCK, LAURA M CIV USAF AFMC 547 PMXS/MXDXA</dc:creator>
  <cp:lastModifiedBy>JOHNSON, MICHAEL B CIV USAF AFMC AFLCMC/PZIOC</cp:lastModifiedBy>
  <cp:revision>3</cp:revision>
  <dcterms:created xsi:type="dcterms:W3CDTF">2022-06-15T19:41:30Z</dcterms:created>
  <dcterms:modified xsi:type="dcterms:W3CDTF">2026-05-04T16:17:21Z</dcterms:modified>
</cp:coreProperties>
</file>