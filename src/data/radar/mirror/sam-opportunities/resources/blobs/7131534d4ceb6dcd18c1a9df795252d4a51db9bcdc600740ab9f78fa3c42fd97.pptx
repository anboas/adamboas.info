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5.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8.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9.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10.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4"/>
    <p:sldMasterId id="2147483730" r:id="rId5"/>
    <p:sldMasterId id="2147483727" r:id="rId6"/>
    <p:sldMasterId id="2147483725" r:id="rId7"/>
    <p:sldMasterId id="2147483734" r:id="rId8"/>
    <p:sldMasterId id="2147483747" r:id="rId9"/>
    <p:sldMasterId id="2147483760" r:id="rId10"/>
    <p:sldMasterId id="2147483764" r:id="rId11"/>
    <p:sldMasterId id="2147483773" r:id="rId12"/>
    <p:sldMasterId id="2147483776" r:id="rId13"/>
    <p:sldMasterId id="2147483780" r:id="rId14"/>
  </p:sldMasterIdLst>
  <p:notesMasterIdLst>
    <p:notesMasterId r:id="rId23"/>
  </p:notesMasterIdLst>
  <p:sldIdLst>
    <p:sldId id="478" r:id="rId15"/>
    <p:sldId id="516" r:id="rId16"/>
    <p:sldId id="614" r:id="rId17"/>
    <p:sldId id="596" r:id="rId18"/>
    <p:sldId id="616" r:id="rId19"/>
    <p:sldId id="612" r:id="rId20"/>
    <p:sldId id="607" r:id="rId21"/>
    <p:sldId id="61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Landphair, Mary E (Mary Beth ) CIV USARMY ACC (USA)" initials="L(" lastIdx="8" clrIdx="3">
    <p:extLst>
      <p:ext uri="{19B8F6BF-5375-455C-9EA6-DF929625EA0E}">
        <p15:presenceInfo xmlns:p15="http://schemas.microsoft.com/office/powerpoint/2012/main" userId="S::mary.e.landphair.civ@cvr.mil::f5b0e228-ac40-479b-a86c-add4aaf94a34" providerId="AD"/>
      </p:ext>
    </p:extLst>
  </p:cmAuthor>
  <p:cmAuthor id="2" name="Sanner, Michelle A CIV USARMY ACC (USA)" initials="S(" lastIdx="7" clrIdx="1">
    <p:extLst>
      <p:ext uri="{19B8F6BF-5375-455C-9EA6-DF929625EA0E}">
        <p15:presenceInfo xmlns:p15="http://schemas.microsoft.com/office/powerpoint/2012/main" userId="S::michelle.a.sanner.civ@cvr.mil::79a4779c-3d1f-4ce4-a483-15464dd0f8f8" providerId="AD"/>
      </p:ext>
    </p:extLst>
  </p:cmAuthor>
  <p:cmAuthor id="16" name="REBECCA Williams" initials="RW" lastIdx="16" clrIdx="2">
    <p:extLst>
      <p:ext uri="{19B8F6BF-5375-455C-9EA6-DF929625EA0E}">
        <p15:presenceInfo xmlns:p15="http://schemas.microsoft.com/office/powerpoint/2012/main" userId="REBECCA Williams" providerId="None"/>
      </p:ext>
    </p:extLst>
  </p:cmAuthor>
  <p:cmAuthor id="13" name="Kovacs, Attila Z CIV USARMY ACC (USA)" initials="K(" lastIdx="2" clrIdx="0">
    <p:extLst>
      <p:ext uri="{19B8F6BF-5375-455C-9EA6-DF929625EA0E}">
        <p15:presenceInfo xmlns:p15="http://schemas.microsoft.com/office/powerpoint/2012/main" userId="S::attila.z.kovacs.civ@cvr.mil::cda8e5c9-70c8-49b7-9aaa-14a2104901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00FF"/>
    <a:srgbClr val="6600CC"/>
    <a:srgbClr val="00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DF1D16-8EB8-4405-8069-ED4EEDEB72CD}" v="42" dt="2026-03-17T13:38:59.2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57" autoAdjust="0"/>
    <p:restoredTop sz="96469" autoAdjust="0"/>
  </p:normalViewPr>
  <p:slideViewPr>
    <p:cSldViewPr>
      <p:cViewPr varScale="1">
        <p:scale>
          <a:sx n="97" d="100"/>
          <a:sy n="97" d="100"/>
        </p:scale>
        <p:origin x="612"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7.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2.xml"/><Relationship Id="rId20" Type="http://schemas.openxmlformats.org/officeDocument/2006/relationships/slide" Target="slides/slide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ntury, Ramila CIV USARMY ACC (USA)" userId="3281ea90-649c-44e8-87e2-d61186b1fc12" providerId="ADAL" clId="{4A342A5D-8C48-4084-AFBF-42B5BCD60356}"/>
    <pc:docChg chg="undo custSel addSld delSld modSld">
      <pc:chgData name="Century, Ramila CIV USARMY ACC (USA)" userId="3281ea90-649c-44e8-87e2-d61186b1fc12" providerId="ADAL" clId="{4A342A5D-8C48-4084-AFBF-42B5BCD60356}" dt="2026-03-17T13:26:42.427" v="230" actId="2696"/>
      <pc:docMkLst>
        <pc:docMk/>
      </pc:docMkLst>
      <pc:sldChg chg="add del">
        <pc:chgData name="Century, Ramila CIV USARMY ACC (USA)" userId="3281ea90-649c-44e8-87e2-d61186b1fc12" providerId="ADAL" clId="{4A342A5D-8C48-4084-AFBF-42B5BCD60356}" dt="2026-03-17T13:26:40.588" v="229" actId="2696"/>
        <pc:sldMkLst>
          <pc:docMk/>
          <pc:sldMk cId="822201943" sldId="260"/>
        </pc:sldMkLst>
      </pc:sldChg>
      <pc:sldChg chg="addSp delSp modSp mod">
        <pc:chgData name="Century, Ramila CIV USARMY ACC (USA)" userId="3281ea90-649c-44e8-87e2-d61186b1fc12" providerId="ADAL" clId="{4A342A5D-8C48-4084-AFBF-42B5BCD60356}" dt="2026-03-17T13:26:12.030" v="226" actId="21"/>
        <pc:sldMkLst>
          <pc:docMk/>
          <pc:sldMk cId="3982876953" sldId="478"/>
        </pc:sldMkLst>
        <pc:spChg chg="mod">
          <ac:chgData name="Century, Ramila CIV USARMY ACC (USA)" userId="3281ea90-649c-44e8-87e2-d61186b1fc12" providerId="ADAL" clId="{4A342A5D-8C48-4084-AFBF-42B5BCD60356}" dt="2026-03-17T12:19:34.208" v="219" actId="20577"/>
          <ac:spMkLst>
            <pc:docMk/>
            <pc:sldMk cId="3982876953" sldId="478"/>
            <ac:spMk id="11" creationId="{00000000-0000-0000-0000-000000000000}"/>
          </ac:spMkLst>
        </pc:spChg>
        <pc:picChg chg="add del">
          <ac:chgData name="Century, Ramila CIV USARMY ACC (USA)" userId="3281ea90-649c-44e8-87e2-d61186b1fc12" providerId="ADAL" clId="{4A342A5D-8C48-4084-AFBF-42B5BCD60356}" dt="2026-03-17T13:26:12.030" v="226" actId="21"/>
          <ac:picMkLst>
            <pc:docMk/>
            <pc:sldMk cId="3982876953" sldId="478"/>
            <ac:picMk id="2" creationId="{E6F91508-1B58-BE15-BB9E-CCE14BA45107}"/>
          </ac:picMkLst>
        </pc:picChg>
      </pc:sldChg>
      <pc:sldChg chg="add del">
        <pc:chgData name="Century, Ramila CIV USARMY ACC (USA)" userId="3281ea90-649c-44e8-87e2-d61186b1fc12" providerId="ADAL" clId="{4A342A5D-8C48-4084-AFBF-42B5BCD60356}" dt="2026-03-17T11:37:12.754" v="5" actId="2696"/>
        <pc:sldMkLst>
          <pc:docMk/>
          <pc:sldMk cId="4145978671" sldId="596"/>
        </pc:sldMkLst>
      </pc:sldChg>
      <pc:sldChg chg="modSp del mod">
        <pc:chgData name="Century, Ramila CIV USARMY ACC (USA)" userId="3281ea90-649c-44e8-87e2-d61186b1fc12" providerId="ADAL" clId="{4A342A5D-8C48-4084-AFBF-42B5BCD60356}" dt="2026-03-17T12:19:09.380" v="205" actId="2696"/>
        <pc:sldMkLst>
          <pc:docMk/>
          <pc:sldMk cId="1634218491" sldId="602"/>
        </pc:sldMkLst>
        <pc:spChg chg="mod">
          <ac:chgData name="Century, Ramila CIV USARMY ACC (USA)" userId="3281ea90-649c-44e8-87e2-d61186b1fc12" providerId="ADAL" clId="{4A342A5D-8C48-4084-AFBF-42B5BCD60356}" dt="2026-03-17T11:41:24.948" v="49" actId="20577"/>
          <ac:spMkLst>
            <pc:docMk/>
            <pc:sldMk cId="1634218491" sldId="602"/>
            <ac:spMk id="2" creationId="{00000000-0000-0000-0000-000000000000}"/>
          </ac:spMkLst>
        </pc:spChg>
      </pc:sldChg>
      <pc:sldChg chg="modSp mod">
        <pc:chgData name="Century, Ramila CIV USARMY ACC (USA)" userId="3281ea90-649c-44e8-87e2-d61186b1fc12" providerId="ADAL" clId="{4A342A5D-8C48-4084-AFBF-42B5BCD60356}" dt="2026-03-17T13:24:22.972" v="224" actId="20577"/>
        <pc:sldMkLst>
          <pc:docMk/>
          <pc:sldMk cId="3775438164" sldId="607"/>
        </pc:sldMkLst>
        <pc:spChg chg="mod">
          <ac:chgData name="Century, Ramila CIV USARMY ACC (USA)" userId="3281ea90-649c-44e8-87e2-d61186b1fc12" providerId="ADAL" clId="{4A342A5D-8C48-4084-AFBF-42B5BCD60356}" dt="2026-03-17T13:24:22.972" v="224" actId="20577"/>
          <ac:spMkLst>
            <pc:docMk/>
            <pc:sldMk cId="3775438164" sldId="607"/>
            <ac:spMk id="2" creationId="{00000000-0000-0000-0000-000000000000}"/>
          </ac:spMkLst>
        </pc:spChg>
      </pc:sldChg>
      <pc:sldChg chg="modSp mod">
        <pc:chgData name="Century, Ramila CIV USARMY ACC (USA)" userId="3281ea90-649c-44e8-87e2-d61186b1fc12" providerId="ADAL" clId="{4A342A5D-8C48-4084-AFBF-42B5BCD60356}" dt="2026-03-17T11:39:38.616" v="23" actId="20577"/>
        <pc:sldMkLst>
          <pc:docMk/>
          <pc:sldMk cId="2705366789" sldId="612"/>
        </pc:sldMkLst>
        <pc:spChg chg="mod">
          <ac:chgData name="Century, Ramila CIV USARMY ACC (USA)" userId="3281ea90-649c-44e8-87e2-d61186b1fc12" providerId="ADAL" clId="{4A342A5D-8C48-4084-AFBF-42B5BCD60356}" dt="2026-03-17T11:39:38.616" v="23" actId="20577"/>
          <ac:spMkLst>
            <pc:docMk/>
            <pc:sldMk cId="2705366789" sldId="612"/>
            <ac:spMk id="2" creationId="{00000000-0000-0000-0000-000000000000}"/>
          </ac:spMkLst>
        </pc:spChg>
      </pc:sldChg>
      <pc:sldChg chg="modSp add del mod">
        <pc:chgData name="Century, Ramila CIV USARMY ACC (USA)" userId="3281ea90-649c-44e8-87e2-d61186b1fc12" providerId="ADAL" clId="{4A342A5D-8C48-4084-AFBF-42B5BCD60356}" dt="2026-03-17T13:08:01.824" v="223" actId="2696"/>
        <pc:sldMkLst>
          <pc:docMk/>
          <pc:sldMk cId="2641299222" sldId="613"/>
        </pc:sldMkLst>
        <pc:spChg chg="mod">
          <ac:chgData name="Century, Ramila CIV USARMY ACC (USA)" userId="3281ea90-649c-44e8-87e2-d61186b1fc12" providerId="ADAL" clId="{4A342A5D-8C48-4084-AFBF-42B5BCD60356}" dt="2026-03-17T12:09:28.527" v="185" actId="20577"/>
          <ac:spMkLst>
            <pc:docMk/>
            <pc:sldMk cId="2641299222" sldId="613"/>
            <ac:spMk id="2" creationId="{00000000-0000-0000-0000-000000000000}"/>
          </ac:spMkLst>
        </pc:spChg>
      </pc:sldChg>
      <pc:sldChg chg="modSp mod">
        <pc:chgData name="Century, Ramila CIV USARMY ACC (USA)" userId="3281ea90-649c-44e8-87e2-d61186b1fc12" providerId="ADAL" clId="{4A342A5D-8C48-4084-AFBF-42B5BCD60356}" dt="2026-03-17T11:53:19.037" v="55" actId="6549"/>
        <pc:sldMkLst>
          <pc:docMk/>
          <pc:sldMk cId="4214417498" sldId="614"/>
        </pc:sldMkLst>
        <pc:spChg chg="mod">
          <ac:chgData name="Century, Ramila CIV USARMY ACC (USA)" userId="3281ea90-649c-44e8-87e2-d61186b1fc12" providerId="ADAL" clId="{4A342A5D-8C48-4084-AFBF-42B5BCD60356}" dt="2026-03-17T11:53:19.037" v="55" actId="6549"/>
          <ac:spMkLst>
            <pc:docMk/>
            <pc:sldMk cId="4214417498" sldId="614"/>
            <ac:spMk id="2" creationId="{00000000-0000-0000-0000-000000000000}"/>
          </ac:spMkLst>
        </pc:spChg>
      </pc:sldChg>
      <pc:sldChg chg="modSp add mod">
        <pc:chgData name="Century, Ramila CIV USARMY ACC (USA)" userId="3281ea90-649c-44e8-87e2-d61186b1fc12" providerId="ADAL" clId="{4A342A5D-8C48-4084-AFBF-42B5BCD60356}" dt="2026-03-17T12:59:14.831" v="220" actId="108"/>
        <pc:sldMkLst>
          <pc:docMk/>
          <pc:sldMk cId="465072624" sldId="617"/>
        </pc:sldMkLst>
        <pc:spChg chg="mod">
          <ac:chgData name="Century, Ramila CIV USARMY ACC (USA)" userId="3281ea90-649c-44e8-87e2-d61186b1fc12" providerId="ADAL" clId="{4A342A5D-8C48-4084-AFBF-42B5BCD60356}" dt="2026-03-17T12:59:14.831" v="220" actId="108"/>
          <ac:spMkLst>
            <pc:docMk/>
            <pc:sldMk cId="465072624" sldId="617"/>
            <ac:spMk id="2" creationId="{13C284EF-E9CF-60E9-3F61-CBFBCBD77EBE}"/>
          </ac:spMkLst>
        </pc:spChg>
      </pc:sldChg>
      <pc:sldChg chg="new del">
        <pc:chgData name="Century, Ramila CIV USARMY ACC (USA)" userId="3281ea90-649c-44e8-87e2-d61186b1fc12" providerId="ADAL" clId="{4A342A5D-8C48-4084-AFBF-42B5BCD60356}" dt="2026-03-17T11:57:33.172" v="57" actId="680"/>
        <pc:sldMkLst>
          <pc:docMk/>
          <pc:sldMk cId="2530217550" sldId="617"/>
        </pc:sldMkLst>
      </pc:sldChg>
      <pc:sldChg chg="add del">
        <pc:chgData name="Century, Ramila CIV USARMY ACC (USA)" userId="3281ea90-649c-44e8-87e2-d61186b1fc12" providerId="ADAL" clId="{4A342A5D-8C48-4084-AFBF-42B5BCD60356}" dt="2026-03-17T11:58:01.455" v="60" actId="2696"/>
        <pc:sldMkLst>
          <pc:docMk/>
          <pc:sldMk cId="1615308557" sldId="618"/>
        </pc:sldMkLst>
      </pc:sldChg>
      <pc:sldChg chg="new del">
        <pc:chgData name="Century, Ramila CIV USARMY ACC (USA)" userId="3281ea90-649c-44e8-87e2-d61186b1fc12" providerId="ADAL" clId="{4A342A5D-8C48-4084-AFBF-42B5BCD60356}" dt="2026-03-17T13:26:42.427" v="230" actId="2696"/>
        <pc:sldMkLst>
          <pc:docMk/>
          <pc:sldMk cId="3407525691" sldId="618"/>
        </pc:sldMkLst>
      </pc:sldChg>
      <pc:sldChg chg="del">
        <pc:chgData name="Century, Ramila CIV USARMY ACC (USA)" userId="3281ea90-649c-44e8-87e2-d61186b1fc12" providerId="ADAL" clId="{4A342A5D-8C48-4084-AFBF-42B5BCD60356}" dt="2026-03-17T11:44:47.460" v="54" actId="2696"/>
        <pc:sldMkLst>
          <pc:docMk/>
          <pc:sldMk cId="991586788" sldId="619"/>
        </pc:sldMkLst>
      </pc:sldChg>
      <pc:sldChg chg="del">
        <pc:chgData name="Century, Ramila CIV USARMY ACC (USA)" userId="3281ea90-649c-44e8-87e2-d61186b1fc12" providerId="ADAL" clId="{4A342A5D-8C48-4084-AFBF-42B5BCD60356}" dt="2026-03-17T11:42:20.690" v="50" actId="2696"/>
        <pc:sldMkLst>
          <pc:docMk/>
          <pc:sldMk cId="2747986384" sldId="621"/>
        </pc:sldMkLst>
      </pc:sldChg>
      <pc:sldChg chg="del">
        <pc:chgData name="Century, Ramila CIV USARMY ACC (USA)" userId="3281ea90-649c-44e8-87e2-d61186b1fc12" providerId="ADAL" clId="{4A342A5D-8C48-4084-AFBF-42B5BCD60356}" dt="2026-03-17T11:44:28.598" v="53" actId="2696"/>
        <pc:sldMkLst>
          <pc:docMk/>
          <pc:sldMk cId="3546611796" sldId="622"/>
        </pc:sldMkLst>
      </pc:sldChg>
      <pc:sldChg chg="del">
        <pc:chgData name="Century, Ramila CIV USARMY ACC (USA)" userId="3281ea90-649c-44e8-87e2-d61186b1fc12" providerId="ADAL" clId="{4A342A5D-8C48-4084-AFBF-42B5BCD60356}" dt="2026-03-17T11:43:26.205" v="52" actId="2696"/>
        <pc:sldMkLst>
          <pc:docMk/>
          <pc:sldMk cId="1655843819" sldId="623"/>
        </pc:sldMkLst>
      </pc:sldChg>
      <pc:sldChg chg="del">
        <pc:chgData name="Century, Ramila CIV USARMY ACC (USA)" userId="3281ea90-649c-44e8-87e2-d61186b1fc12" providerId="ADAL" clId="{4A342A5D-8C48-4084-AFBF-42B5BCD60356}" dt="2026-03-17T11:43:05.572" v="51" actId="2696"/>
        <pc:sldMkLst>
          <pc:docMk/>
          <pc:sldMk cId="3001503737" sldId="624"/>
        </pc:sldMkLst>
      </pc:sldChg>
      <pc:sldMasterChg chg="delSldLayout">
        <pc:chgData name="Century, Ramila CIV USARMY ACC (USA)" userId="3281ea90-649c-44e8-87e2-d61186b1fc12" providerId="ADAL" clId="{4A342A5D-8C48-4084-AFBF-42B5BCD60356}" dt="2026-03-17T13:26:40.588" v="229" actId="2696"/>
        <pc:sldMasterMkLst>
          <pc:docMk/>
          <pc:sldMasterMk cId="0" sldId="2147483709"/>
        </pc:sldMasterMkLst>
        <pc:sldLayoutChg chg="del">
          <pc:chgData name="Century, Ramila CIV USARMY ACC (USA)" userId="3281ea90-649c-44e8-87e2-d61186b1fc12" providerId="ADAL" clId="{4A342A5D-8C48-4084-AFBF-42B5BCD60356}" dt="2026-03-17T13:26:40.588" v="229" actId="2696"/>
          <pc:sldLayoutMkLst>
            <pc:docMk/>
            <pc:sldMasterMk cId="0" sldId="2147483709"/>
            <pc:sldLayoutMk cId="3962321733" sldId="21474837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003" tIns="45501" rIns="91003" bIns="45501" rtlCol="0"/>
          <a:lstStyle>
            <a:lvl1pPr algn="l">
              <a:defRPr sz="1200"/>
            </a:lvl1pPr>
          </a:lstStyle>
          <a:p>
            <a:endParaRPr lang="en-US" dirty="0"/>
          </a:p>
        </p:txBody>
      </p:sp>
      <p:sp>
        <p:nvSpPr>
          <p:cNvPr id="3" name="Date Placeholder 2"/>
          <p:cNvSpPr>
            <a:spLocks noGrp="1"/>
          </p:cNvSpPr>
          <p:nvPr>
            <p:ph type="dt" idx="1"/>
          </p:nvPr>
        </p:nvSpPr>
        <p:spPr>
          <a:xfrm>
            <a:off x="3884615" y="0"/>
            <a:ext cx="2971800" cy="457200"/>
          </a:xfrm>
          <a:prstGeom prst="rect">
            <a:avLst/>
          </a:prstGeom>
        </p:spPr>
        <p:txBody>
          <a:bodyPr vert="horz" lIns="91003" tIns="45501" rIns="91003" bIns="45501" rtlCol="0"/>
          <a:lstStyle>
            <a:lvl1pPr algn="r">
              <a:defRPr sz="1200"/>
            </a:lvl1pPr>
          </a:lstStyle>
          <a:p>
            <a:fld id="{47802B59-CA50-4283-8B53-B06FA28FE7F4}" type="datetimeFigureOut">
              <a:rPr lang="en-US" smtClean="0"/>
              <a:pPr/>
              <a:t>3/17/2026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003" tIns="45501" rIns="91003" bIns="45501" rtlCol="0" anchor="ctr"/>
          <a:lstStyle/>
          <a:p>
            <a:endParaRPr lang="en-US" dirty="0"/>
          </a:p>
        </p:txBody>
      </p:sp>
      <p:sp>
        <p:nvSpPr>
          <p:cNvPr id="5" name="Notes Placeholder 4"/>
          <p:cNvSpPr>
            <a:spLocks noGrp="1"/>
          </p:cNvSpPr>
          <p:nvPr>
            <p:ph type="body" sz="quarter" idx="3"/>
          </p:nvPr>
        </p:nvSpPr>
        <p:spPr>
          <a:xfrm>
            <a:off x="685800" y="4343401"/>
            <a:ext cx="5486400" cy="4114800"/>
          </a:xfrm>
          <a:prstGeom prst="rect">
            <a:avLst/>
          </a:prstGeom>
        </p:spPr>
        <p:txBody>
          <a:bodyPr vert="horz" lIns="91003" tIns="45501" rIns="91003" bIns="4550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5"/>
            <a:ext cx="2971800" cy="457200"/>
          </a:xfrm>
          <a:prstGeom prst="rect">
            <a:avLst/>
          </a:prstGeom>
        </p:spPr>
        <p:txBody>
          <a:bodyPr vert="horz" lIns="91003" tIns="45501" rIns="91003" bIns="45501"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5" y="8685215"/>
            <a:ext cx="2971800" cy="457200"/>
          </a:xfrm>
          <a:prstGeom prst="rect">
            <a:avLst/>
          </a:prstGeom>
        </p:spPr>
        <p:txBody>
          <a:bodyPr vert="horz" lIns="91003" tIns="45501" rIns="91003" bIns="45501" rtlCol="0" anchor="b"/>
          <a:lstStyle>
            <a:lvl1pPr algn="r">
              <a:defRPr sz="1200"/>
            </a:lvl1pPr>
          </a:lstStyle>
          <a:p>
            <a:fld id="{6C574044-705B-4BA9-9528-EF24541C28D0}" type="slidenum">
              <a:rPr lang="en-US" smtClean="0"/>
              <a:pPr/>
              <a:t>‹#›</a:t>
            </a:fld>
            <a:endParaRPr lang="en-US" dirty="0"/>
          </a:p>
        </p:txBody>
      </p:sp>
    </p:spTree>
    <p:extLst>
      <p:ext uri="{BB962C8B-B14F-4D97-AF65-F5344CB8AC3E}">
        <p14:creationId xmlns:p14="http://schemas.microsoft.com/office/powerpoint/2010/main" val="272512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1</a:t>
            </a:fld>
            <a:endParaRPr lang="en-US" dirty="0"/>
          </a:p>
        </p:txBody>
      </p:sp>
    </p:spTree>
    <p:extLst>
      <p:ext uri="{BB962C8B-B14F-4D97-AF65-F5344CB8AC3E}">
        <p14:creationId xmlns:p14="http://schemas.microsoft.com/office/powerpoint/2010/main" val="14668081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7.xml"/><Relationship Id="rId5" Type="http://schemas.openxmlformats.org/officeDocument/2006/relationships/image" Target="../media/image13.png"/><Relationship Id="rId4"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8.xml"/><Relationship Id="rId4"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9.xml"/><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0.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jpeg"/><Relationship Id="rId1" Type="http://schemas.openxmlformats.org/officeDocument/2006/relationships/slideMaster" Target="../slideMasters/slideMaster11.xml"/><Relationship Id="rId5" Type="http://schemas.openxmlformats.org/officeDocument/2006/relationships/image" Target="../media/image28.png"/><Relationship Id="rId4" Type="http://schemas.openxmlformats.org/officeDocument/2006/relationships/image" Target="../media/image27.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a:solidFill>
                  <a:srgbClr val="000000"/>
                </a:solidFill>
                <a:latin typeface="Arial" pitchFamily="34" charset="0"/>
                <a:ea typeface="MS PGothic" pitchFamily="34" charset="-128"/>
                <a:cs typeface="Arial" pitchFamily="34" charset="0"/>
              </a:rPr>
              <a:t>UNCLASSIFIED//FOUO</a:t>
            </a: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159183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716754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9144000" cy="4995949"/>
          </a:xfrm>
          <a:prstGeom prst="rect">
            <a:avLst/>
          </a:prstGeom>
        </p:spPr>
      </p:pic>
      <p:pic>
        <p:nvPicPr>
          <p:cNvPr id="6" name="LowerBa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695700"/>
            <a:ext cx="9144000" cy="3162300"/>
          </a:xfrm>
          <a:prstGeom prst="rect">
            <a:avLst/>
          </a:prstGeom>
        </p:spPr>
      </p:pic>
      <p:sp>
        <p:nvSpPr>
          <p:cNvPr id="3" name="Subtitle 2"/>
          <p:cNvSpPr>
            <a:spLocks noGrp="1"/>
          </p:cNvSpPr>
          <p:nvPr>
            <p:ph type="subTitle" idx="1"/>
          </p:nvPr>
        </p:nvSpPr>
        <p:spPr>
          <a:xfrm>
            <a:off x="511744" y="5863173"/>
            <a:ext cx="7155611" cy="332399"/>
          </a:xfrm>
          <a:prstGeom prst="rect">
            <a:avLst/>
          </a:prstGeom>
        </p:spPr>
        <p:txBody>
          <a:bodyPr wrap="square" lIns="0" tIns="0" rIns="0" bIns="0">
            <a:spAutoFit/>
          </a:bodyPr>
          <a:lstStyle>
            <a:lvl1pPr marL="0" indent="0" algn="l" defTabSz="914400" rtl="0" eaLnBrk="1" latinLnBrk="0" hangingPunct="1">
              <a:lnSpc>
                <a:spcPct val="90000"/>
              </a:lnSpc>
              <a:spcBef>
                <a:spcPct val="0"/>
              </a:spcBef>
              <a:buNone/>
              <a:defRPr lang="en-US" sz="2400" b="1" kern="1200" dirty="0">
                <a:solidFill>
                  <a:schemeClr val="tx1"/>
                </a:solidFill>
                <a:latin typeface="Arial" panose="020B0604020202020204" pitchFamily="34" charset="0"/>
                <a:ea typeface="+mj-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p:cNvSpPr>
            <a:spLocks noGrp="1"/>
          </p:cNvSpPr>
          <p:nvPr>
            <p:ph type="ctrTitle"/>
          </p:nvPr>
        </p:nvSpPr>
        <p:spPr>
          <a:xfrm>
            <a:off x="511744" y="5366881"/>
            <a:ext cx="7155611" cy="484748"/>
          </a:xfrm>
          <a:prstGeom prst="rect">
            <a:avLst/>
          </a:prstGeom>
        </p:spPr>
        <p:txBody>
          <a:bodyPr wrap="square" lIns="0" tIns="0" rIns="0" bIns="0" anchor="t" anchorCtr="0">
            <a:spAutoFit/>
          </a:bodyPr>
          <a:lstStyle>
            <a:lvl1pPr marL="0" algn="l" defTabSz="914400" rtl="0" eaLnBrk="1" latinLnBrk="0" hangingPunct="1">
              <a:lnSpc>
                <a:spcPct val="90000"/>
              </a:lnSpc>
              <a:spcBef>
                <a:spcPct val="0"/>
              </a:spcBef>
              <a:buNone/>
              <a:defRPr lang="en-US" sz="3500" b="1" kern="1200" dirty="0">
                <a:solidFill>
                  <a:schemeClr val="bg1"/>
                </a:solidFill>
                <a:effectLst>
                  <a:outerShdw blurRad="76200" dist="38100" dir="3600000" algn="t" rotWithShape="0">
                    <a:schemeClr val="tx1">
                      <a:alpha val="70000"/>
                    </a:schemeClr>
                  </a:outerShdw>
                </a:effectLst>
                <a:latin typeface="Arial" panose="020B0604020202020204" pitchFamily="34" charset="0"/>
                <a:ea typeface="+mj-ea"/>
                <a:cs typeface="Arial" panose="020B0604020202020204" pitchFamily="34" charset="0"/>
              </a:defRPr>
            </a:lvl1pPr>
          </a:lstStyle>
          <a:p>
            <a:pPr marL="0" lvl="0" algn="l" defTabSz="914400" rtl="0" eaLnBrk="1" latinLnBrk="0" hangingPunct="1">
              <a:lnSpc>
                <a:spcPct val="90000"/>
              </a:lnSpc>
              <a:spcBef>
                <a:spcPct val="0"/>
              </a:spcBef>
              <a:buNone/>
            </a:pPr>
            <a:r>
              <a:rPr lang="en-US" dirty="0"/>
              <a:t>Click to edit Master title style</a:t>
            </a:r>
          </a:p>
        </p:txBody>
      </p:sp>
      <p:pic>
        <p:nvPicPr>
          <p:cNvPr id="7" name="ArmyLogo"/>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11744" y="0"/>
            <a:ext cx="1495425" cy="1857375"/>
          </a:xfrm>
          <a:prstGeom prst="rect">
            <a:avLst/>
          </a:prstGeom>
        </p:spPr>
      </p:pic>
      <p:sp>
        <p:nvSpPr>
          <p:cNvPr id="11" name="Classification Lower"/>
          <p:cNvSpPr txBox="1">
            <a:spLocks/>
          </p:cNvSpPr>
          <p:nvPr userDrawn="1"/>
        </p:nvSpPr>
        <p:spPr>
          <a:xfrm>
            <a:off x="0" y="6724790"/>
            <a:ext cx="8515350" cy="138499"/>
          </a:xfrm>
          <a:prstGeom prst="rect">
            <a:avLst/>
          </a:prstGeom>
        </p:spPr>
        <p:txBody>
          <a:bodyPr vert="horz" wrap="square" lIns="9144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b="1" dirty="0"/>
              <a:t>UNCLASSIFIED</a:t>
            </a:r>
          </a:p>
        </p:txBody>
      </p:sp>
      <p:sp>
        <p:nvSpPr>
          <p:cNvPr id="12" name="Classification Top"/>
          <p:cNvSpPr txBox="1">
            <a:spLocks/>
          </p:cNvSpPr>
          <p:nvPr userDrawn="1"/>
        </p:nvSpPr>
        <p:spPr>
          <a:xfrm>
            <a:off x="781050" y="0"/>
            <a:ext cx="7886700" cy="138499"/>
          </a:xfrm>
          <a:prstGeom prst="rect">
            <a:avLst/>
          </a:prstGeom>
        </p:spPr>
        <p:txBody>
          <a:bodyPr vert="horz" lIns="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dirty="0">
                <a:solidFill>
                  <a:schemeClr val="tx1"/>
                </a:solidFill>
              </a:rPr>
              <a:t>UNCLASSIFIED</a:t>
            </a:r>
          </a:p>
        </p:txBody>
      </p:sp>
      <p:pic>
        <p:nvPicPr>
          <p:cNvPr id="13" name="Picture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762305" y="4040554"/>
            <a:ext cx="856140" cy="856140"/>
          </a:xfrm>
          <a:prstGeom prst="rect">
            <a:avLst/>
          </a:prstGeom>
        </p:spPr>
      </p:pic>
    </p:spTree>
    <p:extLst>
      <p:ext uri="{BB962C8B-B14F-4D97-AF65-F5344CB8AC3E}">
        <p14:creationId xmlns:p14="http://schemas.microsoft.com/office/powerpoint/2010/main" val="370403523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602" y="2130028"/>
            <a:ext cx="7772797" cy="1470422"/>
          </a:xfrm>
          <a:prstGeom prst="rect">
            <a:avLst/>
          </a:prstGeom>
        </p:spPr>
        <p:txBody>
          <a:bodyPr lIns="75420" tIns="37710" rIns="75420" bIns="37710"/>
          <a:lstStyle/>
          <a:p>
            <a:r>
              <a:rPr lang="en-US"/>
              <a:t>Click to edit Master title style</a:t>
            </a:r>
          </a:p>
        </p:txBody>
      </p:sp>
      <p:sp>
        <p:nvSpPr>
          <p:cNvPr id="3" name="Subtitle 2"/>
          <p:cNvSpPr>
            <a:spLocks noGrp="1"/>
          </p:cNvSpPr>
          <p:nvPr>
            <p:ph type="subTitle" idx="1"/>
          </p:nvPr>
        </p:nvSpPr>
        <p:spPr>
          <a:xfrm>
            <a:off x="1371208" y="3886200"/>
            <a:ext cx="6401594" cy="1752600"/>
          </a:xfrm>
          <a:prstGeom prst="rect">
            <a:avLst/>
          </a:prstGeom>
        </p:spPr>
        <p:txBody>
          <a:bodyPr lIns="75420" tIns="37710" rIns="75420" bIns="37710"/>
          <a:lstStyle>
            <a:lvl1pPr marL="0" indent="0" algn="ctr">
              <a:buNone/>
              <a:defRPr/>
            </a:lvl1pPr>
            <a:lvl2pPr marL="283127" indent="0" algn="ctr">
              <a:buNone/>
              <a:defRPr/>
            </a:lvl2pPr>
            <a:lvl3pPr marL="566252" indent="0" algn="ctr">
              <a:buNone/>
              <a:defRPr/>
            </a:lvl3pPr>
            <a:lvl4pPr marL="849379" indent="0" algn="ctr">
              <a:buNone/>
              <a:defRPr/>
            </a:lvl4pPr>
            <a:lvl5pPr marL="1132505" indent="0" algn="ctr">
              <a:buNone/>
              <a:defRPr/>
            </a:lvl5pPr>
            <a:lvl6pPr marL="1415633" indent="0" algn="ctr">
              <a:buNone/>
              <a:defRPr/>
            </a:lvl6pPr>
            <a:lvl7pPr marL="1698759" indent="0" algn="ctr">
              <a:buNone/>
              <a:defRPr/>
            </a:lvl7pPr>
            <a:lvl8pPr marL="1981885" indent="0" algn="ctr">
              <a:buNone/>
              <a:defRPr/>
            </a:lvl8pPr>
            <a:lvl9pPr marL="2265011" indent="0" algn="ctr">
              <a:buNone/>
              <a:defRPr/>
            </a:lvl9pPr>
          </a:lstStyle>
          <a:p>
            <a:r>
              <a:rPr lang="en-US"/>
              <a:t>Click to edit Master subtitle style</a:t>
            </a:r>
          </a:p>
        </p:txBody>
      </p:sp>
    </p:spTree>
    <p:extLst>
      <p:ext uri="{BB962C8B-B14F-4D97-AF65-F5344CB8AC3E}">
        <p14:creationId xmlns:p14="http://schemas.microsoft.com/office/powerpoint/2010/main" val="3611210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57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8398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507"/>
            <a:ext cx="7772797" cy="1362075"/>
          </a:xfrm>
          <a:prstGeom prst="rect">
            <a:avLst/>
          </a:prstGeom>
        </p:spPr>
        <p:txBody>
          <a:bodyPr lIns="75420" tIns="37710" rIns="75420" bIns="37710" anchor="t"/>
          <a:lstStyle>
            <a:lvl1pPr algn="l">
              <a:defRPr sz="2403" b="1" cap="all"/>
            </a:lvl1pPr>
          </a:lstStyle>
          <a:p>
            <a:r>
              <a:rPr lang="en-US"/>
              <a:t>Click to edit Master title style</a:t>
            </a:r>
          </a:p>
        </p:txBody>
      </p:sp>
      <p:sp>
        <p:nvSpPr>
          <p:cNvPr id="3" name="Text Placeholder 2"/>
          <p:cNvSpPr>
            <a:spLocks noGrp="1"/>
          </p:cNvSpPr>
          <p:nvPr>
            <p:ph type="body" idx="1"/>
          </p:nvPr>
        </p:nvSpPr>
        <p:spPr>
          <a:xfrm>
            <a:off x="722313" y="2906317"/>
            <a:ext cx="7772797" cy="1500188"/>
          </a:xfrm>
          <a:prstGeom prst="rect">
            <a:avLst/>
          </a:prstGeom>
        </p:spPr>
        <p:txBody>
          <a:bodyPr lIns="75420" tIns="37710" rIns="75420" bIns="37710" anchor="b"/>
          <a:lstStyle>
            <a:lvl1pPr marL="0" indent="0">
              <a:buNone/>
              <a:defRPr sz="1201"/>
            </a:lvl1pPr>
            <a:lvl2pPr marL="283127" indent="0">
              <a:buNone/>
              <a:defRPr sz="1126"/>
            </a:lvl2pPr>
            <a:lvl3pPr marL="566252" indent="0">
              <a:buNone/>
              <a:defRPr sz="976"/>
            </a:lvl3pPr>
            <a:lvl4pPr marL="849379" indent="0">
              <a:buNone/>
              <a:defRPr sz="751"/>
            </a:lvl4pPr>
            <a:lvl5pPr marL="1132505" indent="0">
              <a:buNone/>
              <a:defRPr sz="751"/>
            </a:lvl5pPr>
            <a:lvl6pPr marL="1415633" indent="0">
              <a:buNone/>
              <a:defRPr sz="751"/>
            </a:lvl6pPr>
            <a:lvl7pPr marL="1698759" indent="0">
              <a:buNone/>
              <a:defRPr sz="751"/>
            </a:lvl7pPr>
            <a:lvl8pPr marL="1981885" indent="0">
              <a:buNone/>
              <a:defRPr sz="751"/>
            </a:lvl8pPr>
            <a:lvl9pPr marL="2265011" indent="0">
              <a:buNone/>
              <a:defRPr sz="751"/>
            </a:lvl9pPr>
          </a:lstStyle>
          <a:p>
            <a:pPr lvl="0"/>
            <a:r>
              <a:rPr lang="en-US"/>
              <a:t>Click to edit Master text styles</a:t>
            </a:r>
          </a:p>
        </p:txBody>
      </p:sp>
    </p:spTree>
    <p:extLst>
      <p:ext uri="{BB962C8B-B14F-4D97-AF65-F5344CB8AC3E}">
        <p14:creationId xmlns:p14="http://schemas.microsoft.com/office/powerpoint/2010/main" val="14193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401" y="275036"/>
            <a:ext cx="8229203" cy="1143000"/>
          </a:xfrm>
          <a:prstGeom prst="rect">
            <a:avLst/>
          </a:prstGeom>
        </p:spPr>
        <p:txBody>
          <a:bodyPr lIns="75420" tIns="37710" rIns="75420" bIns="37710"/>
          <a:lstStyle/>
          <a:p>
            <a:r>
              <a:rPr lang="en-US"/>
              <a:t>Click to edit Master title style</a:t>
            </a:r>
          </a:p>
        </p:txBody>
      </p:sp>
      <p:sp>
        <p:nvSpPr>
          <p:cNvPr id="3" name="Content Placeholder 2"/>
          <p:cNvSpPr>
            <a:spLocks noGrp="1"/>
          </p:cNvSpPr>
          <p:nvPr>
            <p:ph sz="half" idx="1"/>
          </p:nvPr>
        </p:nvSpPr>
        <p:spPr>
          <a:xfrm>
            <a:off x="457401" y="1600204"/>
            <a:ext cx="4066977" cy="4525569"/>
          </a:xfrm>
          <a:prstGeom prst="rect">
            <a:avLst/>
          </a:prstGeom>
        </p:spPr>
        <p:txBody>
          <a:bodyPr lIns="75420" tIns="37710" rIns="75420" bIns="37710"/>
          <a:lstStyle>
            <a:lvl1pPr>
              <a:defRPr sz="1727"/>
            </a:lvl1pPr>
            <a:lvl2pPr>
              <a:defRPr sz="1502"/>
            </a:lvl2pPr>
            <a:lvl3pPr>
              <a:defRPr sz="1201"/>
            </a:lvl3pPr>
            <a:lvl4pPr>
              <a:defRPr sz="1126"/>
            </a:lvl4pPr>
            <a:lvl5pPr>
              <a:defRPr sz="1126"/>
            </a:lvl5pPr>
            <a:lvl6pPr>
              <a:defRPr sz="1126"/>
            </a:lvl6pPr>
            <a:lvl7pPr>
              <a:defRPr sz="1126"/>
            </a:lvl7pPr>
            <a:lvl8pPr>
              <a:defRPr sz="1126"/>
            </a:lvl8pPr>
            <a:lvl9pPr>
              <a:defRPr sz="1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9628" y="1600204"/>
            <a:ext cx="4066977" cy="4525569"/>
          </a:xfrm>
          <a:prstGeom prst="rect">
            <a:avLst/>
          </a:prstGeom>
        </p:spPr>
        <p:txBody>
          <a:bodyPr lIns="75420" tIns="37710" rIns="75420" bIns="37710"/>
          <a:lstStyle>
            <a:lvl1pPr>
              <a:defRPr sz="1727"/>
            </a:lvl1pPr>
            <a:lvl2pPr>
              <a:defRPr sz="1502"/>
            </a:lvl2pPr>
            <a:lvl3pPr>
              <a:defRPr sz="1201"/>
            </a:lvl3pPr>
            <a:lvl4pPr>
              <a:defRPr sz="1126"/>
            </a:lvl4pPr>
            <a:lvl5pPr>
              <a:defRPr sz="1126"/>
            </a:lvl5pPr>
            <a:lvl6pPr>
              <a:defRPr sz="1126"/>
            </a:lvl6pPr>
            <a:lvl7pPr>
              <a:defRPr sz="1126"/>
            </a:lvl7pPr>
            <a:lvl8pPr>
              <a:defRPr sz="1126"/>
            </a:lvl8pPr>
            <a:lvl9pPr>
              <a:defRPr sz="1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6929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401" y="275036"/>
            <a:ext cx="8229203" cy="1143000"/>
          </a:xfrm>
          <a:prstGeom prst="rect">
            <a:avLst/>
          </a:prstGeom>
        </p:spPr>
        <p:txBody>
          <a:bodyPr lIns="75420" tIns="37710" rIns="75420" bIns="37710"/>
          <a:lstStyle>
            <a:lvl1pPr>
              <a:defRPr/>
            </a:lvl1pPr>
          </a:lstStyle>
          <a:p>
            <a:r>
              <a:rPr lang="en-US"/>
              <a:t>Click to edit Master title style</a:t>
            </a:r>
          </a:p>
        </p:txBody>
      </p:sp>
      <p:sp>
        <p:nvSpPr>
          <p:cNvPr id="3" name="Text Placeholder 2"/>
          <p:cNvSpPr>
            <a:spLocks noGrp="1"/>
          </p:cNvSpPr>
          <p:nvPr>
            <p:ph type="body" idx="1"/>
          </p:nvPr>
        </p:nvSpPr>
        <p:spPr>
          <a:xfrm>
            <a:off x="457401" y="1534722"/>
            <a:ext cx="4040187" cy="640554"/>
          </a:xfrm>
          <a:prstGeom prst="rect">
            <a:avLst/>
          </a:prstGeom>
        </p:spPr>
        <p:txBody>
          <a:bodyPr lIns="75420" tIns="37710" rIns="75420" bIns="37710" anchor="b"/>
          <a:lstStyle>
            <a:lvl1pPr marL="0" indent="0">
              <a:buNone/>
              <a:defRPr sz="1502" b="1"/>
            </a:lvl1pPr>
            <a:lvl2pPr marL="283127" indent="0">
              <a:buNone/>
              <a:defRPr sz="1201" b="1"/>
            </a:lvl2pPr>
            <a:lvl3pPr marL="566252" indent="0">
              <a:buNone/>
              <a:defRPr sz="1126" b="1"/>
            </a:lvl3pPr>
            <a:lvl4pPr marL="849379" indent="0">
              <a:buNone/>
              <a:defRPr sz="976" b="1"/>
            </a:lvl4pPr>
            <a:lvl5pPr marL="1132505" indent="0">
              <a:buNone/>
              <a:defRPr sz="976" b="1"/>
            </a:lvl5pPr>
            <a:lvl6pPr marL="1415633" indent="0">
              <a:buNone/>
              <a:defRPr sz="976" b="1"/>
            </a:lvl6pPr>
            <a:lvl7pPr marL="1698759" indent="0">
              <a:buNone/>
              <a:defRPr sz="976" b="1"/>
            </a:lvl7pPr>
            <a:lvl8pPr marL="1981885" indent="0">
              <a:buNone/>
              <a:defRPr sz="976" b="1"/>
            </a:lvl8pPr>
            <a:lvl9pPr marL="2265011" indent="0">
              <a:buNone/>
              <a:defRPr sz="976" b="1"/>
            </a:lvl9pPr>
          </a:lstStyle>
          <a:p>
            <a:pPr lvl="0"/>
            <a:r>
              <a:rPr lang="en-US"/>
              <a:t>Click to edit Master text styles</a:t>
            </a:r>
          </a:p>
        </p:txBody>
      </p:sp>
      <p:sp>
        <p:nvSpPr>
          <p:cNvPr id="4" name="Content Placeholder 3"/>
          <p:cNvSpPr>
            <a:spLocks noGrp="1"/>
          </p:cNvSpPr>
          <p:nvPr>
            <p:ph sz="half" idx="2"/>
          </p:nvPr>
        </p:nvSpPr>
        <p:spPr>
          <a:xfrm>
            <a:off x="457401" y="2175277"/>
            <a:ext cx="4040187" cy="3950494"/>
          </a:xfrm>
          <a:prstGeom prst="rect">
            <a:avLst/>
          </a:prstGeom>
        </p:spPr>
        <p:txBody>
          <a:bodyPr lIns="75420" tIns="37710" rIns="75420" bIns="37710"/>
          <a:lstStyle>
            <a:lvl1pPr>
              <a:defRPr sz="1502"/>
            </a:lvl1pPr>
            <a:lvl2pPr>
              <a:defRPr sz="1201"/>
            </a:lvl2pPr>
            <a:lvl3pPr>
              <a:defRPr sz="1126"/>
            </a:lvl3pPr>
            <a:lvl4pPr>
              <a:defRPr sz="976"/>
            </a:lvl4pPr>
            <a:lvl5pPr>
              <a:defRPr sz="976"/>
            </a:lvl5pPr>
            <a:lvl6pPr>
              <a:defRPr sz="976"/>
            </a:lvl6pPr>
            <a:lvl7pPr>
              <a:defRPr sz="976"/>
            </a:lvl7pPr>
            <a:lvl8pPr>
              <a:defRPr sz="976"/>
            </a:lvl8pPr>
            <a:lvl9pPr>
              <a:defRPr sz="9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424" y="1534722"/>
            <a:ext cx="4041180" cy="640554"/>
          </a:xfrm>
          <a:prstGeom prst="rect">
            <a:avLst/>
          </a:prstGeom>
        </p:spPr>
        <p:txBody>
          <a:bodyPr lIns="75420" tIns="37710" rIns="75420" bIns="37710" anchor="b"/>
          <a:lstStyle>
            <a:lvl1pPr marL="0" indent="0">
              <a:buNone/>
              <a:defRPr sz="1502" b="1"/>
            </a:lvl1pPr>
            <a:lvl2pPr marL="283127" indent="0">
              <a:buNone/>
              <a:defRPr sz="1201" b="1"/>
            </a:lvl2pPr>
            <a:lvl3pPr marL="566252" indent="0">
              <a:buNone/>
              <a:defRPr sz="1126" b="1"/>
            </a:lvl3pPr>
            <a:lvl4pPr marL="849379" indent="0">
              <a:buNone/>
              <a:defRPr sz="976" b="1"/>
            </a:lvl4pPr>
            <a:lvl5pPr marL="1132505" indent="0">
              <a:buNone/>
              <a:defRPr sz="976" b="1"/>
            </a:lvl5pPr>
            <a:lvl6pPr marL="1415633" indent="0">
              <a:buNone/>
              <a:defRPr sz="976" b="1"/>
            </a:lvl6pPr>
            <a:lvl7pPr marL="1698759" indent="0">
              <a:buNone/>
              <a:defRPr sz="976" b="1"/>
            </a:lvl7pPr>
            <a:lvl8pPr marL="1981885" indent="0">
              <a:buNone/>
              <a:defRPr sz="976" b="1"/>
            </a:lvl8pPr>
            <a:lvl9pPr marL="2265011" indent="0">
              <a:buNone/>
              <a:defRPr sz="976" b="1"/>
            </a:lvl9pPr>
          </a:lstStyle>
          <a:p>
            <a:pPr lvl="0"/>
            <a:r>
              <a:rPr lang="en-US"/>
              <a:t>Click to edit Master text styles</a:t>
            </a:r>
          </a:p>
        </p:txBody>
      </p:sp>
      <p:sp>
        <p:nvSpPr>
          <p:cNvPr id="6" name="Content Placeholder 5"/>
          <p:cNvSpPr>
            <a:spLocks noGrp="1"/>
          </p:cNvSpPr>
          <p:nvPr>
            <p:ph sz="quarter" idx="4"/>
          </p:nvPr>
        </p:nvSpPr>
        <p:spPr>
          <a:xfrm>
            <a:off x="4645424" y="2175277"/>
            <a:ext cx="4041180" cy="3950494"/>
          </a:xfrm>
          <a:prstGeom prst="rect">
            <a:avLst/>
          </a:prstGeom>
        </p:spPr>
        <p:txBody>
          <a:bodyPr lIns="75420" tIns="37710" rIns="75420" bIns="37710"/>
          <a:lstStyle>
            <a:lvl1pPr>
              <a:defRPr sz="1502"/>
            </a:lvl1pPr>
            <a:lvl2pPr>
              <a:defRPr sz="1201"/>
            </a:lvl2pPr>
            <a:lvl3pPr>
              <a:defRPr sz="1126"/>
            </a:lvl3pPr>
            <a:lvl4pPr>
              <a:defRPr sz="976"/>
            </a:lvl4pPr>
            <a:lvl5pPr>
              <a:defRPr sz="976"/>
            </a:lvl5pPr>
            <a:lvl6pPr>
              <a:defRPr sz="976"/>
            </a:lvl6pPr>
            <a:lvl7pPr>
              <a:defRPr sz="976"/>
            </a:lvl7pPr>
            <a:lvl8pPr>
              <a:defRPr sz="976"/>
            </a:lvl8pPr>
            <a:lvl9pPr>
              <a:defRPr sz="9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00612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401" y="275036"/>
            <a:ext cx="8229203" cy="1143000"/>
          </a:xfrm>
          <a:prstGeom prst="rect">
            <a:avLst/>
          </a:prstGeom>
        </p:spPr>
        <p:txBody>
          <a:bodyPr lIns="75420" tIns="37710" rIns="75420" bIns="37710"/>
          <a:lstStyle/>
          <a:p>
            <a:r>
              <a:rPr lang="en-US"/>
              <a:t>Click to edit Master title style</a:t>
            </a:r>
          </a:p>
        </p:txBody>
      </p:sp>
    </p:spTree>
    <p:extLst>
      <p:ext uri="{BB962C8B-B14F-4D97-AF65-F5344CB8AC3E}">
        <p14:creationId xmlns:p14="http://schemas.microsoft.com/office/powerpoint/2010/main" val="885962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1882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399" y="272653"/>
            <a:ext cx="3008313" cy="1162050"/>
          </a:xfrm>
          <a:prstGeom prst="rect">
            <a:avLst/>
          </a:prstGeom>
        </p:spPr>
        <p:txBody>
          <a:bodyPr lIns="75420" tIns="37710" rIns="75420" bIns="37710" anchor="b"/>
          <a:lstStyle>
            <a:lvl1pPr algn="l">
              <a:defRPr sz="1201" b="1"/>
            </a:lvl1pPr>
          </a:lstStyle>
          <a:p>
            <a:r>
              <a:rPr lang="en-US"/>
              <a:t>Click to edit Master title style</a:t>
            </a:r>
          </a:p>
        </p:txBody>
      </p:sp>
      <p:sp>
        <p:nvSpPr>
          <p:cNvPr id="3" name="Content Placeholder 2"/>
          <p:cNvSpPr>
            <a:spLocks noGrp="1"/>
          </p:cNvSpPr>
          <p:nvPr>
            <p:ph idx="1"/>
          </p:nvPr>
        </p:nvSpPr>
        <p:spPr>
          <a:xfrm>
            <a:off x="3574856" y="272659"/>
            <a:ext cx="5111751" cy="5853112"/>
          </a:xfrm>
          <a:prstGeom prst="rect">
            <a:avLst/>
          </a:prstGeom>
        </p:spPr>
        <p:txBody>
          <a:bodyPr lIns="75420" tIns="37710" rIns="75420" bIns="37710"/>
          <a:lstStyle>
            <a:lvl1pPr>
              <a:defRPr sz="2027"/>
            </a:lvl1pPr>
            <a:lvl2pPr>
              <a:defRPr sz="1727"/>
            </a:lvl2pPr>
            <a:lvl3pPr>
              <a:defRPr sz="1502"/>
            </a:lvl3pPr>
            <a:lvl4pPr>
              <a:defRPr sz="1201"/>
            </a:lvl4pPr>
            <a:lvl5pPr>
              <a:defRPr sz="1201"/>
            </a:lvl5pPr>
            <a:lvl6pPr>
              <a:defRPr sz="1201"/>
            </a:lvl6pPr>
            <a:lvl7pPr>
              <a:defRPr sz="1201"/>
            </a:lvl7pPr>
            <a:lvl8pPr>
              <a:defRPr sz="1201"/>
            </a:lvl8pPr>
            <a:lvl9pPr>
              <a:defRPr sz="12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399" y="1434709"/>
            <a:ext cx="3008313" cy="4691063"/>
          </a:xfrm>
          <a:prstGeom prst="rect">
            <a:avLst/>
          </a:prstGeom>
        </p:spPr>
        <p:txBody>
          <a:bodyPr lIns="75420" tIns="37710" rIns="75420" bIns="37710"/>
          <a:lstStyle>
            <a:lvl1pPr marL="0" indent="0">
              <a:buNone/>
              <a:defRPr sz="751"/>
            </a:lvl1pPr>
            <a:lvl2pPr marL="283127" indent="0">
              <a:buNone/>
              <a:defRPr sz="751"/>
            </a:lvl2pPr>
            <a:lvl3pPr marL="566252" indent="0">
              <a:buNone/>
              <a:defRPr sz="676"/>
            </a:lvl3pPr>
            <a:lvl4pPr marL="849379" indent="0">
              <a:buNone/>
              <a:defRPr sz="601"/>
            </a:lvl4pPr>
            <a:lvl5pPr marL="1132505" indent="0">
              <a:buNone/>
              <a:defRPr sz="601"/>
            </a:lvl5pPr>
            <a:lvl6pPr marL="1415633" indent="0">
              <a:buNone/>
              <a:defRPr sz="601"/>
            </a:lvl6pPr>
            <a:lvl7pPr marL="1698759" indent="0">
              <a:buNone/>
              <a:defRPr sz="601"/>
            </a:lvl7pPr>
            <a:lvl8pPr marL="1981885" indent="0">
              <a:buNone/>
              <a:defRPr sz="601"/>
            </a:lvl8pPr>
            <a:lvl9pPr marL="2265011" indent="0">
              <a:buNone/>
              <a:defRPr sz="601"/>
            </a:lvl9pPr>
          </a:lstStyle>
          <a:p>
            <a:pPr lvl="0"/>
            <a:r>
              <a:rPr lang="en-US"/>
              <a:t>Click to edit Master text styles</a:t>
            </a:r>
          </a:p>
        </p:txBody>
      </p:sp>
    </p:spTree>
    <p:extLst>
      <p:ext uri="{BB962C8B-B14F-4D97-AF65-F5344CB8AC3E}">
        <p14:creationId xmlns:p14="http://schemas.microsoft.com/office/powerpoint/2010/main" val="3035502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1895" y="4800603"/>
            <a:ext cx="5486797" cy="566738"/>
          </a:xfrm>
          <a:prstGeom prst="rect">
            <a:avLst/>
          </a:prstGeom>
        </p:spPr>
        <p:txBody>
          <a:bodyPr lIns="75420" tIns="37710" rIns="75420" bIns="37710" anchor="b"/>
          <a:lstStyle>
            <a:lvl1pPr algn="l">
              <a:defRPr sz="1201" b="1"/>
            </a:lvl1pPr>
          </a:lstStyle>
          <a:p>
            <a:r>
              <a:rPr lang="en-US"/>
              <a:t>Click to edit Master title style</a:t>
            </a:r>
          </a:p>
        </p:txBody>
      </p:sp>
      <p:sp>
        <p:nvSpPr>
          <p:cNvPr id="3" name="Picture Placeholder 2"/>
          <p:cNvSpPr>
            <a:spLocks noGrp="1"/>
          </p:cNvSpPr>
          <p:nvPr>
            <p:ph type="pic" idx="1"/>
          </p:nvPr>
        </p:nvSpPr>
        <p:spPr>
          <a:xfrm>
            <a:off x="1791895" y="613173"/>
            <a:ext cx="5486797" cy="4114800"/>
          </a:xfrm>
          <a:prstGeom prst="rect">
            <a:avLst/>
          </a:prstGeom>
        </p:spPr>
        <p:txBody>
          <a:bodyPr lIns="75420" tIns="37710" rIns="75420" bIns="37710"/>
          <a:lstStyle>
            <a:lvl1pPr marL="0" indent="0">
              <a:buNone/>
              <a:defRPr sz="2027"/>
            </a:lvl1pPr>
            <a:lvl2pPr marL="283127" indent="0">
              <a:buNone/>
              <a:defRPr sz="1727"/>
            </a:lvl2pPr>
            <a:lvl3pPr marL="566252" indent="0">
              <a:buNone/>
              <a:defRPr sz="1502"/>
            </a:lvl3pPr>
            <a:lvl4pPr marL="849379" indent="0">
              <a:buNone/>
              <a:defRPr sz="1201"/>
            </a:lvl4pPr>
            <a:lvl5pPr marL="1132505" indent="0">
              <a:buNone/>
              <a:defRPr sz="1201"/>
            </a:lvl5pPr>
            <a:lvl6pPr marL="1415633" indent="0">
              <a:buNone/>
              <a:defRPr sz="1201"/>
            </a:lvl6pPr>
            <a:lvl7pPr marL="1698759" indent="0">
              <a:buNone/>
              <a:defRPr sz="1201"/>
            </a:lvl7pPr>
            <a:lvl8pPr marL="1981885" indent="0">
              <a:buNone/>
              <a:defRPr sz="1201"/>
            </a:lvl8pPr>
            <a:lvl9pPr marL="2265011" indent="0">
              <a:buNone/>
              <a:defRPr sz="1201"/>
            </a:lvl9pPr>
          </a:lstStyle>
          <a:p>
            <a:pPr lvl="0"/>
            <a:endParaRPr lang="en-US" noProof="0" dirty="0"/>
          </a:p>
        </p:txBody>
      </p:sp>
      <p:sp>
        <p:nvSpPr>
          <p:cNvPr id="4" name="Text Placeholder 3"/>
          <p:cNvSpPr>
            <a:spLocks noGrp="1"/>
          </p:cNvSpPr>
          <p:nvPr>
            <p:ph type="body" sz="half" idx="2"/>
          </p:nvPr>
        </p:nvSpPr>
        <p:spPr>
          <a:xfrm>
            <a:off x="1791895" y="5367342"/>
            <a:ext cx="5486797" cy="804864"/>
          </a:xfrm>
          <a:prstGeom prst="rect">
            <a:avLst/>
          </a:prstGeom>
        </p:spPr>
        <p:txBody>
          <a:bodyPr lIns="75420" tIns="37710" rIns="75420" bIns="37710"/>
          <a:lstStyle>
            <a:lvl1pPr marL="0" indent="0">
              <a:buNone/>
              <a:defRPr sz="751"/>
            </a:lvl1pPr>
            <a:lvl2pPr marL="283127" indent="0">
              <a:buNone/>
              <a:defRPr sz="751"/>
            </a:lvl2pPr>
            <a:lvl3pPr marL="566252" indent="0">
              <a:buNone/>
              <a:defRPr sz="676"/>
            </a:lvl3pPr>
            <a:lvl4pPr marL="849379" indent="0">
              <a:buNone/>
              <a:defRPr sz="601"/>
            </a:lvl4pPr>
            <a:lvl5pPr marL="1132505" indent="0">
              <a:buNone/>
              <a:defRPr sz="601"/>
            </a:lvl5pPr>
            <a:lvl6pPr marL="1415633" indent="0">
              <a:buNone/>
              <a:defRPr sz="601"/>
            </a:lvl6pPr>
            <a:lvl7pPr marL="1698759" indent="0">
              <a:buNone/>
              <a:defRPr sz="601"/>
            </a:lvl7pPr>
            <a:lvl8pPr marL="1981885" indent="0">
              <a:buNone/>
              <a:defRPr sz="601"/>
            </a:lvl8pPr>
            <a:lvl9pPr marL="2265011" indent="0">
              <a:buNone/>
              <a:defRPr sz="601"/>
            </a:lvl9pPr>
          </a:lstStyle>
          <a:p>
            <a:pPr lvl="0"/>
            <a:r>
              <a:rPr lang="en-US"/>
              <a:t>Click to edit Master text styles</a:t>
            </a:r>
          </a:p>
        </p:txBody>
      </p:sp>
    </p:spTree>
    <p:extLst>
      <p:ext uri="{BB962C8B-B14F-4D97-AF65-F5344CB8AC3E}">
        <p14:creationId xmlns:p14="http://schemas.microsoft.com/office/powerpoint/2010/main" val="1972404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401" y="275036"/>
            <a:ext cx="8229203" cy="1143000"/>
          </a:xfrm>
          <a:prstGeom prst="rect">
            <a:avLst/>
          </a:prstGeom>
        </p:spPr>
        <p:txBody>
          <a:bodyPr lIns="75420" tIns="37710" rIns="75420" bIns="37710"/>
          <a:lstStyle/>
          <a:p>
            <a:r>
              <a:rPr lang="en-US"/>
              <a:t>Click to edit Master title style</a:t>
            </a:r>
          </a:p>
        </p:txBody>
      </p:sp>
      <p:sp>
        <p:nvSpPr>
          <p:cNvPr id="3" name="Vertical Text Placeholder 2"/>
          <p:cNvSpPr>
            <a:spLocks noGrp="1"/>
          </p:cNvSpPr>
          <p:nvPr>
            <p:ph type="body" orient="vert" idx="1"/>
          </p:nvPr>
        </p:nvSpPr>
        <p:spPr>
          <a:xfrm>
            <a:off x="457401" y="1600204"/>
            <a:ext cx="8229203" cy="4525569"/>
          </a:xfrm>
          <a:prstGeom prst="rect">
            <a:avLst/>
          </a:prstGeom>
        </p:spPr>
        <p:txBody>
          <a:bodyPr vert="eaVert" lIns="75420" tIns="37710" rIns="75420" bIns="377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44911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803" y="275041"/>
            <a:ext cx="2056805" cy="5850730"/>
          </a:xfrm>
          <a:prstGeom prst="rect">
            <a:avLst/>
          </a:prstGeom>
        </p:spPr>
        <p:txBody>
          <a:bodyPr vert="eaVert" lIns="75420" tIns="37710" rIns="75420" bIns="37710"/>
          <a:lstStyle/>
          <a:p>
            <a:r>
              <a:rPr lang="en-US"/>
              <a:t>Click to edit Master title style</a:t>
            </a:r>
          </a:p>
        </p:txBody>
      </p:sp>
      <p:sp>
        <p:nvSpPr>
          <p:cNvPr id="3" name="Vertical Text Placeholder 2"/>
          <p:cNvSpPr>
            <a:spLocks noGrp="1"/>
          </p:cNvSpPr>
          <p:nvPr>
            <p:ph type="body" orient="vert" idx="1"/>
          </p:nvPr>
        </p:nvSpPr>
        <p:spPr>
          <a:xfrm>
            <a:off x="457401" y="275041"/>
            <a:ext cx="6077147" cy="5850730"/>
          </a:xfrm>
          <a:prstGeom prst="rect">
            <a:avLst/>
          </a:prstGeom>
        </p:spPr>
        <p:txBody>
          <a:bodyPr vert="eaVert" lIns="75420" tIns="37710" rIns="75420" bIns="377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88179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1747" y="5863179"/>
            <a:ext cx="7155611" cy="249299"/>
          </a:xfrm>
          <a:prstGeom prst="rect">
            <a:avLst/>
          </a:prstGeom>
        </p:spPr>
        <p:txBody>
          <a:bodyPr wrap="square" lIns="0" tIns="0" rIns="0" bIns="0">
            <a:spAutoFit/>
          </a:bodyPr>
          <a:lstStyle>
            <a:lvl1pPr marL="0" indent="0" algn="l" defTabSz="685800" rtl="0" eaLnBrk="1" latinLnBrk="0" hangingPunct="1">
              <a:lnSpc>
                <a:spcPct val="90000"/>
              </a:lnSpc>
              <a:spcBef>
                <a:spcPct val="0"/>
              </a:spcBef>
              <a:buNone/>
              <a:defRPr lang="en-US" sz="1800" b="1" kern="1200" dirty="0">
                <a:solidFill>
                  <a:schemeClr val="tx1"/>
                </a:solidFill>
                <a:latin typeface="Arial" panose="020B0604020202020204" pitchFamily="34" charset="0"/>
                <a:ea typeface="+mj-ea"/>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2" name="Title 1"/>
          <p:cNvSpPr>
            <a:spLocks noGrp="1"/>
          </p:cNvSpPr>
          <p:nvPr>
            <p:ph type="ctrTitle"/>
          </p:nvPr>
        </p:nvSpPr>
        <p:spPr>
          <a:xfrm>
            <a:off x="511747" y="5366882"/>
            <a:ext cx="7155611" cy="363561"/>
          </a:xfrm>
          <a:prstGeom prst="rect">
            <a:avLst/>
          </a:prstGeom>
        </p:spPr>
        <p:txBody>
          <a:bodyPr wrap="square" lIns="0" tIns="0" rIns="0" bIns="0" anchor="t" anchorCtr="0">
            <a:spAutoFit/>
          </a:bodyPr>
          <a:lstStyle>
            <a:lvl1pPr marL="0" algn="l" defTabSz="685800" rtl="0" eaLnBrk="1" latinLnBrk="0" hangingPunct="1">
              <a:lnSpc>
                <a:spcPct val="90000"/>
              </a:lnSpc>
              <a:spcBef>
                <a:spcPct val="0"/>
              </a:spcBef>
              <a:buNone/>
              <a:defRPr lang="en-US" sz="2625" b="1" kern="1200" dirty="0">
                <a:solidFill>
                  <a:schemeClr val="bg1"/>
                </a:solidFill>
                <a:effectLst>
                  <a:outerShdw blurRad="76200" dist="38100" dir="3600000" algn="t" rotWithShape="0">
                    <a:schemeClr val="tx1">
                      <a:alpha val="70000"/>
                    </a:schemeClr>
                  </a:outerShdw>
                </a:effectLst>
                <a:latin typeface="Arial" panose="020B0604020202020204" pitchFamily="34" charset="0"/>
                <a:ea typeface="+mj-ea"/>
                <a:cs typeface="Arial" panose="020B0604020202020204" pitchFamily="34" charset="0"/>
              </a:defRPr>
            </a:lvl1pPr>
          </a:lstStyle>
          <a:p>
            <a:pPr marL="0" lvl="0" algn="l" defTabSz="685800" rtl="0" eaLnBrk="1" latinLnBrk="0" hangingPunct="1">
              <a:lnSpc>
                <a:spcPct val="90000"/>
              </a:lnSpc>
              <a:spcBef>
                <a:spcPct val="0"/>
              </a:spcBef>
              <a:buNone/>
            </a:pPr>
            <a:r>
              <a:rPr lang="en-US" dirty="0"/>
              <a:t>Click to edit Master title style</a:t>
            </a:r>
          </a:p>
        </p:txBody>
      </p:sp>
      <p:sp>
        <p:nvSpPr>
          <p:cNvPr id="14" name="Classification Lower"/>
          <p:cNvSpPr txBox="1">
            <a:spLocks/>
          </p:cNvSpPr>
          <p:nvPr userDrawn="1"/>
        </p:nvSpPr>
        <p:spPr>
          <a:xfrm>
            <a:off x="0" y="6724796"/>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
        <p:nvSpPr>
          <p:cNvPr id="15"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6" name="Group 5"/>
          <p:cNvGrpSpPr/>
          <p:nvPr userDrawn="1"/>
        </p:nvGrpSpPr>
        <p:grpSpPr>
          <a:xfrm>
            <a:off x="0" y="-793"/>
            <a:ext cx="9144000" cy="1028700"/>
            <a:chOff x="0" y="-793"/>
            <a:chExt cx="12345388" cy="1028700"/>
          </a:xfrm>
        </p:grpSpPr>
        <p:pic>
          <p:nvPicPr>
            <p:cNvPr id="7"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8"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23193758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6761" y="104041"/>
            <a:ext cx="7955280" cy="383182"/>
          </a:xfrm>
          <a:prstGeom prst="rect">
            <a:avLst/>
          </a:prstGeom>
        </p:spPr>
        <p:txBody>
          <a:bodyPr vert="horz" lIns="182880" tIns="45720" rIns="91440" bIns="45720" rtlCol="0" anchor="t" anchorCtr="0">
            <a:spAutoFit/>
          </a:bodyPr>
          <a:lstStyle>
            <a:lvl1pPr>
              <a:defRPr lang="en-US" dirty="0"/>
            </a:lvl1pPr>
          </a:lstStyle>
          <a:p>
            <a:pPr lvl="0"/>
            <a:r>
              <a:rPr lang="en-US" dirty="0"/>
              <a:t>Click to edit Master title style</a:t>
            </a:r>
          </a:p>
        </p:txBody>
      </p:sp>
      <p:sp>
        <p:nvSpPr>
          <p:cNvPr id="3" name="Content Placeholder 2"/>
          <p:cNvSpPr>
            <a:spLocks noGrp="1"/>
          </p:cNvSpPr>
          <p:nvPr>
            <p:ph idx="1"/>
          </p:nvPr>
        </p:nvSpPr>
        <p:spPr>
          <a:xfrm>
            <a:off x="836761" y="711257"/>
            <a:ext cx="77724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5" name="Group 4"/>
          <p:cNvGrpSpPr/>
          <p:nvPr userDrawn="1"/>
        </p:nvGrpSpPr>
        <p:grpSpPr>
          <a:xfrm>
            <a:off x="0" y="-793"/>
            <a:ext cx="9144000" cy="1028700"/>
            <a:chOff x="0" y="-793"/>
            <a:chExt cx="12345388" cy="1028700"/>
          </a:xfrm>
        </p:grpSpPr>
        <p:pic>
          <p:nvPicPr>
            <p:cNvPr id="7"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8"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1732586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and Bumper">
    <p:spTree>
      <p:nvGrpSpPr>
        <p:cNvPr id="1" name=""/>
        <p:cNvGrpSpPr/>
        <p:nvPr/>
      </p:nvGrpSpPr>
      <p:grpSpPr>
        <a:xfrm>
          <a:off x="0" y="0"/>
          <a:ext cx="0" cy="0"/>
          <a:chOff x="0" y="0"/>
          <a:chExt cx="0" cy="0"/>
        </a:xfrm>
      </p:grpSpPr>
      <p:sp>
        <p:nvSpPr>
          <p:cNvPr id="2" name="Title 1"/>
          <p:cNvSpPr>
            <a:spLocks noGrp="1"/>
          </p:cNvSpPr>
          <p:nvPr>
            <p:ph type="title"/>
          </p:nvPr>
        </p:nvSpPr>
        <p:spPr>
          <a:xfrm>
            <a:off x="836761"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dirty="0"/>
              <a:t>Click to edit Master title style</a:t>
            </a:r>
          </a:p>
        </p:txBody>
      </p:sp>
      <p:sp>
        <p:nvSpPr>
          <p:cNvPr id="3" name="Content Placeholder 2"/>
          <p:cNvSpPr>
            <a:spLocks noGrp="1"/>
          </p:cNvSpPr>
          <p:nvPr>
            <p:ph idx="1"/>
          </p:nvPr>
        </p:nvSpPr>
        <p:spPr>
          <a:xfrm>
            <a:off x="836761" y="711257"/>
            <a:ext cx="77724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3" hasCustomPrompt="1"/>
          </p:nvPr>
        </p:nvSpPr>
        <p:spPr>
          <a:xfrm>
            <a:off x="17253" y="6190488"/>
            <a:ext cx="8307388" cy="300082"/>
          </a:xfrm>
          <a:prstGeom prst="rect">
            <a:avLst/>
          </a:prstGeom>
        </p:spPr>
        <p:txBody>
          <a:bodyPr vert="horz" wrap="square" lIns="182880" tIns="45720" rIns="91440" bIns="45720" rtlCol="0" anchor="t" anchorCtr="0">
            <a:spAutoFit/>
          </a:bodyPr>
          <a:lstStyle>
            <a:lvl1pPr marL="0" indent="0">
              <a:buFont typeface="Arial" panose="020B0604020202020204" pitchFamily="34" charset="0"/>
              <a:buNone/>
              <a:defRPr lang="en-US" sz="15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dirty="0"/>
              <a:t>Click to add bumper</a:t>
            </a:r>
          </a:p>
        </p:txBody>
      </p:sp>
      <p:sp>
        <p:nvSpPr>
          <p:cNvPr id="9"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10" name="Group 9"/>
          <p:cNvGrpSpPr/>
          <p:nvPr userDrawn="1"/>
        </p:nvGrpSpPr>
        <p:grpSpPr>
          <a:xfrm>
            <a:off x="0" y="-793"/>
            <a:ext cx="9144000" cy="1028700"/>
            <a:chOff x="0" y="-793"/>
            <a:chExt cx="12345388" cy="1028700"/>
          </a:xfrm>
        </p:grpSpPr>
        <p:pic>
          <p:nvPicPr>
            <p:cNvPr id="11"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12"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11735863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6761"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a:t>Click to edit Master title style</a:t>
            </a:r>
            <a:endParaRPr lang="en-US" dirty="0"/>
          </a:p>
        </p:txBody>
      </p:sp>
      <p:sp>
        <p:nvSpPr>
          <p:cNvPr id="6"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5" name="Group 4"/>
          <p:cNvGrpSpPr/>
          <p:nvPr userDrawn="1"/>
        </p:nvGrpSpPr>
        <p:grpSpPr>
          <a:xfrm>
            <a:off x="0" y="-793"/>
            <a:ext cx="9144000" cy="1028700"/>
            <a:chOff x="0" y="-793"/>
            <a:chExt cx="12345388" cy="1028700"/>
          </a:xfrm>
        </p:grpSpPr>
        <p:pic>
          <p:nvPicPr>
            <p:cNvPr id="7"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8"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13134787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3279718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8754" y="3136479"/>
            <a:ext cx="7886700" cy="757130"/>
          </a:xfrm>
          <a:prstGeom prst="rect">
            <a:avLst/>
          </a:prstGeom>
        </p:spPr>
        <p:txBody>
          <a:bodyPr anchor="b"/>
          <a:lstStyle>
            <a:lvl1pPr>
              <a:defRPr sz="36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6551651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6761"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dirty="0"/>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7"/>
            <a:ext cx="20574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6" name="Footer Placeholder 5"/>
          <p:cNvSpPr>
            <a:spLocks noGrp="1"/>
          </p:cNvSpPr>
          <p:nvPr>
            <p:ph type="ftr" sz="quarter" idx="11"/>
          </p:nvPr>
        </p:nvSpPr>
        <p:spPr>
          <a:xfrm>
            <a:off x="3028950" y="6356357"/>
            <a:ext cx="30861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8"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9" name="Group 8"/>
          <p:cNvGrpSpPr/>
          <p:nvPr userDrawn="1"/>
        </p:nvGrpSpPr>
        <p:grpSpPr>
          <a:xfrm>
            <a:off x="0" y="-793"/>
            <a:ext cx="9144000" cy="1028700"/>
            <a:chOff x="0" y="-793"/>
            <a:chExt cx="12345388" cy="1028700"/>
          </a:xfrm>
        </p:grpSpPr>
        <p:pic>
          <p:nvPicPr>
            <p:cNvPr id="10"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11"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35150698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1248"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atin typeface="Arial" panose="020B0604020202020204" pitchFamily="34" charset="0"/>
                <a:cs typeface="Arial" panose="020B06040202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2" y="1681163"/>
            <a:ext cx="3887391" cy="823912"/>
          </a:xfrm>
          <a:prstGeom prst="rect">
            <a:avLst/>
          </a:prstGeom>
        </p:spPr>
        <p:txBody>
          <a:bodyPr anchor="b"/>
          <a:lstStyle>
            <a:lvl1pPr marL="0" indent="0">
              <a:buNone/>
              <a:defRPr sz="1800" b="1">
                <a:latin typeface="Arial" panose="020B0604020202020204" pitchFamily="34" charset="0"/>
                <a:cs typeface="Arial" panose="020B06040202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2" y="2505075"/>
            <a:ext cx="3887391" cy="368458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7"/>
            <a:ext cx="20574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8" name="Footer Placeholder 7"/>
          <p:cNvSpPr>
            <a:spLocks noGrp="1"/>
          </p:cNvSpPr>
          <p:nvPr>
            <p:ph type="ftr" sz="quarter" idx="11"/>
          </p:nvPr>
        </p:nvSpPr>
        <p:spPr>
          <a:xfrm>
            <a:off x="3028950" y="6356357"/>
            <a:ext cx="30861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10" name="Slide Number Placeholder 5"/>
          <p:cNvSpPr>
            <a:spLocks noGrp="1"/>
          </p:cNvSpPr>
          <p:nvPr>
            <p:ph type="sldNum" sz="quarter" idx="12"/>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444897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7"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a:t>Click to edit Master title style</a:t>
            </a:r>
            <a:endParaRPr lang="en-US" dirty="0"/>
          </a:p>
        </p:txBody>
      </p:sp>
      <p:sp>
        <p:nvSpPr>
          <p:cNvPr id="3" name="Content Placeholder 2"/>
          <p:cNvSpPr>
            <a:spLocks noGrp="1"/>
          </p:cNvSpPr>
          <p:nvPr>
            <p:ph idx="1"/>
          </p:nvPr>
        </p:nvSpPr>
        <p:spPr>
          <a:xfrm>
            <a:off x="3887391" y="987432"/>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28650" y="6356357"/>
            <a:ext cx="20574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6" name="Footer Placeholder 5"/>
          <p:cNvSpPr>
            <a:spLocks noGrp="1"/>
          </p:cNvSpPr>
          <p:nvPr>
            <p:ph type="ftr" sz="quarter" idx="11"/>
          </p:nvPr>
        </p:nvSpPr>
        <p:spPr>
          <a:xfrm>
            <a:off x="3028950" y="6356357"/>
            <a:ext cx="30861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8"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9" name="Group 8"/>
          <p:cNvGrpSpPr/>
          <p:nvPr userDrawn="1"/>
        </p:nvGrpSpPr>
        <p:grpSpPr>
          <a:xfrm>
            <a:off x="0" y="-793"/>
            <a:ext cx="9144000" cy="1028700"/>
            <a:chOff x="0" y="-793"/>
            <a:chExt cx="12345388" cy="1028700"/>
          </a:xfrm>
        </p:grpSpPr>
        <p:pic>
          <p:nvPicPr>
            <p:cNvPr id="10"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11"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40853039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2"/>
            <a:ext cx="612648" cy="184666"/>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
        <p:nvSpPr>
          <p:cNvPr id="3" name="Slide Number Placeholder 5"/>
          <p:cNvSpPr txBox="1">
            <a:spLocks/>
          </p:cNvSpPr>
          <p:nvPr userDrawn="1"/>
        </p:nvSpPr>
        <p:spPr>
          <a:xfrm>
            <a:off x="4373070" y="6519496"/>
            <a:ext cx="349891" cy="33850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A3C3F5D-9F0A-4D26-898B-10DC4C85EEE6}" type="slidenum">
              <a:rPr lang="en-US" sz="1350" smtClean="0">
                <a:solidFill>
                  <a:prstClr val="black"/>
                </a:solidFill>
              </a:rPr>
              <a:pPr/>
              <a:t>‹#›</a:t>
            </a:fld>
            <a:endParaRPr lang="en-US" sz="1350" dirty="0">
              <a:solidFill>
                <a:prstClr val="black"/>
              </a:solidFill>
            </a:endParaRPr>
          </a:p>
        </p:txBody>
      </p:sp>
      <p:grpSp>
        <p:nvGrpSpPr>
          <p:cNvPr id="4" name="Group 3"/>
          <p:cNvGrpSpPr/>
          <p:nvPr userDrawn="1"/>
        </p:nvGrpSpPr>
        <p:grpSpPr>
          <a:xfrm>
            <a:off x="3195" y="5935407"/>
            <a:ext cx="9144001" cy="923926"/>
            <a:chOff x="0" y="5934078"/>
            <a:chExt cx="12318274" cy="923926"/>
          </a:xfrm>
        </p:grpSpPr>
        <p:grpSp>
          <p:nvGrpSpPr>
            <p:cNvPr id="5" name="Group 4"/>
            <p:cNvGrpSpPr/>
            <p:nvPr userDrawn="1"/>
          </p:nvGrpSpPr>
          <p:grpSpPr>
            <a:xfrm>
              <a:off x="0" y="5934078"/>
              <a:ext cx="12318274" cy="923926"/>
              <a:chOff x="0" y="5934078"/>
              <a:chExt cx="12318274" cy="923926"/>
            </a:xfrm>
          </p:grpSpPr>
          <p:pic>
            <p:nvPicPr>
              <p:cNvPr id="7" name="Lower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4274" y="5934079"/>
                <a:ext cx="9144000" cy="923925"/>
              </a:xfrm>
              <a:prstGeom prst="rect">
                <a:avLst/>
              </a:prstGeom>
            </p:spPr>
          </p:pic>
          <p:pic>
            <p:nvPicPr>
              <p:cNvPr id="8" name="LowerBar"/>
              <p:cNvPicPr>
                <a:picLocks noChangeAspect="1"/>
              </p:cNvPicPr>
              <p:nvPr userDrawn="1"/>
            </p:nvPicPr>
            <p:blipFill rotWithShape="1">
              <a:blip r:embed="rId2">
                <a:extLst>
                  <a:ext uri="{28A0092B-C50C-407E-A947-70E740481C1C}">
                    <a14:useLocalDpi xmlns:a14="http://schemas.microsoft.com/office/drawing/2010/main" val="0"/>
                  </a:ext>
                </a:extLst>
              </a:blip>
              <a:srcRect r="65286"/>
              <a:stretch/>
            </p:blipFill>
            <p:spPr>
              <a:xfrm flipH="1">
                <a:off x="0" y="5934078"/>
                <a:ext cx="3174274" cy="923925"/>
              </a:xfrm>
              <a:prstGeom prst="rect">
                <a:avLst/>
              </a:prstGeom>
            </p:spPr>
          </p:pic>
        </p:gr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9593" y="6128800"/>
              <a:ext cx="555373" cy="555373"/>
            </a:xfrm>
            <a:prstGeom prst="rect">
              <a:avLst/>
            </a:prstGeom>
          </p:spPr>
        </p:pic>
      </p:grpSp>
      <p:sp>
        <p:nvSpPr>
          <p:cNvPr id="9" name="Classification Lower"/>
          <p:cNvSpPr txBox="1">
            <a:spLocks/>
          </p:cNvSpPr>
          <p:nvPr userDrawn="1"/>
        </p:nvSpPr>
        <p:spPr>
          <a:xfrm>
            <a:off x="0" y="6724796"/>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Tree>
    <p:extLst>
      <p:ext uri="{BB962C8B-B14F-4D97-AF65-F5344CB8AC3E}">
        <p14:creationId xmlns:p14="http://schemas.microsoft.com/office/powerpoint/2010/main" val="30184073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lide Number Placeholder 5"/>
          <p:cNvSpPr txBox="1">
            <a:spLocks/>
          </p:cNvSpPr>
          <p:nvPr userDrawn="1"/>
        </p:nvSpPr>
        <p:spPr>
          <a:xfrm>
            <a:off x="4373070" y="6519496"/>
            <a:ext cx="349891" cy="33850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A3C3F5D-9F0A-4D26-898B-10DC4C85EEE6}" type="slidenum">
              <a:rPr lang="en-US" sz="1350" smtClean="0">
                <a:solidFill>
                  <a:prstClr val="black"/>
                </a:solidFill>
              </a:rPr>
              <a:pPr/>
              <a:t>‹#›</a:t>
            </a:fld>
            <a:endParaRPr lang="en-US" sz="1350" dirty="0">
              <a:solidFill>
                <a:prstClr val="black"/>
              </a:solidFill>
            </a:endParaRPr>
          </a:p>
        </p:txBody>
      </p:sp>
      <p:grpSp>
        <p:nvGrpSpPr>
          <p:cNvPr id="4" name="Group 3"/>
          <p:cNvGrpSpPr/>
          <p:nvPr userDrawn="1"/>
        </p:nvGrpSpPr>
        <p:grpSpPr>
          <a:xfrm>
            <a:off x="3195" y="5935407"/>
            <a:ext cx="9144001" cy="923926"/>
            <a:chOff x="0" y="5934078"/>
            <a:chExt cx="12318274" cy="923926"/>
          </a:xfrm>
        </p:grpSpPr>
        <p:grpSp>
          <p:nvGrpSpPr>
            <p:cNvPr id="5" name="Group 4"/>
            <p:cNvGrpSpPr/>
            <p:nvPr userDrawn="1"/>
          </p:nvGrpSpPr>
          <p:grpSpPr>
            <a:xfrm>
              <a:off x="0" y="5934078"/>
              <a:ext cx="12318274" cy="923926"/>
              <a:chOff x="0" y="5934078"/>
              <a:chExt cx="12318274" cy="923926"/>
            </a:xfrm>
          </p:grpSpPr>
          <p:pic>
            <p:nvPicPr>
              <p:cNvPr id="7" name="Lower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4274" y="5934079"/>
                <a:ext cx="9144000" cy="923925"/>
              </a:xfrm>
              <a:prstGeom prst="rect">
                <a:avLst/>
              </a:prstGeom>
            </p:spPr>
          </p:pic>
          <p:pic>
            <p:nvPicPr>
              <p:cNvPr id="8" name="LowerBar"/>
              <p:cNvPicPr>
                <a:picLocks noChangeAspect="1"/>
              </p:cNvPicPr>
              <p:nvPr userDrawn="1"/>
            </p:nvPicPr>
            <p:blipFill rotWithShape="1">
              <a:blip r:embed="rId2">
                <a:extLst>
                  <a:ext uri="{28A0092B-C50C-407E-A947-70E740481C1C}">
                    <a14:useLocalDpi xmlns:a14="http://schemas.microsoft.com/office/drawing/2010/main" val="0"/>
                  </a:ext>
                </a:extLst>
              </a:blip>
              <a:srcRect r="65286"/>
              <a:stretch/>
            </p:blipFill>
            <p:spPr>
              <a:xfrm flipH="1">
                <a:off x="0" y="5934078"/>
                <a:ext cx="3174274" cy="923925"/>
              </a:xfrm>
              <a:prstGeom prst="rect">
                <a:avLst/>
              </a:prstGeom>
            </p:spPr>
          </p:pic>
        </p:gr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9593" y="6128800"/>
              <a:ext cx="555373" cy="555373"/>
            </a:xfrm>
            <a:prstGeom prst="rect">
              <a:avLst/>
            </a:prstGeom>
          </p:spPr>
        </p:pic>
      </p:grpSp>
      <p:sp>
        <p:nvSpPr>
          <p:cNvPr id="9" name="Classification Lower"/>
          <p:cNvSpPr txBox="1">
            <a:spLocks/>
          </p:cNvSpPr>
          <p:nvPr userDrawn="1"/>
        </p:nvSpPr>
        <p:spPr>
          <a:xfrm>
            <a:off x="0" y="6724796"/>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Tree>
    <p:extLst>
      <p:ext uri="{BB962C8B-B14F-4D97-AF65-F5344CB8AC3E}">
        <p14:creationId xmlns:p14="http://schemas.microsoft.com/office/powerpoint/2010/main" val="24289146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0710918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1_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9144000" cy="4995949"/>
          </a:xfrm>
          <a:prstGeom prst="rect">
            <a:avLst/>
          </a:prstGeom>
        </p:spPr>
      </p:pic>
      <p:pic>
        <p:nvPicPr>
          <p:cNvPr id="6" name="LowerBa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695700"/>
            <a:ext cx="9144000" cy="3162300"/>
          </a:xfrm>
          <a:prstGeom prst="rect">
            <a:avLst/>
          </a:prstGeom>
        </p:spPr>
      </p:pic>
      <p:sp>
        <p:nvSpPr>
          <p:cNvPr id="3" name="Subtitle 2"/>
          <p:cNvSpPr>
            <a:spLocks noGrp="1"/>
          </p:cNvSpPr>
          <p:nvPr>
            <p:ph type="subTitle" idx="1"/>
          </p:nvPr>
        </p:nvSpPr>
        <p:spPr>
          <a:xfrm>
            <a:off x="511744" y="5863173"/>
            <a:ext cx="7155611" cy="332399"/>
          </a:xfrm>
          <a:prstGeom prst="rect">
            <a:avLst/>
          </a:prstGeom>
        </p:spPr>
        <p:txBody>
          <a:bodyPr wrap="square" lIns="0" tIns="0" rIns="0" bIns="0">
            <a:spAutoFit/>
          </a:bodyPr>
          <a:lstStyle>
            <a:lvl1pPr marL="0" indent="0" algn="l" defTabSz="914400" rtl="0" eaLnBrk="1" latinLnBrk="0" hangingPunct="1">
              <a:lnSpc>
                <a:spcPct val="90000"/>
              </a:lnSpc>
              <a:spcBef>
                <a:spcPct val="0"/>
              </a:spcBef>
              <a:buNone/>
              <a:defRPr lang="en-US" sz="2400" b="1" kern="1200" dirty="0">
                <a:solidFill>
                  <a:schemeClr val="tx1"/>
                </a:solidFill>
                <a:latin typeface="Arial" panose="020B0604020202020204" pitchFamily="34" charset="0"/>
                <a:ea typeface="+mj-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p:cNvSpPr>
            <a:spLocks noGrp="1"/>
          </p:cNvSpPr>
          <p:nvPr>
            <p:ph type="ctrTitle"/>
          </p:nvPr>
        </p:nvSpPr>
        <p:spPr>
          <a:xfrm>
            <a:off x="511744" y="5366881"/>
            <a:ext cx="7155611" cy="484748"/>
          </a:xfrm>
          <a:prstGeom prst="rect">
            <a:avLst/>
          </a:prstGeom>
        </p:spPr>
        <p:txBody>
          <a:bodyPr wrap="square" lIns="0" tIns="0" rIns="0" bIns="0" anchor="t" anchorCtr="0">
            <a:spAutoFit/>
          </a:bodyPr>
          <a:lstStyle>
            <a:lvl1pPr marL="0" algn="l" defTabSz="914400" rtl="0" eaLnBrk="1" latinLnBrk="0" hangingPunct="1">
              <a:lnSpc>
                <a:spcPct val="90000"/>
              </a:lnSpc>
              <a:spcBef>
                <a:spcPct val="0"/>
              </a:spcBef>
              <a:buNone/>
              <a:defRPr lang="en-US" sz="3500" b="1" kern="1200" dirty="0">
                <a:solidFill>
                  <a:schemeClr val="bg1"/>
                </a:solidFill>
                <a:effectLst>
                  <a:outerShdw blurRad="76200" dist="38100" dir="3600000" algn="t" rotWithShape="0">
                    <a:schemeClr val="tx1">
                      <a:alpha val="70000"/>
                    </a:schemeClr>
                  </a:outerShdw>
                </a:effectLst>
                <a:latin typeface="Arial" panose="020B0604020202020204" pitchFamily="34" charset="0"/>
                <a:ea typeface="+mj-ea"/>
                <a:cs typeface="Arial" panose="020B0604020202020204" pitchFamily="34" charset="0"/>
              </a:defRPr>
            </a:lvl1pPr>
          </a:lstStyle>
          <a:p>
            <a:pPr marL="0" lvl="0" algn="l" defTabSz="914400" rtl="0" eaLnBrk="1" latinLnBrk="0" hangingPunct="1">
              <a:lnSpc>
                <a:spcPct val="90000"/>
              </a:lnSpc>
              <a:spcBef>
                <a:spcPct val="0"/>
              </a:spcBef>
              <a:buNone/>
            </a:pPr>
            <a:r>
              <a:rPr lang="en-US" dirty="0"/>
              <a:t>Click to edit Master title style</a:t>
            </a:r>
          </a:p>
        </p:txBody>
      </p:sp>
      <p:pic>
        <p:nvPicPr>
          <p:cNvPr id="7" name="ArmyLogo"/>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11744" y="0"/>
            <a:ext cx="1495425" cy="1857375"/>
          </a:xfrm>
          <a:prstGeom prst="rect">
            <a:avLst/>
          </a:prstGeom>
        </p:spPr>
      </p:pic>
      <p:sp>
        <p:nvSpPr>
          <p:cNvPr id="11" name="Classification Lower"/>
          <p:cNvSpPr txBox="1">
            <a:spLocks/>
          </p:cNvSpPr>
          <p:nvPr userDrawn="1"/>
        </p:nvSpPr>
        <p:spPr>
          <a:xfrm>
            <a:off x="0" y="6724790"/>
            <a:ext cx="8515350" cy="138499"/>
          </a:xfrm>
          <a:prstGeom prst="rect">
            <a:avLst/>
          </a:prstGeom>
        </p:spPr>
        <p:txBody>
          <a:bodyPr vert="horz" wrap="square" lIns="9144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b="1" dirty="0"/>
              <a:t>UNCLASSIFIED</a:t>
            </a:r>
          </a:p>
        </p:txBody>
      </p:sp>
      <p:sp>
        <p:nvSpPr>
          <p:cNvPr id="12" name="Classification Top"/>
          <p:cNvSpPr txBox="1">
            <a:spLocks/>
          </p:cNvSpPr>
          <p:nvPr userDrawn="1"/>
        </p:nvSpPr>
        <p:spPr>
          <a:xfrm>
            <a:off x="781050" y="0"/>
            <a:ext cx="7886700" cy="138499"/>
          </a:xfrm>
          <a:prstGeom prst="rect">
            <a:avLst/>
          </a:prstGeom>
        </p:spPr>
        <p:txBody>
          <a:bodyPr vert="horz" lIns="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dirty="0">
                <a:solidFill>
                  <a:schemeClr val="tx1"/>
                </a:solidFill>
              </a:rPr>
              <a:t>UNCLASSIFIED</a:t>
            </a:r>
          </a:p>
        </p:txBody>
      </p:sp>
      <p:pic>
        <p:nvPicPr>
          <p:cNvPr id="13" name="Picture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762305" y="4040554"/>
            <a:ext cx="856140" cy="856140"/>
          </a:xfrm>
          <a:prstGeom prst="rect">
            <a:avLst/>
          </a:prstGeom>
        </p:spPr>
      </p:pic>
    </p:spTree>
    <p:extLst>
      <p:ext uri="{BB962C8B-B14F-4D97-AF65-F5344CB8AC3E}">
        <p14:creationId xmlns:p14="http://schemas.microsoft.com/office/powerpoint/2010/main" val="3076442282"/>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3459192" y="6646189"/>
            <a:ext cx="2225616" cy="184666"/>
          </a:xfrm>
          <a:prstGeom prst="rect">
            <a:avLst/>
          </a:prstGeom>
        </p:spPr>
        <p:txBody>
          <a:bodyPr/>
          <a:lstStyle/>
          <a:p>
            <a:fld id="{1A3C3F5D-9F0A-4D26-898B-10DC4C85EEE6}" type="slidenum">
              <a:rPr lang="en-US" smtClean="0"/>
              <a:t>‹#›</a:t>
            </a:fld>
            <a:endParaRPr lang="en-US" dirty="0"/>
          </a:p>
        </p:txBody>
      </p:sp>
    </p:spTree>
    <p:extLst>
      <p:ext uri="{BB962C8B-B14F-4D97-AF65-F5344CB8AC3E}">
        <p14:creationId xmlns:p14="http://schemas.microsoft.com/office/powerpoint/2010/main" val="2939253679"/>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Content and Bump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17252" y="6193640"/>
            <a:ext cx="7352812" cy="369332"/>
          </a:xfrm>
        </p:spPr>
        <p:txBody>
          <a:bodyPr vert="horz" wrap="square" lIns="182880" tIns="45720" rIns="91440" bIns="45720" rtlCol="0" anchor="t" anchorCtr="0">
            <a:spAutoFit/>
          </a:bodyPr>
          <a:lstStyle>
            <a:lvl1pPr marL="0" indent="0">
              <a:buFont typeface="Arial" panose="020B0604020202020204" pitchFamily="34" charset="0"/>
              <a:buNone/>
              <a:defRPr lang="en-US" sz="20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a:t>Click to add bumper</a:t>
            </a:r>
          </a:p>
        </p:txBody>
      </p:sp>
      <p:sp>
        <p:nvSpPr>
          <p:cNvPr id="32" name="Title Placeholder 1"/>
          <p:cNvSpPr>
            <a:spLocks noGrp="1"/>
          </p:cNvSpPr>
          <p:nvPr>
            <p:ph type="title" hasCustomPrompt="1"/>
          </p:nvPr>
        </p:nvSpPr>
        <p:spPr bwMode="gray">
          <a:xfrm>
            <a:off x="836761" y="99565"/>
            <a:ext cx="7955280" cy="480131"/>
          </a:xfrm>
          <a:prstGeom prst="rect">
            <a:avLst/>
          </a:prstGeom>
        </p:spPr>
        <p:txBody>
          <a:bodyPr vert="horz" lIns="182880" tIns="45720" rIns="91440" bIns="45720" rtlCol="0" anchor="t" anchorCtr="0">
            <a:spAutoFit/>
          </a:bodyPr>
          <a:lstStyle>
            <a:lvl1pPr marL="0">
              <a:defRPr>
                <a:solidFill>
                  <a:schemeClr val="tx1"/>
                </a:solidFill>
              </a:defRPr>
            </a:lvl1pPr>
          </a:lstStyle>
          <a:p>
            <a:pPr marL="0" lvl="0"/>
            <a:r>
              <a:rPr lang="en-US"/>
              <a:t>Slide Title — Arial 28 Bold</a:t>
            </a:r>
          </a:p>
        </p:txBody>
      </p:sp>
      <p:sp>
        <p:nvSpPr>
          <p:cNvPr id="37" name="Text Placeholder 36"/>
          <p:cNvSpPr>
            <a:spLocks noGrp="1"/>
          </p:cNvSpPr>
          <p:nvPr>
            <p:ph type="body" sz="quarter" idx="14"/>
          </p:nvPr>
        </p:nvSpPr>
        <p:spPr>
          <a:xfrm>
            <a:off x="836761" y="683879"/>
            <a:ext cx="7955280" cy="914400"/>
          </a:xfrm>
        </p:spPr>
        <p:txBody>
          <a:bodyPr/>
          <a:lstStyle>
            <a:lvl1pPr marL="228600" indent="-228600">
              <a:buFont typeface="Wingdings" panose="05000000000000000000" pitchFamily="2" charset="2"/>
              <a:buChar char="ü"/>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4"/>
          </p:nvPr>
        </p:nvSpPr>
        <p:spPr>
          <a:xfrm>
            <a:off x="4076700" y="6737503"/>
            <a:ext cx="990600" cy="107722"/>
          </a:xfrm>
          <a:prstGeom prst="rect">
            <a:avLst/>
          </a:prstGeom>
        </p:spPr>
        <p:txBody>
          <a:bodyPr vert="horz" wrap="square" lIns="0" tIns="0" rIns="0" bIns="0" rtlCol="0" anchor="ctr">
            <a:spAutoFit/>
          </a:bodyPr>
          <a:lstStyle>
            <a:lvl1pPr>
              <a:defRPr kumimoji="0" lang="en-US" sz="700" b="1" i="0" u="none" strike="noStrike" kern="600" cap="none" spc="0" normalizeH="0" baseline="0" smtClean="0">
                <a:ln>
                  <a:noFill/>
                </a:ln>
                <a:solidFill>
                  <a:prstClr val="black"/>
                </a:solidFill>
                <a:effectLst/>
                <a:uLnTx/>
                <a:uFillTx/>
                <a:latin typeface="Arial" panose="020B0604020202020204" pitchFamily="34" charset="0"/>
                <a:cs typeface="Arial" panose="020B0604020202020204" pitchFamily="34" charset="0"/>
              </a:defRPr>
            </a:lvl1pPr>
          </a:lstStyle>
          <a:p>
            <a:pPr algn="ctr"/>
            <a:fld id="{C097D8A2-1060-445D-9A44-8315A403614E}" type="slidenum">
              <a:rPr lang="en-US" smtClean="0"/>
              <a:pPr algn="ctr"/>
              <a:t>‹#›</a:t>
            </a:fld>
            <a:endParaRPr lang="en-US"/>
          </a:p>
        </p:txBody>
      </p:sp>
      <p:sp>
        <p:nvSpPr>
          <p:cNvPr id="8" name="Text Placeholder 2"/>
          <p:cNvSpPr>
            <a:spLocks noGrp="1"/>
          </p:cNvSpPr>
          <p:nvPr>
            <p:ph type="body" sz="quarter" idx="18" hasCustomPrompt="1"/>
          </p:nvPr>
        </p:nvSpPr>
        <p:spPr>
          <a:xfrm>
            <a:off x="5118100" y="6742889"/>
            <a:ext cx="2537995" cy="96950"/>
          </a:xfrm>
        </p:spPr>
        <p:txBody>
          <a:bodyPr wrap="square" lIns="0" tIns="0" rIns="18288" bIns="0" anchor="ctr" anchorCtr="0">
            <a:spAutoFit/>
          </a:bodyPr>
          <a:lstStyle>
            <a:lvl1pPr marL="0" indent="0" algn="r">
              <a:buFontTx/>
              <a:buNone/>
              <a:defRPr sz="700" b="0"/>
            </a:lvl1pPr>
            <a:lvl2pPr marL="457200" indent="0" algn="r">
              <a:buFontTx/>
              <a:buNone/>
              <a:defRPr sz="700" b="0"/>
            </a:lvl2pPr>
            <a:lvl3pPr marL="914400" indent="0" algn="r">
              <a:buFontTx/>
              <a:buNone/>
              <a:defRPr sz="700" b="0"/>
            </a:lvl3pPr>
            <a:lvl4pPr marL="1371600" indent="0" algn="r">
              <a:buFontTx/>
              <a:buNone/>
              <a:defRPr sz="700" b="0"/>
            </a:lvl4pPr>
            <a:lvl5pPr marL="1828800" indent="0" algn="r">
              <a:buFontTx/>
              <a:buNone/>
              <a:defRPr sz="700" b="0"/>
            </a:lvl5pPr>
          </a:lstStyle>
          <a:p>
            <a:pPr lvl="0"/>
            <a:r>
              <a:rPr lang="en-US"/>
              <a:t>POC Name/Phone Number – if necessary— Arial 7</a:t>
            </a:r>
          </a:p>
        </p:txBody>
      </p:sp>
    </p:spTree>
    <p:extLst>
      <p:ext uri="{BB962C8B-B14F-4D97-AF65-F5344CB8AC3E}">
        <p14:creationId xmlns:p14="http://schemas.microsoft.com/office/powerpoint/2010/main" val="3262490890"/>
      </p:ext>
    </p:extLst>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bwMode="gray">
          <a:xfrm>
            <a:off x="597610" y="2673952"/>
            <a:ext cx="7955280" cy="1588127"/>
          </a:xfrm>
          <a:prstGeom prst="rect">
            <a:avLst/>
          </a:prstGeom>
        </p:spPr>
        <p:txBody>
          <a:bodyPr vert="horz" lIns="182880" tIns="45720" rIns="91440" bIns="45720" rtlCol="0" anchor="t" anchorCtr="0">
            <a:spAutoFit/>
          </a:bodyPr>
          <a:lstStyle>
            <a:lvl1pPr marL="0" algn="ctr">
              <a:defRPr sz="5400">
                <a:solidFill>
                  <a:schemeClr val="tx1"/>
                </a:solidFill>
              </a:defRPr>
            </a:lvl1pPr>
          </a:lstStyle>
          <a:p>
            <a:pPr marL="0" lvl="0"/>
            <a:r>
              <a:rPr lang="en-US"/>
              <a:t>Slide Title — Arial 54 Bold</a:t>
            </a:r>
          </a:p>
        </p:txBody>
      </p:sp>
    </p:spTree>
    <p:extLst>
      <p:ext uri="{BB962C8B-B14F-4D97-AF65-F5344CB8AC3E}">
        <p14:creationId xmlns:p14="http://schemas.microsoft.com/office/powerpoint/2010/main" val="3620867778"/>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_Title, Subtitle, Content and Bumper">
    <p:spTree>
      <p:nvGrpSpPr>
        <p:cNvPr id="1" name=""/>
        <p:cNvGrpSpPr/>
        <p:nvPr/>
      </p:nvGrpSpPr>
      <p:grpSpPr>
        <a:xfrm>
          <a:off x="0" y="0"/>
          <a:ext cx="0" cy="0"/>
          <a:chOff x="0" y="0"/>
          <a:chExt cx="0" cy="0"/>
        </a:xfrm>
      </p:grpSpPr>
      <p:sp>
        <p:nvSpPr>
          <p:cNvPr id="32" name="Title Placeholder 1"/>
          <p:cNvSpPr>
            <a:spLocks noGrp="1"/>
          </p:cNvSpPr>
          <p:nvPr>
            <p:ph type="title" hasCustomPrompt="1"/>
          </p:nvPr>
        </p:nvSpPr>
        <p:spPr bwMode="gray">
          <a:xfrm>
            <a:off x="836761" y="99566"/>
            <a:ext cx="7955280" cy="480131"/>
          </a:xfrm>
          <a:prstGeom prst="rect">
            <a:avLst/>
          </a:prstGeom>
        </p:spPr>
        <p:txBody>
          <a:bodyPr vert="horz" lIns="182880" tIns="45720" rIns="91440" bIns="45720" rtlCol="0" anchor="t" anchorCtr="0">
            <a:spAutoFit/>
          </a:bodyPr>
          <a:lstStyle>
            <a:lvl1pPr marL="0">
              <a:defRPr sz="2800">
                <a:solidFill>
                  <a:schemeClr val="tx1"/>
                </a:solidFill>
              </a:defRPr>
            </a:lvl1pPr>
          </a:lstStyle>
          <a:p>
            <a:pPr marL="0" lvl="0"/>
            <a:r>
              <a:rPr lang="en-US"/>
              <a:t>Slide Title — Arial 28 Bold</a:t>
            </a:r>
          </a:p>
        </p:txBody>
      </p:sp>
    </p:spTree>
    <p:extLst>
      <p:ext uri="{BB962C8B-B14F-4D97-AF65-F5344CB8AC3E}">
        <p14:creationId xmlns:p14="http://schemas.microsoft.com/office/powerpoint/2010/main" val="2329616015"/>
      </p:ext>
    </p:extLst>
  </p:cSld>
  <p:clrMapOvr>
    <a:masterClrMapping/>
  </p:clrMapOvr>
  <p:transition spd="slow">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08310" y="5408629"/>
            <a:ext cx="2545301" cy="1447925"/>
          </a:xfrm>
          <a:prstGeom prst="rect">
            <a:avLst/>
          </a:prstGeom>
        </p:spPr>
      </p:pic>
      <p:sp>
        <p:nvSpPr>
          <p:cNvPr id="10" name="Subtitle 2"/>
          <p:cNvSpPr>
            <a:spLocks noGrp="1"/>
          </p:cNvSpPr>
          <p:nvPr>
            <p:ph type="subTitle" idx="1"/>
          </p:nvPr>
        </p:nvSpPr>
        <p:spPr>
          <a:xfrm>
            <a:off x="229805" y="3654028"/>
            <a:ext cx="7155611" cy="249299"/>
          </a:xfrm>
        </p:spPr>
        <p:txBody>
          <a:bodyPr lIns="0" tIns="0" rIns="0" bIns="0">
            <a:spAutoFit/>
          </a:bodyPr>
          <a:lstStyle>
            <a:lvl1pPr marL="0" indent="0" algn="l" defTabSz="685800" rtl="0" eaLnBrk="1" latinLnBrk="0" hangingPunct="1">
              <a:lnSpc>
                <a:spcPct val="90000"/>
              </a:lnSpc>
              <a:spcBef>
                <a:spcPct val="0"/>
              </a:spcBef>
              <a:buNone/>
              <a:defRPr lang="en-US" sz="1800" b="1" kern="1200" dirty="0">
                <a:solidFill>
                  <a:schemeClr val="bg1"/>
                </a:solidFill>
                <a:latin typeface="Arial" panose="020B0604020202020204" pitchFamily="34" charset="0"/>
                <a:ea typeface="+mj-ea"/>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3" name="Title 1"/>
          <p:cNvSpPr>
            <a:spLocks noGrp="1"/>
          </p:cNvSpPr>
          <p:nvPr>
            <p:ph type="ctrTitle"/>
          </p:nvPr>
        </p:nvSpPr>
        <p:spPr bwMode="ltGray">
          <a:xfrm>
            <a:off x="229805" y="3278921"/>
            <a:ext cx="7155611" cy="363561"/>
          </a:xfrm>
        </p:spPr>
        <p:txBody>
          <a:bodyPr lIns="0" tIns="0" rIns="0" bIns="0" anchor="b"/>
          <a:lstStyle>
            <a:lvl1pPr marL="0" algn="l" defTabSz="685800" rtl="0" eaLnBrk="1" latinLnBrk="0" hangingPunct="1">
              <a:lnSpc>
                <a:spcPct val="90000"/>
              </a:lnSpc>
              <a:spcBef>
                <a:spcPct val="0"/>
              </a:spcBef>
              <a:buNone/>
              <a:defRPr lang="en-US" sz="2625" b="1" kern="1200" dirty="0">
                <a:solidFill>
                  <a:schemeClr val="bg1"/>
                </a:solidFill>
                <a:effectLst>
                  <a:outerShdw blurRad="63500" dist="50800" dir="3600000" algn="t" rotWithShape="0">
                    <a:prstClr val="black">
                      <a:alpha val="90000"/>
                    </a:prstClr>
                  </a:outerShdw>
                </a:effectLst>
                <a:latin typeface="Arial" panose="020B0604020202020204" pitchFamily="34" charset="0"/>
                <a:ea typeface="+mj-ea"/>
                <a:cs typeface="Arial" panose="020B0604020202020204" pitchFamily="34" charset="0"/>
              </a:defRPr>
            </a:lvl1pPr>
          </a:lstStyle>
          <a:p>
            <a:pPr lvl="0"/>
            <a:r>
              <a:rPr lang="en-US"/>
              <a:t>Click to edit Master title style</a:t>
            </a:r>
          </a:p>
        </p:txBody>
      </p:sp>
      <p:sp>
        <p:nvSpPr>
          <p:cNvPr id="14" name="TextBox 13"/>
          <p:cNvSpPr txBox="1"/>
          <p:nvPr userDrawn="1"/>
        </p:nvSpPr>
        <p:spPr bwMode="black">
          <a:xfrm>
            <a:off x="0" y="6700840"/>
            <a:ext cx="1828800" cy="160337"/>
          </a:xfrm>
          <a:prstGeom prst="rect">
            <a:avLst/>
          </a:prstGeom>
          <a:noFill/>
        </p:spPr>
        <p:txBody>
          <a:bodyPr wrap="none" lIns="34290" tIns="13716" rIns="0" bIns="13716"/>
          <a:lstStyle/>
          <a:p>
            <a:pPr eaLnBrk="1" fontAlgn="auto" hangingPunct="1">
              <a:spcBef>
                <a:spcPts val="0"/>
              </a:spcBef>
              <a:spcAft>
                <a:spcPts val="0"/>
              </a:spcAft>
              <a:defRPr/>
            </a:pPr>
            <a:r>
              <a:rPr lang="en-US" sz="525" b="1" kern="600">
                <a:solidFill>
                  <a:schemeClr val="bg1"/>
                </a:solidFill>
                <a:latin typeface="Arial" panose="020B0604020202020204" pitchFamily="34" charset="0"/>
                <a:cs typeface="Arial" panose="020B0604020202020204" pitchFamily="34" charset="0"/>
              </a:rPr>
              <a:t>CUI</a:t>
            </a:r>
          </a:p>
        </p:txBody>
      </p:sp>
      <p:sp>
        <p:nvSpPr>
          <p:cNvPr id="15" name="TextBox 14"/>
          <p:cNvSpPr txBox="1"/>
          <p:nvPr userDrawn="1"/>
        </p:nvSpPr>
        <p:spPr bwMode="white">
          <a:xfrm>
            <a:off x="3657600" y="0"/>
            <a:ext cx="1828800" cy="160338"/>
          </a:xfrm>
          <a:prstGeom prst="rect">
            <a:avLst/>
          </a:prstGeom>
          <a:noFill/>
        </p:spPr>
        <p:txBody>
          <a:bodyPr wrap="none" lIns="0" tIns="6858" rIns="0" bIns="13716"/>
          <a:lstStyle/>
          <a:p>
            <a:pPr algn="ctr" eaLnBrk="1" fontAlgn="auto" hangingPunct="1">
              <a:spcBef>
                <a:spcPts val="0"/>
              </a:spcBef>
              <a:spcAft>
                <a:spcPts val="0"/>
              </a:spcAft>
              <a:defRPr/>
            </a:pPr>
            <a:r>
              <a:rPr lang="en-US" sz="525" b="1" kern="600">
                <a:solidFill>
                  <a:schemeClr val="bg1"/>
                </a:solidFill>
                <a:latin typeface="Arial" panose="020B0604020202020204" pitchFamily="34" charset="0"/>
                <a:cs typeface="Arial" panose="020B0604020202020204" pitchFamily="34" charset="0"/>
              </a:rPr>
              <a:t>CUI</a:t>
            </a:r>
            <a:endParaRPr lang="en-US" sz="600" b="1" kern="600">
              <a:solidFill>
                <a:schemeClr val="bg1"/>
              </a:solidFill>
              <a:latin typeface="Arial" panose="020B0604020202020204" pitchFamily="34" charset="0"/>
              <a:cs typeface="Arial" panose="020B0604020202020204" pitchFamily="34" charset="0"/>
            </a:endParaRPr>
          </a:p>
        </p:txBody>
      </p:sp>
      <p:grpSp>
        <p:nvGrpSpPr>
          <p:cNvPr id="17" name="Group 16"/>
          <p:cNvGrpSpPr>
            <a:grpSpLocks noChangeAspect="1"/>
          </p:cNvGrpSpPr>
          <p:nvPr userDrawn="1"/>
        </p:nvGrpSpPr>
        <p:grpSpPr>
          <a:xfrm>
            <a:off x="510983" y="-1"/>
            <a:ext cx="1570733" cy="1868351"/>
            <a:chOff x="125730" y="0"/>
            <a:chExt cx="526946" cy="626790"/>
          </a:xfrm>
        </p:grpSpPr>
        <p:sp>
          <p:nvSpPr>
            <p:cNvPr id="18" name="Round Same Side Corner Rectangle 17"/>
            <p:cNvSpPr/>
            <p:nvPr userDrawn="1"/>
          </p:nvSpPr>
          <p:spPr>
            <a:xfrm>
              <a:off x="125730" y="0"/>
              <a:ext cx="526946" cy="62679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9" name="U.S. ARMY for dark bkgrnds"/>
            <p:cNvGrpSpPr>
              <a:grpSpLocks noChangeAspect="1"/>
            </p:cNvGrpSpPr>
            <p:nvPr userDrawn="1"/>
          </p:nvGrpSpPr>
          <p:grpSpPr bwMode="auto">
            <a:xfrm>
              <a:off x="208305" y="59287"/>
              <a:ext cx="361795" cy="457200"/>
              <a:chOff x="2205" y="1186"/>
              <a:chExt cx="1425" cy="1802"/>
            </a:xfrm>
          </p:grpSpPr>
          <p:sp>
            <p:nvSpPr>
              <p:cNvPr id="20" name="Freeform 19"/>
              <p:cNvSpPr>
                <a:spLocks noEditPoints="1"/>
              </p:cNvSpPr>
              <p:nvPr/>
            </p:nvSpPr>
            <p:spPr bwMode="invGray">
              <a:xfrm>
                <a:off x="3562" y="2500"/>
                <a:ext cx="68" cy="66"/>
              </a:xfrm>
              <a:custGeom>
                <a:avLst/>
                <a:gdLst>
                  <a:gd name="T0" fmla="*/ 0 w 125"/>
                  <a:gd name="T1" fmla="*/ 18 h 122"/>
                  <a:gd name="T2" fmla="*/ 18 w 125"/>
                  <a:gd name="T3" fmla="*/ 0 h 122"/>
                  <a:gd name="T4" fmla="*/ 37 w 125"/>
                  <a:gd name="T5" fmla="*/ 18 h 122"/>
                  <a:gd name="T6" fmla="*/ 18 w 125"/>
                  <a:gd name="T7" fmla="*/ 36 h 122"/>
                  <a:gd name="T8" fmla="*/ 0 w 125"/>
                  <a:gd name="T9" fmla="*/ 18 h 122"/>
                  <a:gd name="T10" fmla="*/ 18 w 125"/>
                  <a:gd name="T11" fmla="*/ 4 h 122"/>
                  <a:gd name="T12" fmla="*/ 5 w 125"/>
                  <a:gd name="T13" fmla="*/ 18 h 122"/>
                  <a:gd name="T14" fmla="*/ 18 w 125"/>
                  <a:gd name="T15" fmla="*/ 32 h 122"/>
                  <a:gd name="T16" fmla="*/ 32 w 125"/>
                  <a:gd name="T17" fmla="*/ 18 h 122"/>
                  <a:gd name="T18" fmla="*/ 18 w 125"/>
                  <a:gd name="T19" fmla="*/ 4 h 122"/>
                  <a:gd name="T20" fmla="*/ 15 w 125"/>
                  <a:gd name="T21" fmla="*/ 28 h 122"/>
                  <a:gd name="T22" fmla="*/ 11 w 125"/>
                  <a:gd name="T23" fmla="*/ 28 h 122"/>
                  <a:gd name="T24" fmla="*/ 11 w 125"/>
                  <a:gd name="T25" fmla="*/ 8 h 122"/>
                  <a:gd name="T26" fmla="*/ 19 w 125"/>
                  <a:gd name="T27" fmla="*/ 8 h 122"/>
                  <a:gd name="T28" fmla="*/ 27 w 125"/>
                  <a:gd name="T29" fmla="*/ 14 h 122"/>
                  <a:gd name="T30" fmla="*/ 22 w 125"/>
                  <a:gd name="T31" fmla="*/ 19 h 122"/>
                  <a:gd name="T32" fmla="*/ 22 w 125"/>
                  <a:gd name="T33" fmla="*/ 19 h 122"/>
                  <a:gd name="T34" fmla="*/ 27 w 125"/>
                  <a:gd name="T35" fmla="*/ 28 h 122"/>
                  <a:gd name="T36" fmla="*/ 22 w 125"/>
                  <a:gd name="T37" fmla="*/ 28 h 122"/>
                  <a:gd name="T38" fmla="*/ 18 w 125"/>
                  <a:gd name="T39" fmla="*/ 19 h 122"/>
                  <a:gd name="T40" fmla="*/ 15 w 125"/>
                  <a:gd name="T41" fmla="*/ 19 h 122"/>
                  <a:gd name="T42" fmla="*/ 15 w 125"/>
                  <a:gd name="T43" fmla="*/ 28 h 122"/>
                  <a:gd name="T44" fmla="*/ 15 w 125"/>
                  <a:gd name="T45" fmla="*/ 16 h 122"/>
                  <a:gd name="T46" fmla="*/ 18 w 125"/>
                  <a:gd name="T47" fmla="*/ 16 h 122"/>
                  <a:gd name="T48" fmla="*/ 23 w 125"/>
                  <a:gd name="T49" fmla="*/ 14 h 122"/>
                  <a:gd name="T50" fmla="*/ 18 w 125"/>
                  <a:gd name="T51" fmla="*/ 11 h 122"/>
                  <a:gd name="T52" fmla="*/ 15 w 125"/>
                  <a:gd name="T53" fmla="*/ 11 h 122"/>
                  <a:gd name="T54" fmla="*/ 15 w 125"/>
                  <a:gd name="T55" fmla="*/ 16 h 12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5" h="122">
                    <a:moveTo>
                      <a:pt x="0" y="61"/>
                    </a:moveTo>
                    <a:cubicBezTo>
                      <a:pt x="0" y="24"/>
                      <a:pt x="29" y="0"/>
                      <a:pt x="62" y="0"/>
                    </a:cubicBezTo>
                    <a:cubicBezTo>
                      <a:pt x="95" y="0"/>
                      <a:pt x="125" y="24"/>
                      <a:pt x="125" y="61"/>
                    </a:cubicBezTo>
                    <a:cubicBezTo>
                      <a:pt x="125" y="98"/>
                      <a:pt x="96" y="122"/>
                      <a:pt x="62" y="122"/>
                    </a:cubicBezTo>
                    <a:cubicBezTo>
                      <a:pt x="29" y="122"/>
                      <a:pt x="0" y="98"/>
                      <a:pt x="0" y="61"/>
                    </a:cubicBezTo>
                    <a:close/>
                    <a:moveTo>
                      <a:pt x="62" y="13"/>
                    </a:moveTo>
                    <a:cubicBezTo>
                      <a:pt x="36" y="13"/>
                      <a:pt x="16" y="33"/>
                      <a:pt x="16" y="61"/>
                    </a:cubicBezTo>
                    <a:cubicBezTo>
                      <a:pt x="16" y="89"/>
                      <a:pt x="36" y="109"/>
                      <a:pt x="62" y="109"/>
                    </a:cubicBezTo>
                    <a:cubicBezTo>
                      <a:pt x="89" y="109"/>
                      <a:pt x="109" y="89"/>
                      <a:pt x="109" y="61"/>
                    </a:cubicBezTo>
                    <a:cubicBezTo>
                      <a:pt x="109" y="33"/>
                      <a:pt x="88" y="13"/>
                      <a:pt x="62" y="13"/>
                    </a:cubicBezTo>
                    <a:close/>
                    <a:moveTo>
                      <a:pt x="52" y="95"/>
                    </a:moveTo>
                    <a:cubicBezTo>
                      <a:pt x="38" y="95"/>
                      <a:pt x="38" y="95"/>
                      <a:pt x="38" y="95"/>
                    </a:cubicBezTo>
                    <a:cubicBezTo>
                      <a:pt x="38" y="27"/>
                      <a:pt x="38" y="27"/>
                      <a:pt x="38" y="27"/>
                    </a:cubicBezTo>
                    <a:cubicBezTo>
                      <a:pt x="64" y="27"/>
                      <a:pt x="64" y="27"/>
                      <a:pt x="64" y="27"/>
                    </a:cubicBezTo>
                    <a:cubicBezTo>
                      <a:pt x="81" y="27"/>
                      <a:pt x="90" y="32"/>
                      <a:pt x="90" y="47"/>
                    </a:cubicBezTo>
                    <a:cubicBezTo>
                      <a:pt x="91" y="56"/>
                      <a:pt x="84" y="64"/>
                      <a:pt x="75" y="65"/>
                    </a:cubicBezTo>
                    <a:cubicBezTo>
                      <a:pt x="75" y="65"/>
                      <a:pt x="74" y="65"/>
                      <a:pt x="74" y="65"/>
                    </a:cubicBezTo>
                    <a:cubicBezTo>
                      <a:pt x="90" y="95"/>
                      <a:pt x="90" y="95"/>
                      <a:pt x="90" y="95"/>
                    </a:cubicBezTo>
                    <a:cubicBezTo>
                      <a:pt x="75" y="95"/>
                      <a:pt x="75" y="95"/>
                      <a:pt x="75" y="95"/>
                    </a:cubicBezTo>
                    <a:cubicBezTo>
                      <a:pt x="60" y="66"/>
                      <a:pt x="60" y="66"/>
                      <a:pt x="60" y="66"/>
                    </a:cubicBezTo>
                    <a:cubicBezTo>
                      <a:pt x="52" y="66"/>
                      <a:pt x="52" y="66"/>
                      <a:pt x="52" y="66"/>
                    </a:cubicBezTo>
                    <a:lnTo>
                      <a:pt x="52" y="95"/>
                    </a:lnTo>
                    <a:close/>
                    <a:moveTo>
                      <a:pt x="52" y="55"/>
                    </a:moveTo>
                    <a:cubicBezTo>
                      <a:pt x="63" y="55"/>
                      <a:pt x="63" y="55"/>
                      <a:pt x="63" y="55"/>
                    </a:cubicBezTo>
                    <a:cubicBezTo>
                      <a:pt x="73" y="55"/>
                      <a:pt x="77" y="52"/>
                      <a:pt x="77" y="46"/>
                    </a:cubicBezTo>
                    <a:cubicBezTo>
                      <a:pt x="77" y="39"/>
                      <a:pt x="72" y="37"/>
                      <a:pt x="63" y="37"/>
                    </a:cubicBezTo>
                    <a:cubicBezTo>
                      <a:pt x="52" y="37"/>
                      <a:pt x="52" y="37"/>
                      <a:pt x="52" y="37"/>
                    </a:cubicBezTo>
                    <a:lnTo>
                      <a:pt x="52" y="55"/>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1" name="Freeform 20"/>
              <p:cNvSpPr>
                <a:spLocks/>
              </p:cNvSpPr>
              <p:nvPr/>
            </p:nvSpPr>
            <p:spPr bwMode="invGray">
              <a:xfrm>
                <a:off x="2205" y="2508"/>
                <a:ext cx="1354" cy="480"/>
              </a:xfrm>
              <a:custGeom>
                <a:avLst/>
                <a:gdLst>
                  <a:gd name="T0" fmla="*/ 61 w 2500"/>
                  <a:gd name="T1" fmla="*/ 0 h 887"/>
                  <a:gd name="T2" fmla="*/ 0 w 2500"/>
                  <a:gd name="T3" fmla="*/ 60 h 887"/>
                  <a:gd name="T4" fmla="*/ 0 w 2500"/>
                  <a:gd name="T5" fmla="*/ 200 h 887"/>
                  <a:gd name="T6" fmla="*/ 61 w 2500"/>
                  <a:gd name="T7" fmla="*/ 260 h 887"/>
                  <a:gd name="T8" fmla="*/ 673 w 2500"/>
                  <a:gd name="T9" fmla="*/ 260 h 887"/>
                  <a:gd name="T10" fmla="*/ 733 w 2500"/>
                  <a:gd name="T11" fmla="*/ 200 h 887"/>
                  <a:gd name="T12" fmla="*/ 733 w 2500"/>
                  <a:gd name="T13" fmla="*/ 60 h 887"/>
                  <a:gd name="T14" fmla="*/ 673 w 2500"/>
                  <a:gd name="T15" fmla="*/ 0 h 887"/>
                  <a:gd name="T16" fmla="*/ 61 w 2500"/>
                  <a:gd name="T17" fmla="*/ 0 h 8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00" h="887">
                    <a:moveTo>
                      <a:pt x="206" y="0"/>
                    </a:moveTo>
                    <a:cubicBezTo>
                      <a:pt x="92" y="0"/>
                      <a:pt x="0" y="92"/>
                      <a:pt x="0" y="206"/>
                    </a:cubicBezTo>
                    <a:cubicBezTo>
                      <a:pt x="0" y="681"/>
                      <a:pt x="0" y="681"/>
                      <a:pt x="0" y="681"/>
                    </a:cubicBezTo>
                    <a:cubicBezTo>
                      <a:pt x="0" y="795"/>
                      <a:pt x="92" y="887"/>
                      <a:pt x="206" y="887"/>
                    </a:cubicBezTo>
                    <a:cubicBezTo>
                      <a:pt x="2294" y="887"/>
                      <a:pt x="2294" y="887"/>
                      <a:pt x="2294" y="887"/>
                    </a:cubicBezTo>
                    <a:cubicBezTo>
                      <a:pt x="2408" y="887"/>
                      <a:pt x="2500" y="795"/>
                      <a:pt x="2500" y="681"/>
                    </a:cubicBezTo>
                    <a:cubicBezTo>
                      <a:pt x="2500" y="206"/>
                      <a:pt x="2500" y="206"/>
                      <a:pt x="2500" y="206"/>
                    </a:cubicBezTo>
                    <a:cubicBezTo>
                      <a:pt x="2500" y="92"/>
                      <a:pt x="2408" y="0"/>
                      <a:pt x="2294" y="0"/>
                    </a:cubicBezTo>
                    <a:lnTo>
                      <a:pt x="206"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2" name="Freeform 21"/>
              <p:cNvSpPr>
                <a:spLocks noEditPoints="1"/>
              </p:cNvSpPr>
              <p:nvPr/>
            </p:nvSpPr>
            <p:spPr bwMode="invGray">
              <a:xfrm>
                <a:off x="2241" y="2543"/>
                <a:ext cx="1283" cy="409"/>
              </a:xfrm>
              <a:custGeom>
                <a:avLst/>
                <a:gdLst>
                  <a:gd name="T0" fmla="*/ 654 w 2369"/>
                  <a:gd name="T1" fmla="*/ 0 h 755"/>
                  <a:gd name="T2" fmla="*/ 41 w 2369"/>
                  <a:gd name="T3" fmla="*/ 0 h 755"/>
                  <a:gd name="T4" fmla="*/ 0 w 2369"/>
                  <a:gd name="T5" fmla="*/ 41 h 755"/>
                  <a:gd name="T6" fmla="*/ 0 w 2369"/>
                  <a:gd name="T7" fmla="*/ 180 h 755"/>
                  <a:gd name="T8" fmla="*/ 41 w 2369"/>
                  <a:gd name="T9" fmla="*/ 222 h 755"/>
                  <a:gd name="T10" fmla="*/ 654 w 2369"/>
                  <a:gd name="T11" fmla="*/ 222 h 755"/>
                  <a:gd name="T12" fmla="*/ 695 w 2369"/>
                  <a:gd name="T13" fmla="*/ 180 h 755"/>
                  <a:gd name="T14" fmla="*/ 695 w 2369"/>
                  <a:gd name="T15" fmla="*/ 41 h 755"/>
                  <a:gd name="T16" fmla="*/ 654 w 2369"/>
                  <a:gd name="T17" fmla="*/ 0 h 755"/>
                  <a:gd name="T18" fmla="*/ 675 w 2369"/>
                  <a:gd name="T19" fmla="*/ 180 h 755"/>
                  <a:gd name="T20" fmla="*/ 654 w 2369"/>
                  <a:gd name="T21" fmla="*/ 202 h 755"/>
                  <a:gd name="T22" fmla="*/ 41 w 2369"/>
                  <a:gd name="T23" fmla="*/ 202 h 755"/>
                  <a:gd name="T24" fmla="*/ 19 w 2369"/>
                  <a:gd name="T25" fmla="*/ 180 h 755"/>
                  <a:gd name="T26" fmla="*/ 19 w 2369"/>
                  <a:gd name="T27" fmla="*/ 41 h 755"/>
                  <a:gd name="T28" fmla="*/ 41 w 2369"/>
                  <a:gd name="T29" fmla="*/ 19 h 755"/>
                  <a:gd name="T30" fmla="*/ 654 w 2369"/>
                  <a:gd name="T31" fmla="*/ 19 h 755"/>
                  <a:gd name="T32" fmla="*/ 675 w 2369"/>
                  <a:gd name="T33" fmla="*/ 41 h 755"/>
                  <a:gd name="T34" fmla="*/ 675 w 2369"/>
                  <a:gd name="T35" fmla="*/ 180 h 7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69" h="755">
                    <a:moveTo>
                      <a:pt x="2228" y="0"/>
                    </a:moveTo>
                    <a:cubicBezTo>
                      <a:pt x="140" y="0"/>
                      <a:pt x="140" y="0"/>
                      <a:pt x="140" y="0"/>
                    </a:cubicBezTo>
                    <a:cubicBezTo>
                      <a:pt x="63" y="0"/>
                      <a:pt x="0" y="63"/>
                      <a:pt x="0" y="140"/>
                    </a:cubicBezTo>
                    <a:cubicBezTo>
                      <a:pt x="0" y="615"/>
                      <a:pt x="0" y="615"/>
                      <a:pt x="0" y="615"/>
                    </a:cubicBezTo>
                    <a:cubicBezTo>
                      <a:pt x="0" y="692"/>
                      <a:pt x="63" y="755"/>
                      <a:pt x="140" y="755"/>
                    </a:cubicBezTo>
                    <a:cubicBezTo>
                      <a:pt x="2228" y="755"/>
                      <a:pt x="2228" y="755"/>
                      <a:pt x="2228" y="755"/>
                    </a:cubicBezTo>
                    <a:cubicBezTo>
                      <a:pt x="2306" y="755"/>
                      <a:pt x="2369" y="692"/>
                      <a:pt x="2369" y="615"/>
                    </a:cubicBezTo>
                    <a:cubicBezTo>
                      <a:pt x="2369" y="140"/>
                      <a:pt x="2369" y="140"/>
                      <a:pt x="2369" y="140"/>
                    </a:cubicBezTo>
                    <a:cubicBezTo>
                      <a:pt x="2369" y="63"/>
                      <a:pt x="2306" y="0"/>
                      <a:pt x="2228" y="0"/>
                    </a:cubicBezTo>
                    <a:close/>
                    <a:moveTo>
                      <a:pt x="2303" y="615"/>
                    </a:moveTo>
                    <a:cubicBezTo>
                      <a:pt x="2303" y="656"/>
                      <a:pt x="2269" y="689"/>
                      <a:pt x="2228" y="689"/>
                    </a:cubicBezTo>
                    <a:cubicBezTo>
                      <a:pt x="140" y="689"/>
                      <a:pt x="140" y="689"/>
                      <a:pt x="140" y="689"/>
                    </a:cubicBezTo>
                    <a:cubicBezTo>
                      <a:pt x="99" y="689"/>
                      <a:pt x="66" y="656"/>
                      <a:pt x="66" y="615"/>
                    </a:cubicBezTo>
                    <a:cubicBezTo>
                      <a:pt x="66" y="140"/>
                      <a:pt x="66" y="140"/>
                      <a:pt x="66" y="140"/>
                    </a:cubicBezTo>
                    <a:cubicBezTo>
                      <a:pt x="66" y="99"/>
                      <a:pt x="99" y="66"/>
                      <a:pt x="140" y="65"/>
                    </a:cubicBezTo>
                    <a:cubicBezTo>
                      <a:pt x="2228" y="65"/>
                      <a:pt x="2228" y="65"/>
                      <a:pt x="2228" y="65"/>
                    </a:cubicBezTo>
                    <a:cubicBezTo>
                      <a:pt x="2269" y="66"/>
                      <a:pt x="2303" y="99"/>
                      <a:pt x="2303" y="140"/>
                    </a:cubicBezTo>
                    <a:lnTo>
                      <a:pt x="2303" y="615"/>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3" name="Freeform 22"/>
              <p:cNvSpPr>
                <a:spLocks/>
              </p:cNvSpPr>
              <p:nvPr/>
            </p:nvSpPr>
            <p:spPr bwMode="invGray">
              <a:xfrm>
                <a:off x="2205" y="1186"/>
                <a:ext cx="1354" cy="1287"/>
              </a:xfrm>
              <a:custGeom>
                <a:avLst/>
                <a:gdLst>
                  <a:gd name="T0" fmla="*/ 61 w 2500"/>
                  <a:gd name="T1" fmla="*/ 0 h 2376"/>
                  <a:gd name="T2" fmla="*/ 0 w 2500"/>
                  <a:gd name="T3" fmla="*/ 61 h 2376"/>
                  <a:gd name="T4" fmla="*/ 0 w 2500"/>
                  <a:gd name="T5" fmla="*/ 636 h 2376"/>
                  <a:gd name="T6" fmla="*/ 61 w 2500"/>
                  <a:gd name="T7" fmla="*/ 697 h 2376"/>
                  <a:gd name="T8" fmla="*/ 673 w 2500"/>
                  <a:gd name="T9" fmla="*/ 697 h 2376"/>
                  <a:gd name="T10" fmla="*/ 733 w 2500"/>
                  <a:gd name="T11" fmla="*/ 636 h 2376"/>
                  <a:gd name="T12" fmla="*/ 733 w 2500"/>
                  <a:gd name="T13" fmla="*/ 61 h 2376"/>
                  <a:gd name="T14" fmla="*/ 673 w 2500"/>
                  <a:gd name="T15" fmla="*/ 0 h 2376"/>
                  <a:gd name="T16" fmla="*/ 61 w 2500"/>
                  <a:gd name="T17" fmla="*/ 0 h 23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00" h="2376">
                    <a:moveTo>
                      <a:pt x="206" y="0"/>
                    </a:moveTo>
                    <a:cubicBezTo>
                      <a:pt x="92" y="1"/>
                      <a:pt x="0" y="93"/>
                      <a:pt x="0" y="207"/>
                    </a:cubicBezTo>
                    <a:cubicBezTo>
                      <a:pt x="0" y="2170"/>
                      <a:pt x="0" y="2170"/>
                      <a:pt x="0" y="2170"/>
                    </a:cubicBezTo>
                    <a:cubicBezTo>
                      <a:pt x="0" y="2284"/>
                      <a:pt x="92" y="2376"/>
                      <a:pt x="206" y="2376"/>
                    </a:cubicBezTo>
                    <a:cubicBezTo>
                      <a:pt x="2294" y="2376"/>
                      <a:pt x="2294" y="2376"/>
                      <a:pt x="2294" y="2376"/>
                    </a:cubicBezTo>
                    <a:cubicBezTo>
                      <a:pt x="2408" y="2376"/>
                      <a:pt x="2500" y="2284"/>
                      <a:pt x="2500" y="2170"/>
                    </a:cubicBezTo>
                    <a:cubicBezTo>
                      <a:pt x="2500" y="207"/>
                      <a:pt x="2500" y="207"/>
                      <a:pt x="2500" y="207"/>
                    </a:cubicBezTo>
                    <a:cubicBezTo>
                      <a:pt x="2500" y="93"/>
                      <a:pt x="2408" y="1"/>
                      <a:pt x="2294" y="0"/>
                    </a:cubicBezTo>
                    <a:lnTo>
                      <a:pt x="206"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4" name="Freeform 23"/>
              <p:cNvSpPr>
                <a:spLocks noEditPoints="1"/>
              </p:cNvSpPr>
              <p:nvPr/>
            </p:nvSpPr>
            <p:spPr bwMode="invGray">
              <a:xfrm>
                <a:off x="2241" y="1222"/>
                <a:ext cx="1283" cy="1216"/>
              </a:xfrm>
              <a:custGeom>
                <a:avLst/>
                <a:gdLst>
                  <a:gd name="T0" fmla="*/ 654 w 2369"/>
                  <a:gd name="T1" fmla="*/ 0 h 2245"/>
                  <a:gd name="T2" fmla="*/ 41 w 2369"/>
                  <a:gd name="T3" fmla="*/ 0 h 2245"/>
                  <a:gd name="T4" fmla="*/ 0 w 2369"/>
                  <a:gd name="T5" fmla="*/ 41 h 2245"/>
                  <a:gd name="T6" fmla="*/ 0 w 2369"/>
                  <a:gd name="T7" fmla="*/ 617 h 2245"/>
                  <a:gd name="T8" fmla="*/ 41 w 2369"/>
                  <a:gd name="T9" fmla="*/ 659 h 2245"/>
                  <a:gd name="T10" fmla="*/ 654 w 2369"/>
                  <a:gd name="T11" fmla="*/ 659 h 2245"/>
                  <a:gd name="T12" fmla="*/ 695 w 2369"/>
                  <a:gd name="T13" fmla="*/ 617 h 2245"/>
                  <a:gd name="T14" fmla="*/ 695 w 2369"/>
                  <a:gd name="T15" fmla="*/ 41 h 2245"/>
                  <a:gd name="T16" fmla="*/ 654 w 2369"/>
                  <a:gd name="T17" fmla="*/ 0 h 2245"/>
                  <a:gd name="T18" fmla="*/ 675 w 2369"/>
                  <a:gd name="T19" fmla="*/ 617 h 2245"/>
                  <a:gd name="T20" fmla="*/ 654 w 2369"/>
                  <a:gd name="T21" fmla="*/ 639 h 2245"/>
                  <a:gd name="T22" fmla="*/ 41 w 2369"/>
                  <a:gd name="T23" fmla="*/ 639 h 2245"/>
                  <a:gd name="T24" fmla="*/ 19 w 2369"/>
                  <a:gd name="T25" fmla="*/ 617 h 2245"/>
                  <a:gd name="T26" fmla="*/ 19 w 2369"/>
                  <a:gd name="T27" fmla="*/ 41 h 2245"/>
                  <a:gd name="T28" fmla="*/ 41 w 2369"/>
                  <a:gd name="T29" fmla="*/ 19 h 2245"/>
                  <a:gd name="T30" fmla="*/ 654 w 2369"/>
                  <a:gd name="T31" fmla="*/ 19 h 2245"/>
                  <a:gd name="T32" fmla="*/ 675 w 2369"/>
                  <a:gd name="T33" fmla="*/ 41 h 2245"/>
                  <a:gd name="T34" fmla="*/ 675 w 2369"/>
                  <a:gd name="T35" fmla="*/ 617 h 22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69" h="2245">
                    <a:moveTo>
                      <a:pt x="2228" y="0"/>
                    </a:moveTo>
                    <a:cubicBezTo>
                      <a:pt x="140" y="0"/>
                      <a:pt x="140" y="0"/>
                      <a:pt x="140" y="0"/>
                    </a:cubicBezTo>
                    <a:cubicBezTo>
                      <a:pt x="63" y="0"/>
                      <a:pt x="0" y="63"/>
                      <a:pt x="0" y="141"/>
                    </a:cubicBezTo>
                    <a:cubicBezTo>
                      <a:pt x="0" y="2104"/>
                      <a:pt x="0" y="2104"/>
                      <a:pt x="0" y="2104"/>
                    </a:cubicBezTo>
                    <a:cubicBezTo>
                      <a:pt x="0" y="2182"/>
                      <a:pt x="63" y="2245"/>
                      <a:pt x="140" y="2245"/>
                    </a:cubicBezTo>
                    <a:cubicBezTo>
                      <a:pt x="2228" y="2245"/>
                      <a:pt x="2228" y="2245"/>
                      <a:pt x="2228" y="2245"/>
                    </a:cubicBezTo>
                    <a:cubicBezTo>
                      <a:pt x="2306" y="2245"/>
                      <a:pt x="2369" y="2182"/>
                      <a:pt x="2369" y="2104"/>
                    </a:cubicBezTo>
                    <a:cubicBezTo>
                      <a:pt x="2369" y="141"/>
                      <a:pt x="2369" y="141"/>
                      <a:pt x="2369" y="141"/>
                    </a:cubicBezTo>
                    <a:cubicBezTo>
                      <a:pt x="2369" y="63"/>
                      <a:pt x="2306" y="0"/>
                      <a:pt x="2228" y="0"/>
                    </a:cubicBezTo>
                    <a:close/>
                    <a:moveTo>
                      <a:pt x="2303" y="2104"/>
                    </a:moveTo>
                    <a:cubicBezTo>
                      <a:pt x="2303" y="2145"/>
                      <a:pt x="2269" y="2179"/>
                      <a:pt x="2228" y="2179"/>
                    </a:cubicBezTo>
                    <a:cubicBezTo>
                      <a:pt x="140" y="2179"/>
                      <a:pt x="140" y="2179"/>
                      <a:pt x="140" y="2179"/>
                    </a:cubicBezTo>
                    <a:cubicBezTo>
                      <a:pt x="99" y="2179"/>
                      <a:pt x="66" y="2145"/>
                      <a:pt x="66" y="2104"/>
                    </a:cubicBezTo>
                    <a:cubicBezTo>
                      <a:pt x="66" y="141"/>
                      <a:pt x="66" y="141"/>
                      <a:pt x="66" y="141"/>
                    </a:cubicBezTo>
                    <a:cubicBezTo>
                      <a:pt x="66" y="100"/>
                      <a:pt x="99" y="66"/>
                      <a:pt x="140" y="66"/>
                    </a:cubicBezTo>
                    <a:cubicBezTo>
                      <a:pt x="2228" y="66"/>
                      <a:pt x="2228" y="66"/>
                      <a:pt x="2228" y="66"/>
                    </a:cubicBezTo>
                    <a:cubicBezTo>
                      <a:pt x="2269" y="66"/>
                      <a:pt x="2303" y="100"/>
                      <a:pt x="2303" y="141"/>
                    </a:cubicBezTo>
                    <a:lnTo>
                      <a:pt x="2303" y="2104"/>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5" name="Freeform 24"/>
              <p:cNvSpPr>
                <a:spLocks/>
              </p:cNvSpPr>
              <p:nvPr/>
            </p:nvSpPr>
            <p:spPr bwMode="invGray">
              <a:xfrm>
                <a:off x="2359" y="2636"/>
                <a:ext cx="124" cy="223"/>
              </a:xfrm>
              <a:custGeom>
                <a:avLst/>
                <a:gdLst>
                  <a:gd name="T0" fmla="*/ 124 w 124"/>
                  <a:gd name="T1" fmla="*/ 191 h 223"/>
                  <a:gd name="T2" fmla="*/ 91 w 124"/>
                  <a:gd name="T3" fmla="*/ 223 h 223"/>
                  <a:gd name="T4" fmla="*/ 34 w 124"/>
                  <a:gd name="T5" fmla="*/ 223 h 223"/>
                  <a:gd name="T6" fmla="*/ 0 w 124"/>
                  <a:gd name="T7" fmla="*/ 191 h 223"/>
                  <a:gd name="T8" fmla="*/ 0 w 124"/>
                  <a:gd name="T9" fmla="*/ 0 h 223"/>
                  <a:gd name="T10" fmla="*/ 51 w 124"/>
                  <a:gd name="T11" fmla="*/ 0 h 223"/>
                  <a:gd name="T12" fmla="*/ 51 w 124"/>
                  <a:gd name="T13" fmla="*/ 181 h 223"/>
                  <a:gd name="T14" fmla="*/ 73 w 124"/>
                  <a:gd name="T15" fmla="*/ 181 h 223"/>
                  <a:gd name="T16" fmla="*/ 73 w 124"/>
                  <a:gd name="T17" fmla="*/ 0 h 223"/>
                  <a:gd name="T18" fmla="*/ 124 w 124"/>
                  <a:gd name="T19" fmla="*/ 0 h 223"/>
                  <a:gd name="T20" fmla="*/ 124 w 124"/>
                  <a:gd name="T21" fmla="*/ 191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4" h="223">
                    <a:moveTo>
                      <a:pt x="124" y="191"/>
                    </a:moveTo>
                    <a:lnTo>
                      <a:pt x="91" y="223"/>
                    </a:lnTo>
                    <a:lnTo>
                      <a:pt x="34" y="223"/>
                    </a:lnTo>
                    <a:lnTo>
                      <a:pt x="0" y="191"/>
                    </a:lnTo>
                    <a:lnTo>
                      <a:pt x="0" y="0"/>
                    </a:lnTo>
                    <a:lnTo>
                      <a:pt x="51" y="0"/>
                    </a:lnTo>
                    <a:lnTo>
                      <a:pt x="51" y="181"/>
                    </a:lnTo>
                    <a:lnTo>
                      <a:pt x="73" y="181"/>
                    </a:lnTo>
                    <a:lnTo>
                      <a:pt x="73" y="0"/>
                    </a:lnTo>
                    <a:lnTo>
                      <a:pt x="124" y="0"/>
                    </a:lnTo>
                    <a:lnTo>
                      <a:pt x="124" y="1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6" name="Rectangle 25"/>
              <p:cNvSpPr>
                <a:spLocks noChangeArrowheads="1"/>
              </p:cNvSpPr>
              <p:nvPr/>
            </p:nvSpPr>
            <p:spPr bwMode="invGray">
              <a:xfrm>
                <a:off x="2503" y="2817"/>
                <a:ext cx="49" cy="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eaLnBrk="1" hangingPunct="1">
                  <a:defRPr/>
                </a:pPr>
                <a:endParaRPr lang="en-US" altLang="en-US" sz="1350">
                  <a:latin typeface="Adobe Garamond Pro" panose="02020502060506020403" pitchFamily="18" charset="0"/>
                </a:endParaRPr>
              </a:p>
            </p:txBody>
          </p:sp>
          <p:sp>
            <p:nvSpPr>
              <p:cNvPr id="27" name="Freeform 26"/>
              <p:cNvSpPr>
                <a:spLocks/>
              </p:cNvSpPr>
              <p:nvPr/>
            </p:nvSpPr>
            <p:spPr bwMode="invGray">
              <a:xfrm>
                <a:off x="2573" y="2636"/>
                <a:ext cx="123" cy="223"/>
              </a:xfrm>
              <a:custGeom>
                <a:avLst/>
                <a:gdLst>
                  <a:gd name="T0" fmla="*/ 87 w 123"/>
                  <a:gd name="T1" fmla="*/ 0 h 223"/>
                  <a:gd name="T2" fmla="*/ 123 w 123"/>
                  <a:gd name="T3" fmla="*/ 33 h 223"/>
                  <a:gd name="T4" fmla="*/ 123 w 123"/>
                  <a:gd name="T5" fmla="*/ 73 h 223"/>
                  <a:gd name="T6" fmla="*/ 72 w 123"/>
                  <a:gd name="T7" fmla="*/ 73 h 223"/>
                  <a:gd name="T8" fmla="*/ 72 w 123"/>
                  <a:gd name="T9" fmla="*/ 43 h 223"/>
                  <a:gd name="T10" fmla="*/ 51 w 123"/>
                  <a:gd name="T11" fmla="*/ 43 h 223"/>
                  <a:gd name="T12" fmla="*/ 51 w 123"/>
                  <a:gd name="T13" fmla="*/ 88 h 223"/>
                  <a:gd name="T14" fmla="*/ 88 w 123"/>
                  <a:gd name="T15" fmla="*/ 91 h 223"/>
                  <a:gd name="T16" fmla="*/ 123 w 123"/>
                  <a:gd name="T17" fmla="*/ 123 h 223"/>
                  <a:gd name="T18" fmla="*/ 123 w 123"/>
                  <a:gd name="T19" fmla="*/ 191 h 223"/>
                  <a:gd name="T20" fmla="*/ 90 w 123"/>
                  <a:gd name="T21" fmla="*/ 223 h 223"/>
                  <a:gd name="T22" fmla="*/ 33 w 123"/>
                  <a:gd name="T23" fmla="*/ 223 h 223"/>
                  <a:gd name="T24" fmla="*/ 0 w 123"/>
                  <a:gd name="T25" fmla="*/ 191 h 223"/>
                  <a:gd name="T26" fmla="*/ 0 w 123"/>
                  <a:gd name="T27" fmla="*/ 152 h 223"/>
                  <a:gd name="T28" fmla="*/ 51 w 123"/>
                  <a:gd name="T29" fmla="*/ 152 h 223"/>
                  <a:gd name="T30" fmla="*/ 51 w 123"/>
                  <a:gd name="T31" fmla="*/ 181 h 223"/>
                  <a:gd name="T32" fmla="*/ 72 w 123"/>
                  <a:gd name="T33" fmla="*/ 181 h 223"/>
                  <a:gd name="T34" fmla="*/ 72 w 123"/>
                  <a:gd name="T35" fmla="*/ 134 h 223"/>
                  <a:gd name="T36" fmla="*/ 36 w 123"/>
                  <a:gd name="T37" fmla="*/ 132 h 223"/>
                  <a:gd name="T38" fmla="*/ 0 w 123"/>
                  <a:gd name="T39" fmla="*/ 100 h 223"/>
                  <a:gd name="T40" fmla="*/ 0 w 123"/>
                  <a:gd name="T41" fmla="*/ 33 h 223"/>
                  <a:gd name="T42" fmla="*/ 34 w 123"/>
                  <a:gd name="T43" fmla="*/ 0 h 223"/>
                  <a:gd name="T44" fmla="*/ 87 w 123"/>
                  <a:gd name="T45" fmla="*/ 0 h 2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3" h="223">
                    <a:moveTo>
                      <a:pt x="87" y="0"/>
                    </a:moveTo>
                    <a:lnTo>
                      <a:pt x="123" y="33"/>
                    </a:lnTo>
                    <a:lnTo>
                      <a:pt x="123" y="73"/>
                    </a:lnTo>
                    <a:lnTo>
                      <a:pt x="72" y="73"/>
                    </a:lnTo>
                    <a:lnTo>
                      <a:pt x="72" y="43"/>
                    </a:lnTo>
                    <a:lnTo>
                      <a:pt x="51" y="43"/>
                    </a:lnTo>
                    <a:lnTo>
                      <a:pt x="51" y="88"/>
                    </a:lnTo>
                    <a:lnTo>
                      <a:pt x="88" y="91"/>
                    </a:lnTo>
                    <a:lnTo>
                      <a:pt x="123" y="123"/>
                    </a:lnTo>
                    <a:lnTo>
                      <a:pt x="123" y="191"/>
                    </a:lnTo>
                    <a:lnTo>
                      <a:pt x="90" y="223"/>
                    </a:lnTo>
                    <a:lnTo>
                      <a:pt x="33" y="223"/>
                    </a:lnTo>
                    <a:lnTo>
                      <a:pt x="0" y="191"/>
                    </a:lnTo>
                    <a:lnTo>
                      <a:pt x="0" y="152"/>
                    </a:lnTo>
                    <a:lnTo>
                      <a:pt x="51" y="152"/>
                    </a:lnTo>
                    <a:lnTo>
                      <a:pt x="51" y="181"/>
                    </a:lnTo>
                    <a:lnTo>
                      <a:pt x="72" y="181"/>
                    </a:lnTo>
                    <a:lnTo>
                      <a:pt x="72" y="134"/>
                    </a:lnTo>
                    <a:lnTo>
                      <a:pt x="36" y="132"/>
                    </a:lnTo>
                    <a:lnTo>
                      <a:pt x="0" y="100"/>
                    </a:lnTo>
                    <a:lnTo>
                      <a:pt x="0" y="33"/>
                    </a:lnTo>
                    <a:lnTo>
                      <a:pt x="34" y="0"/>
                    </a:lnTo>
                    <a:lnTo>
                      <a:pt x="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8" name="Rectangle 27"/>
              <p:cNvSpPr>
                <a:spLocks noChangeArrowheads="1"/>
              </p:cNvSpPr>
              <p:nvPr/>
            </p:nvSpPr>
            <p:spPr bwMode="invGray">
              <a:xfrm>
                <a:off x="2713" y="2817"/>
                <a:ext cx="54" cy="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eaLnBrk="1" hangingPunct="1">
                  <a:defRPr/>
                </a:pPr>
                <a:endParaRPr lang="en-US" altLang="en-US" sz="1350">
                  <a:latin typeface="Adobe Garamond Pro" panose="02020502060506020403" pitchFamily="18" charset="0"/>
                </a:endParaRPr>
              </a:p>
            </p:txBody>
          </p:sp>
          <p:sp>
            <p:nvSpPr>
              <p:cNvPr id="29" name="Freeform 28"/>
              <p:cNvSpPr>
                <a:spLocks noEditPoints="1"/>
              </p:cNvSpPr>
              <p:nvPr/>
            </p:nvSpPr>
            <p:spPr bwMode="invGray">
              <a:xfrm>
                <a:off x="2787" y="2636"/>
                <a:ext cx="138" cy="223"/>
              </a:xfrm>
              <a:custGeom>
                <a:avLst/>
                <a:gdLst>
                  <a:gd name="T0" fmla="*/ 80 w 138"/>
                  <a:gd name="T1" fmla="*/ 140 h 223"/>
                  <a:gd name="T2" fmla="*/ 58 w 138"/>
                  <a:gd name="T3" fmla="*/ 140 h 223"/>
                  <a:gd name="T4" fmla="*/ 66 w 138"/>
                  <a:gd name="T5" fmla="*/ 48 h 223"/>
                  <a:gd name="T6" fmla="*/ 71 w 138"/>
                  <a:gd name="T7" fmla="*/ 48 h 223"/>
                  <a:gd name="T8" fmla="*/ 80 w 138"/>
                  <a:gd name="T9" fmla="*/ 140 h 223"/>
                  <a:gd name="T10" fmla="*/ 105 w 138"/>
                  <a:gd name="T11" fmla="*/ 0 h 223"/>
                  <a:gd name="T12" fmla="*/ 31 w 138"/>
                  <a:gd name="T13" fmla="*/ 0 h 223"/>
                  <a:gd name="T14" fmla="*/ 0 w 138"/>
                  <a:gd name="T15" fmla="*/ 223 h 223"/>
                  <a:gd name="T16" fmla="*/ 49 w 138"/>
                  <a:gd name="T17" fmla="*/ 223 h 223"/>
                  <a:gd name="T18" fmla="*/ 54 w 138"/>
                  <a:gd name="T19" fmla="*/ 182 h 223"/>
                  <a:gd name="T20" fmla="*/ 84 w 138"/>
                  <a:gd name="T21" fmla="*/ 182 h 223"/>
                  <a:gd name="T22" fmla="*/ 88 w 138"/>
                  <a:gd name="T23" fmla="*/ 223 h 223"/>
                  <a:gd name="T24" fmla="*/ 138 w 138"/>
                  <a:gd name="T25" fmla="*/ 223 h 223"/>
                  <a:gd name="T26" fmla="*/ 105 w 138"/>
                  <a:gd name="T27" fmla="*/ 0 h 2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8" h="223">
                    <a:moveTo>
                      <a:pt x="80" y="140"/>
                    </a:moveTo>
                    <a:lnTo>
                      <a:pt x="58" y="140"/>
                    </a:lnTo>
                    <a:lnTo>
                      <a:pt x="66" y="48"/>
                    </a:lnTo>
                    <a:lnTo>
                      <a:pt x="71" y="48"/>
                    </a:lnTo>
                    <a:lnTo>
                      <a:pt x="80" y="140"/>
                    </a:lnTo>
                    <a:close/>
                    <a:moveTo>
                      <a:pt x="105" y="0"/>
                    </a:moveTo>
                    <a:lnTo>
                      <a:pt x="31" y="0"/>
                    </a:lnTo>
                    <a:lnTo>
                      <a:pt x="0" y="223"/>
                    </a:lnTo>
                    <a:lnTo>
                      <a:pt x="49" y="223"/>
                    </a:lnTo>
                    <a:lnTo>
                      <a:pt x="54" y="182"/>
                    </a:lnTo>
                    <a:lnTo>
                      <a:pt x="84" y="182"/>
                    </a:lnTo>
                    <a:lnTo>
                      <a:pt x="88" y="223"/>
                    </a:lnTo>
                    <a:lnTo>
                      <a:pt x="138" y="223"/>
                    </a:lnTo>
                    <a:lnTo>
                      <a:pt x="10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0" name="Freeform 29"/>
              <p:cNvSpPr>
                <a:spLocks noEditPoints="1"/>
              </p:cNvSpPr>
              <p:nvPr/>
            </p:nvSpPr>
            <p:spPr bwMode="invGray">
              <a:xfrm>
                <a:off x="2946" y="2636"/>
                <a:ext cx="122" cy="223"/>
              </a:xfrm>
              <a:custGeom>
                <a:avLst/>
                <a:gdLst>
                  <a:gd name="T0" fmla="*/ 72 w 122"/>
                  <a:gd name="T1" fmla="*/ 43 h 223"/>
                  <a:gd name="T2" fmla="*/ 72 w 122"/>
                  <a:gd name="T3" fmla="*/ 93 h 223"/>
                  <a:gd name="T4" fmla="*/ 51 w 122"/>
                  <a:gd name="T5" fmla="*/ 93 h 223"/>
                  <a:gd name="T6" fmla="*/ 51 w 122"/>
                  <a:gd name="T7" fmla="*/ 43 h 223"/>
                  <a:gd name="T8" fmla="*/ 72 w 122"/>
                  <a:gd name="T9" fmla="*/ 43 h 223"/>
                  <a:gd name="T10" fmla="*/ 122 w 122"/>
                  <a:gd name="T11" fmla="*/ 33 h 223"/>
                  <a:gd name="T12" fmla="*/ 87 w 122"/>
                  <a:gd name="T13" fmla="*/ 0 h 223"/>
                  <a:gd name="T14" fmla="*/ 0 w 122"/>
                  <a:gd name="T15" fmla="*/ 0 h 223"/>
                  <a:gd name="T16" fmla="*/ 0 w 122"/>
                  <a:gd name="T17" fmla="*/ 223 h 223"/>
                  <a:gd name="T18" fmla="*/ 51 w 122"/>
                  <a:gd name="T19" fmla="*/ 223 h 223"/>
                  <a:gd name="T20" fmla="*/ 51 w 122"/>
                  <a:gd name="T21" fmla="*/ 134 h 223"/>
                  <a:gd name="T22" fmla="*/ 72 w 122"/>
                  <a:gd name="T23" fmla="*/ 134 h 223"/>
                  <a:gd name="T24" fmla="*/ 72 w 122"/>
                  <a:gd name="T25" fmla="*/ 223 h 223"/>
                  <a:gd name="T26" fmla="*/ 122 w 122"/>
                  <a:gd name="T27" fmla="*/ 223 h 223"/>
                  <a:gd name="T28" fmla="*/ 122 w 122"/>
                  <a:gd name="T29" fmla="*/ 134 h 223"/>
                  <a:gd name="T30" fmla="*/ 96 w 122"/>
                  <a:gd name="T31" fmla="*/ 113 h 223"/>
                  <a:gd name="T32" fmla="*/ 122 w 122"/>
                  <a:gd name="T33" fmla="*/ 91 h 223"/>
                  <a:gd name="T34" fmla="*/ 122 w 122"/>
                  <a:gd name="T35" fmla="*/ 3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2" h="223">
                    <a:moveTo>
                      <a:pt x="72" y="43"/>
                    </a:moveTo>
                    <a:lnTo>
                      <a:pt x="72" y="93"/>
                    </a:lnTo>
                    <a:lnTo>
                      <a:pt x="51" y="93"/>
                    </a:lnTo>
                    <a:lnTo>
                      <a:pt x="51" y="43"/>
                    </a:lnTo>
                    <a:lnTo>
                      <a:pt x="72" y="43"/>
                    </a:lnTo>
                    <a:close/>
                    <a:moveTo>
                      <a:pt x="122" y="33"/>
                    </a:moveTo>
                    <a:lnTo>
                      <a:pt x="87" y="0"/>
                    </a:lnTo>
                    <a:lnTo>
                      <a:pt x="0" y="0"/>
                    </a:lnTo>
                    <a:lnTo>
                      <a:pt x="0" y="223"/>
                    </a:lnTo>
                    <a:lnTo>
                      <a:pt x="51" y="223"/>
                    </a:lnTo>
                    <a:lnTo>
                      <a:pt x="51" y="134"/>
                    </a:lnTo>
                    <a:lnTo>
                      <a:pt x="72" y="134"/>
                    </a:lnTo>
                    <a:lnTo>
                      <a:pt x="72" y="223"/>
                    </a:lnTo>
                    <a:lnTo>
                      <a:pt x="122" y="223"/>
                    </a:lnTo>
                    <a:lnTo>
                      <a:pt x="122" y="134"/>
                    </a:lnTo>
                    <a:lnTo>
                      <a:pt x="96" y="113"/>
                    </a:lnTo>
                    <a:lnTo>
                      <a:pt x="122" y="91"/>
                    </a:lnTo>
                    <a:lnTo>
                      <a:pt x="122"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1" name="Freeform 30"/>
              <p:cNvSpPr>
                <a:spLocks/>
              </p:cNvSpPr>
              <p:nvPr/>
            </p:nvSpPr>
            <p:spPr bwMode="invGray">
              <a:xfrm>
                <a:off x="3094" y="2636"/>
                <a:ext cx="159" cy="223"/>
              </a:xfrm>
              <a:custGeom>
                <a:avLst/>
                <a:gdLst>
                  <a:gd name="T0" fmla="*/ 159 w 159"/>
                  <a:gd name="T1" fmla="*/ 223 h 223"/>
                  <a:gd name="T2" fmla="*/ 112 w 159"/>
                  <a:gd name="T3" fmla="*/ 223 h 223"/>
                  <a:gd name="T4" fmla="*/ 112 w 159"/>
                  <a:gd name="T5" fmla="*/ 82 h 223"/>
                  <a:gd name="T6" fmla="*/ 110 w 159"/>
                  <a:gd name="T7" fmla="*/ 82 h 223"/>
                  <a:gd name="T8" fmla="*/ 89 w 159"/>
                  <a:gd name="T9" fmla="*/ 223 h 223"/>
                  <a:gd name="T10" fmla="*/ 70 w 159"/>
                  <a:gd name="T11" fmla="*/ 223 h 223"/>
                  <a:gd name="T12" fmla="*/ 48 w 159"/>
                  <a:gd name="T13" fmla="*/ 82 h 223"/>
                  <a:gd name="T14" fmla="*/ 46 w 159"/>
                  <a:gd name="T15" fmla="*/ 82 h 223"/>
                  <a:gd name="T16" fmla="*/ 46 w 159"/>
                  <a:gd name="T17" fmla="*/ 223 h 223"/>
                  <a:gd name="T18" fmla="*/ 0 w 159"/>
                  <a:gd name="T19" fmla="*/ 223 h 223"/>
                  <a:gd name="T20" fmla="*/ 0 w 159"/>
                  <a:gd name="T21" fmla="*/ 0 h 223"/>
                  <a:gd name="T22" fmla="*/ 60 w 159"/>
                  <a:gd name="T23" fmla="*/ 0 h 223"/>
                  <a:gd name="T24" fmla="*/ 78 w 159"/>
                  <a:gd name="T25" fmla="*/ 108 h 223"/>
                  <a:gd name="T26" fmla="*/ 82 w 159"/>
                  <a:gd name="T27" fmla="*/ 108 h 223"/>
                  <a:gd name="T28" fmla="*/ 99 w 159"/>
                  <a:gd name="T29" fmla="*/ 0 h 223"/>
                  <a:gd name="T30" fmla="*/ 159 w 159"/>
                  <a:gd name="T31" fmla="*/ 0 h 223"/>
                  <a:gd name="T32" fmla="*/ 159 w 159"/>
                  <a:gd name="T33" fmla="*/ 223 h 2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9" h="223">
                    <a:moveTo>
                      <a:pt x="159" y="223"/>
                    </a:moveTo>
                    <a:lnTo>
                      <a:pt x="112" y="223"/>
                    </a:lnTo>
                    <a:lnTo>
                      <a:pt x="112" y="82"/>
                    </a:lnTo>
                    <a:lnTo>
                      <a:pt x="110" y="82"/>
                    </a:lnTo>
                    <a:lnTo>
                      <a:pt x="89" y="223"/>
                    </a:lnTo>
                    <a:lnTo>
                      <a:pt x="70" y="223"/>
                    </a:lnTo>
                    <a:lnTo>
                      <a:pt x="48" y="82"/>
                    </a:lnTo>
                    <a:lnTo>
                      <a:pt x="46" y="82"/>
                    </a:lnTo>
                    <a:lnTo>
                      <a:pt x="46" y="223"/>
                    </a:lnTo>
                    <a:lnTo>
                      <a:pt x="0" y="223"/>
                    </a:lnTo>
                    <a:lnTo>
                      <a:pt x="0" y="0"/>
                    </a:lnTo>
                    <a:lnTo>
                      <a:pt x="60" y="0"/>
                    </a:lnTo>
                    <a:lnTo>
                      <a:pt x="78" y="108"/>
                    </a:lnTo>
                    <a:lnTo>
                      <a:pt x="82" y="108"/>
                    </a:lnTo>
                    <a:lnTo>
                      <a:pt x="99" y="0"/>
                    </a:lnTo>
                    <a:lnTo>
                      <a:pt x="159" y="0"/>
                    </a:lnTo>
                    <a:lnTo>
                      <a:pt x="159" y="2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2" name="Freeform 31"/>
              <p:cNvSpPr>
                <a:spLocks/>
              </p:cNvSpPr>
              <p:nvPr/>
            </p:nvSpPr>
            <p:spPr bwMode="invGray">
              <a:xfrm>
                <a:off x="3274" y="2636"/>
                <a:ext cx="139" cy="223"/>
              </a:xfrm>
              <a:custGeom>
                <a:avLst/>
                <a:gdLst>
                  <a:gd name="T0" fmla="*/ 95 w 139"/>
                  <a:gd name="T1" fmla="*/ 130 h 223"/>
                  <a:gd name="T2" fmla="*/ 95 w 139"/>
                  <a:gd name="T3" fmla="*/ 223 h 223"/>
                  <a:gd name="T4" fmla="*/ 44 w 139"/>
                  <a:gd name="T5" fmla="*/ 223 h 223"/>
                  <a:gd name="T6" fmla="*/ 44 w 139"/>
                  <a:gd name="T7" fmla="*/ 130 h 223"/>
                  <a:gd name="T8" fmla="*/ 0 w 139"/>
                  <a:gd name="T9" fmla="*/ 0 h 223"/>
                  <a:gd name="T10" fmla="*/ 51 w 139"/>
                  <a:gd name="T11" fmla="*/ 0 h 223"/>
                  <a:gd name="T12" fmla="*/ 69 w 139"/>
                  <a:gd name="T13" fmla="*/ 81 h 223"/>
                  <a:gd name="T14" fmla="*/ 70 w 139"/>
                  <a:gd name="T15" fmla="*/ 81 h 223"/>
                  <a:gd name="T16" fmla="*/ 88 w 139"/>
                  <a:gd name="T17" fmla="*/ 0 h 223"/>
                  <a:gd name="T18" fmla="*/ 139 w 139"/>
                  <a:gd name="T19" fmla="*/ 0 h 223"/>
                  <a:gd name="T20" fmla="*/ 95 w 139"/>
                  <a:gd name="T21" fmla="*/ 13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223">
                    <a:moveTo>
                      <a:pt x="95" y="130"/>
                    </a:moveTo>
                    <a:lnTo>
                      <a:pt x="95" y="223"/>
                    </a:lnTo>
                    <a:lnTo>
                      <a:pt x="44" y="223"/>
                    </a:lnTo>
                    <a:lnTo>
                      <a:pt x="44" y="130"/>
                    </a:lnTo>
                    <a:lnTo>
                      <a:pt x="0" y="0"/>
                    </a:lnTo>
                    <a:lnTo>
                      <a:pt x="51" y="0"/>
                    </a:lnTo>
                    <a:lnTo>
                      <a:pt x="69" y="81"/>
                    </a:lnTo>
                    <a:lnTo>
                      <a:pt x="70" y="81"/>
                    </a:lnTo>
                    <a:lnTo>
                      <a:pt x="88" y="0"/>
                    </a:lnTo>
                    <a:lnTo>
                      <a:pt x="139" y="0"/>
                    </a:lnTo>
                    <a:lnTo>
                      <a:pt x="95" y="1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3" name="Freeform 32"/>
              <p:cNvSpPr>
                <a:spLocks/>
              </p:cNvSpPr>
              <p:nvPr/>
            </p:nvSpPr>
            <p:spPr bwMode="invGray">
              <a:xfrm>
                <a:off x="2371" y="1344"/>
                <a:ext cx="1022" cy="971"/>
              </a:xfrm>
              <a:custGeom>
                <a:avLst/>
                <a:gdLst>
                  <a:gd name="T0" fmla="*/ 827 w 1022"/>
                  <a:gd name="T1" fmla="*/ 971 h 971"/>
                  <a:gd name="T2" fmla="*/ 511 w 1022"/>
                  <a:gd name="T3" fmla="*/ 741 h 971"/>
                  <a:gd name="T4" fmla="*/ 196 w 1022"/>
                  <a:gd name="T5" fmla="*/ 971 h 971"/>
                  <a:gd name="T6" fmla="*/ 316 w 1022"/>
                  <a:gd name="T7" fmla="*/ 600 h 971"/>
                  <a:gd name="T8" fmla="*/ 0 w 1022"/>
                  <a:gd name="T9" fmla="*/ 371 h 971"/>
                  <a:gd name="T10" fmla="*/ 391 w 1022"/>
                  <a:gd name="T11" fmla="*/ 371 h 971"/>
                  <a:gd name="T12" fmla="*/ 511 w 1022"/>
                  <a:gd name="T13" fmla="*/ 0 h 971"/>
                  <a:gd name="T14" fmla="*/ 632 w 1022"/>
                  <a:gd name="T15" fmla="*/ 371 h 971"/>
                  <a:gd name="T16" fmla="*/ 1022 w 1022"/>
                  <a:gd name="T17" fmla="*/ 371 h 971"/>
                  <a:gd name="T18" fmla="*/ 706 w 1022"/>
                  <a:gd name="T19" fmla="*/ 600 h 971"/>
                  <a:gd name="T20" fmla="*/ 827 w 1022"/>
                  <a:gd name="T21" fmla="*/ 971 h 971"/>
                  <a:gd name="T22" fmla="*/ 827 w 1022"/>
                  <a:gd name="T23" fmla="*/ 971 h 9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22" h="971">
                    <a:moveTo>
                      <a:pt x="827" y="971"/>
                    </a:moveTo>
                    <a:lnTo>
                      <a:pt x="511" y="741"/>
                    </a:lnTo>
                    <a:lnTo>
                      <a:pt x="196" y="971"/>
                    </a:lnTo>
                    <a:lnTo>
                      <a:pt x="316" y="600"/>
                    </a:lnTo>
                    <a:lnTo>
                      <a:pt x="0" y="371"/>
                    </a:lnTo>
                    <a:lnTo>
                      <a:pt x="391" y="371"/>
                    </a:lnTo>
                    <a:lnTo>
                      <a:pt x="511" y="0"/>
                    </a:lnTo>
                    <a:lnTo>
                      <a:pt x="632" y="371"/>
                    </a:lnTo>
                    <a:lnTo>
                      <a:pt x="1022" y="371"/>
                    </a:lnTo>
                    <a:lnTo>
                      <a:pt x="706" y="600"/>
                    </a:lnTo>
                    <a:lnTo>
                      <a:pt x="827" y="971"/>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4" name="Freeform 33"/>
              <p:cNvSpPr>
                <a:spLocks/>
              </p:cNvSpPr>
              <p:nvPr/>
            </p:nvSpPr>
            <p:spPr bwMode="invGray">
              <a:xfrm>
                <a:off x="2486" y="1463"/>
                <a:ext cx="793" cy="755"/>
              </a:xfrm>
              <a:custGeom>
                <a:avLst/>
                <a:gdLst>
                  <a:gd name="T0" fmla="*/ 641 w 793"/>
                  <a:gd name="T1" fmla="*/ 755 h 755"/>
                  <a:gd name="T2" fmla="*/ 396 w 793"/>
                  <a:gd name="T3" fmla="*/ 577 h 755"/>
                  <a:gd name="T4" fmla="*/ 151 w 793"/>
                  <a:gd name="T5" fmla="*/ 755 h 755"/>
                  <a:gd name="T6" fmla="*/ 245 w 793"/>
                  <a:gd name="T7" fmla="*/ 467 h 755"/>
                  <a:gd name="T8" fmla="*/ 0 w 793"/>
                  <a:gd name="T9" fmla="*/ 288 h 755"/>
                  <a:gd name="T10" fmla="*/ 303 w 793"/>
                  <a:gd name="T11" fmla="*/ 288 h 755"/>
                  <a:gd name="T12" fmla="*/ 396 w 793"/>
                  <a:gd name="T13" fmla="*/ 0 h 755"/>
                  <a:gd name="T14" fmla="*/ 490 w 793"/>
                  <a:gd name="T15" fmla="*/ 288 h 755"/>
                  <a:gd name="T16" fmla="*/ 793 w 793"/>
                  <a:gd name="T17" fmla="*/ 288 h 755"/>
                  <a:gd name="T18" fmla="*/ 548 w 793"/>
                  <a:gd name="T19" fmla="*/ 467 h 755"/>
                  <a:gd name="T20" fmla="*/ 641 w 793"/>
                  <a:gd name="T21" fmla="*/ 755 h 755"/>
                  <a:gd name="T22" fmla="*/ 641 w 793"/>
                  <a:gd name="T23" fmla="*/ 755 h 7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3" h="755">
                    <a:moveTo>
                      <a:pt x="641" y="755"/>
                    </a:moveTo>
                    <a:lnTo>
                      <a:pt x="396" y="577"/>
                    </a:lnTo>
                    <a:lnTo>
                      <a:pt x="151" y="755"/>
                    </a:lnTo>
                    <a:lnTo>
                      <a:pt x="245" y="467"/>
                    </a:lnTo>
                    <a:lnTo>
                      <a:pt x="0" y="288"/>
                    </a:lnTo>
                    <a:lnTo>
                      <a:pt x="303" y="288"/>
                    </a:lnTo>
                    <a:lnTo>
                      <a:pt x="396" y="0"/>
                    </a:lnTo>
                    <a:lnTo>
                      <a:pt x="490" y="288"/>
                    </a:lnTo>
                    <a:lnTo>
                      <a:pt x="793" y="288"/>
                    </a:lnTo>
                    <a:lnTo>
                      <a:pt x="548" y="467"/>
                    </a:lnTo>
                    <a:lnTo>
                      <a:pt x="641" y="75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5" name="Freeform 34"/>
              <p:cNvSpPr>
                <a:spLocks/>
              </p:cNvSpPr>
              <p:nvPr/>
            </p:nvSpPr>
            <p:spPr bwMode="invGray">
              <a:xfrm>
                <a:off x="2595" y="1579"/>
                <a:ext cx="574" cy="545"/>
              </a:xfrm>
              <a:custGeom>
                <a:avLst/>
                <a:gdLst>
                  <a:gd name="T0" fmla="*/ 287 w 574"/>
                  <a:gd name="T1" fmla="*/ 0 h 545"/>
                  <a:gd name="T2" fmla="*/ 355 w 574"/>
                  <a:gd name="T3" fmla="*/ 208 h 545"/>
                  <a:gd name="T4" fmla="*/ 574 w 574"/>
                  <a:gd name="T5" fmla="*/ 208 h 545"/>
                  <a:gd name="T6" fmla="*/ 396 w 574"/>
                  <a:gd name="T7" fmla="*/ 337 h 545"/>
                  <a:gd name="T8" fmla="*/ 464 w 574"/>
                  <a:gd name="T9" fmla="*/ 545 h 545"/>
                  <a:gd name="T10" fmla="*/ 287 w 574"/>
                  <a:gd name="T11" fmla="*/ 416 h 545"/>
                  <a:gd name="T12" fmla="*/ 110 w 574"/>
                  <a:gd name="T13" fmla="*/ 545 h 545"/>
                  <a:gd name="T14" fmla="*/ 178 w 574"/>
                  <a:gd name="T15" fmla="*/ 337 h 545"/>
                  <a:gd name="T16" fmla="*/ 0 w 574"/>
                  <a:gd name="T17" fmla="*/ 208 h 545"/>
                  <a:gd name="T18" fmla="*/ 219 w 574"/>
                  <a:gd name="T19" fmla="*/ 208 h 545"/>
                  <a:gd name="T20" fmla="*/ 287 w 574"/>
                  <a:gd name="T21" fmla="*/ 0 h 5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4" h="545">
                    <a:moveTo>
                      <a:pt x="287" y="0"/>
                    </a:moveTo>
                    <a:lnTo>
                      <a:pt x="355" y="208"/>
                    </a:lnTo>
                    <a:lnTo>
                      <a:pt x="574" y="208"/>
                    </a:lnTo>
                    <a:lnTo>
                      <a:pt x="396" y="337"/>
                    </a:lnTo>
                    <a:lnTo>
                      <a:pt x="464" y="545"/>
                    </a:lnTo>
                    <a:lnTo>
                      <a:pt x="287" y="416"/>
                    </a:lnTo>
                    <a:lnTo>
                      <a:pt x="110" y="545"/>
                    </a:lnTo>
                    <a:lnTo>
                      <a:pt x="178" y="337"/>
                    </a:lnTo>
                    <a:lnTo>
                      <a:pt x="0" y="208"/>
                    </a:lnTo>
                    <a:lnTo>
                      <a:pt x="219" y="208"/>
                    </a:lnTo>
                    <a:lnTo>
                      <a:pt x="2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grpSp>
      </p:grpSp>
      <p:grpSp>
        <p:nvGrpSpPr>
          <p:cNvPr id="41" name="AMC insignia"/>
          <p:cNvGrpSpPr>
            <a:grpSpLocks noChangeAspect="1"/>
          </p:cNvGrpSpPr>
          <p:nvPr userDrawn="1"/>
        </p:nvGrpSpPr>
        <p:grpSpPr bwMode="auto">
          <a:xfrm>
            <a:off x="6745714" y="5802775"/>
            <a:ext cx="713456" cy="838201"/>
            <a:chOff x="4592" y="1364"/>
            <a:chExt cx="1161" cy="1364"/>
          </a:xfrm>
        </p:grpSpPr>
        <p:sp>
          <p:nvSpPr>
            <p:cNvPr id="42" name="Crest Freeform"/>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43" name="Black Frame Freeform"/>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44" name="Blue Freeform"/>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45" name="Red Freeform"/>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grpSp>
      <p:pic>
        <p:nvPicPr>
          <p:cNvPr id="38" name="Picture 3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26411" y="5802774"/>
            <a:ext cx="879404" cy="838201"/>
          </a:xfrm>
          <a:prstGeom prst="rect">
            <a:avLst/>
          </a:prstGeom>
        </p:spPr>
      </p:pic>
    </p:spTree>
    <p:extLst>
      <p:ext uri="{BB962C8B-B14F-4D97-AF65-F5344CB8AC3E}">
        <p14:creationId xmlns:p14="http://schemas.microsoft.com/office/powerpoint/2010/main" val="3371992240"/>
      </p:ext>
    </p:extLst>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Subtitle, Content and Bump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17253" y="6193640"/>
            <a:ext cx="8307388" cy="300082"/>
          </a:xfrm>
        </p:spPr>
        <p:txBody>
          <a:bodyPr vert="horz" lIns="182880" tIns="45720" rIns="91440" bIns="45720" rtlCol="0" anchor="t" anchorCtr="0">
            <a:spAutoFit/>
          </a:bodyPr>
          <a:lstStyle>
            <a:lvl1pPr marL="0" indent="0">
              <a:buFont typeface="Arial" panose="020B0604020202020204" pitchFamily="34" charset="0"/>
              <a:buNone/>
              <a:defRPr lang="en-US" sz="15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a:t>Click to add bumper</a:t>
            </a:r>
          </a:p>
        </p:txBody>
      </p:sp>
      <p:sp>
        <p:nvSpPr>
          <p:cNvPr id="32" name="Title Placeholder 1"/>
          <p:cNvSpPr>
            <a:spLocks noGrp="1"/>
          </p:cNvSpPr>
          <p:nvPr>
            <p:ph type="title" hasCustomPrompt="1"/>
          </p:nvPr>
        </p:nvSpPr>
        <p:spPr bwMode="gray">
          <a:xfrm>
            <a:off x="836761" y="99568"/>
            <a:ext cx="7955280" cy="480131"/>
          </a:xfrm>
          <a:prstGeom prst="rect">
            <a:avLst/>
          </a:prstGeom>
        </p:spPr>
        <p:txBody>
          <a:bodyPr vert="horz" lIns="182880" tIns="45720" rIns="91440" bIns="45720" rtlCol="0" anchor="t" anchorCtr="0">
            <a:spAutoFit/>
          </a:bodyPr>
          <a:lstStyle>
            <a:lvl1pPr marL="0">
              <a:defRPr sz="2800">
                <a:solidFill>
                  <a:schemeClr val="tx1"/>
                </a:solidFill>
              </a:defRPr>
            </a:lvl1pPr>
          </a:lstStyle>
          <a:p>
            <a:pPr marL="0" lvl="0"/>
            <a:r>
              <a:rPr lang="en-US"/>
              <a:t>Slide Title — Arial 28 Bold</a:t>
            </a:r>
          </a:p>
        </p:txBody>
      </p:sp>
      <p:sp>
        <p:nvSpPr>
          <p:cNvPr id="37" name="Text Placeholder 36"/>
          <p:cNvSpPr>
            <a:spLocks noGrp="1"/>
          </p:cNvSpPr>
          <p:nvPr>
            <p:ph type="body" sz="quarter" idx="14"/>
          </p:nvPr>
        </p:nvSpPr>
        <p:spPr>
          <a:xfrm>
            <a:off x="496519" y="970958"/>
            <a:ext cx="5217198" cy="914400"/>
          </a:xfrm>
        </p:spPr>
        <p:txBody>
          <a:bodyPr/>
          <a:lstStyle>
            <a:lvl1pPr marL="342900" indent="-3429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7606153"/>
      </p:ext>
    </p:extLst>
  </p:cSld>
  <p:clrMapOvr>
    <a:masterClrMapping/>
  </p:clrMapOvr>
  <p:transition spd="slow">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34716" y="3175088"/>
            <a:ext cx="7886700" cy="590931"/>
          </a:xfrm>
        </p:spPr>
        <p:txBody>
          <a:bodyPr anchor="b"/>
          <a:lstStyle>
            <a:lvl1pPr algn="ctr">
              <a:defRPr sz="3600">
                <a:solidFill>
                  <a:schemeClr val="tx1"/>
                </a:solidFill>
                <a:latin typeface="Arial" panose="020B0604020202020204" pitchFamily="34" charset="0"/>
                <a:cs typeface="Arial" panose="020B0604020202020204" pitchFamily="34" charset="0"/>
              </a:defRPr>
            </a:lvl1pPr>
          </a:lstStyle>
          <a:p>
            <a:r>
              <a:rPr lang="en-US"/>
              <a:t>Click to edit Master title style</a:t>
            </a:r>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1A3C3F5D-9F0A-4D26-898B-10DC4C85EEE6}" type="slidenum">
              <a:rPr lang="en-US" smtClean="0"/>
              <a:pPr/>
              <a:t>‹#›</a:t>
            </a:fld>
            <a:endParaRPr lang="en-US"/>
          </a:p>
        </p:txBody>
      </p:sp>
    </p:spTree>
    <p:extLst>
      <p:ext uri="{BB962C8B-B14F-4D97-AF65-F5344CB8AC3E}">
        <p14:creationId xmlns:p14="http://schemas.microsoft.com/office/powerpoint/2010/main" val="855739472"/>
      </p:ext>
    </p:extLst>
  </p:cSld>
  <p:clrMapOvr>
    <a:masterClrMapping/>
  </p:clrMapOvr>
  <p:transition spd="slow">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0073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extLst>
      <p:ext uri="{BB962C8B-B14F-4D97-AF65-F5344CB8AC3E}">
        <p14:creationId xmlns:p14="http://schemas.microsoft.com/office/powerpoint/2010/main" val="29819326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extLst>
      <p:ext uri="{BB962C8B-B14F-4D97-AF65-F5344CB8AC3E}">
        <p14:creationId xmlns:p14="http://schemas.microsoft.com/office/powerpoint/2010/main" val="36216731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 Arial"/>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 Arial"/>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a:solidFill>
                  <a:srgbClr val="000000"/>
                </a:solidFill>
                <a:latin typeface=" Arial"/>
                <a:ea typeface="MS PGothic" pitchFamily="34" charset="-128"/>
                <a:cs typeface="Arial" pitchFamily="34" charset="0"/>
              </a:rPr>
              <a:t>UNCLASSIFIED//FOUO</a:t>
            </a: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a:solidFill>
                  <a:srgbClr val="000000"/>
                </a:solidFill>
                <a:latin typeface=" Arial"/>
                <a:ea typeface="MS PGothic" pitchFamily="34" charset="-128"/>
                <a:cs typeface="Arial" pitchFamily="34" charset="0"/>
              </a:rPr>
              <a:t>UNCLASSIFIED//FOUO</a:t>
            </a: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9284536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1740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pic>
        <p:nvPicPr>
          <p:cNvPr id="5" name="Picture 4" descr="A group of people posing for a photo&#10;&#10;Description automatically generated with medium confidence">
            <a:extLst>
              <a:ext uri="{FF2B5EF4-FFF2-40B4-BE49-F238E27FC236}">
                <a16:creationId xmlns:a16="http://schemas.microsoft.com/office/drawing/2014/main" id="{38E57C7A-2ACC-4371-81AE-A3FDFF286D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8" name="Round Same Side Corner Rectangle 17"/>
          <p:cNvSpPr/>
          <p:nvPr userDrawn="1"/>
        </p:nvSpPr>
        <p:spPr>
          <a:xfrm>
            <a:off x="0" y="-1588"/>
            <a:ext cx="2960017" cy="956014"/>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1341F10D-3EDF-3EC6-8CC6-FAC7CC2956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47287" y="5777566"/>
            <a:ext cx="1902081" cy="1082022"/>
          </a:xfrm>
          <a:prstGeom prst="rect">
            <a:avLst/>
          </a:prstGeom>
        </p:spPr>
      </p:pic>
      <p:grpSp>
        <p:nvGrpSpPr>
          <p:cNvPr id="4" name="AMC insignia">
            <a:extLst>
              <a:ext uri="{FF2B5EF4-FFF2-40B4-BE49-F238E27FC236}">
                <a16:creationId xmlns:a16="http://schemas.microsoft.com/office/drawing/2014/main" id="{6268229C-6291-5475-051B-CA723A6FB857}"/>
              </a:ext>
            </a:extLst>
          </p:cNvPr>
          <p:cNvGrpSpPr>
            <a:grpSpLocks noChangeAspect="1"/>
          </p:cNvGrpSpPr>
          <p:nvPr userDrawn="1"/>
        </p:nvGrpSpPr>
        <p:grpSpPr bwMode="auto">
          <a:xfrm>
            <a:off x="7354392" y="6090451"/>
            <a:ext cx="533159" cy="626380"/>
            <a:chOff x="4592" y="1364"/>
            <a:chExt cx="1161" cy="1364"/>
          </a:xfrm>
        </p:grpSpPr>
        <p:sp>
          <p:nvSpPr>
            <p:cNvPr id="6" name="Crest Freeform">
              <a:extLst>
                <a:ext uri="{FF2B5EF4-FFF2-40B4-BE49-F238E27FC236}">
                  <a16:creationId xmlns:a16="http://schemas.microsoft.com/office/drawing/2014/main" id="{45A174CC-A214-E189-C263-C5291D6C7984}"/>
                </a:ext>
              </a:extLst>
            </p:cNvPr>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Black Frame Freeform">
              <a:extLst>
                <a:ext uri="{FF2B5EF4-FFF2-40B4-BE49-F238E27FC236}">
                  <a16:creationId xmlns:a16="http://schemas.microsoft.com/office/drawing/2014/main" id="{4A57904B-0E02-3C6C-169D-CAC17048059A}"/>
                </a:ext>
              </a:extLst>
            </p:cNvPr>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Blue Freeform">
              <a:extLst>
                <a:ext uri="{FF2B5EF4-FFF2-40B4-BE49-F238E27FC236}">
                  <a16:creationId xmlns:a16="http://schemas.microsoft.com/office/drawing/2014/main" id="{0E4419A0-5184-EC4C-57A0-A6BC13A3D552}"/>
                </a:ext>
              </a:extLst>
            </p:cNvPr>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Red Freeform">
              <a:extLst>
                <a:ext uri="{FF2B5EF4-FFF2-40B4-BE49-F238E27FC236}">
                  <a16:creationId xmlns:a16="http://schemas.microsoft.com/office/drawing/2014/main" id="{F063F40E-6451-3506-06EF-A27AB597B213}"/>
                </a:ext>
              </a:extLst>
            </p:cNvPr>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10" name="Picture 9">
            <a:extLst>
              <a:ext uri="{FF2B5EF4-FFF2-40B4-BE49-F238E27FC236}">
                <a16:creationId xmlns:a16="http://schemas.microsoft.com/office/drawing/2014/main" id="{CFB51BC6-3ECC-616C-54B5-19DCE64EA8D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072080" y="6098222"/>
            <a:ext cx="586849" cy="610377"/>
          </a:xfrm>
          <a:prstGeom prst="rect">
            <a:avLst/>
          </a:prstGeom>
        </p:spPr>
      </p:pic>
      <p:pic>
        <p:nvPicPr>
          <p:cNvPr id="13" name="Picture 12" descr="Logo&#10;&#10;Description automatically generated">
            <a:extLst>
              <a:ext uri="{FF2B5EF4-FFF2-40B4-BE49-F238E27FC236}">
                <a16:creationId xmlns:a16="http://schemas.microsoft.com/office/drawing/2014/main" id="{987CD9BB-8AC3-C65B-C533-069FFF79FEA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3492" y="138149"/>
            <a:ext cx="2309567" cy="544714"/>
          </a:xfrm>
          <a:prstGeom prst="rect">
            <a:avLst/>
          </a:prstGeom>
        </p:spPr>
      </p:pic>
    </p:spTree>
    <p:extLst>
      <p:ext uri="{BB962C8B-B14F-4D97-AF65-F5344CB8AC3E}">
        <p14:creationId xmlns:p14="http://schemas.microsoft.com/office/powerpoint/2010/main" val="3371903471"/>
      </p:ext>
    </p:extLst>
  </p:cSld>
  <p:clrMapOvr>
    <a:masterClrMapping/>
  </p:clrMapOvr>
  <p:transition spd="slow">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atin typeface="G.I. 530" pitchFamily="2" charset="0"/>
              </a:defRPr>
            </a:lvl1pPr>
          </a:lstStyle>
          <a:p>
            <a:fld id="{F9AF2913-2DB3-46CA-AB90-630B618DC110}" type="slidenum">
              <a:rPr lang="en-US" smtClean="0"/>
              <a:pPr/>
              <a:t>‹#›</a:t>
            </a:fld>
            <a:endParaRPr lang="en-US" dirty="0"/>
          </a:p>
        </p:txBody>
      </p:sp>
      <p:pic>
        <p:nvPicPr>
          <p:cNvPr id="3" name="Picture 2">
            <a:extLst>
              <a:ext uri="{FF2B5EF4-FFF2-40B4-BE49-F238E27FC236}">
                <a16:creationId xmlns:a16="http://schemas.microsoft.com/office/drawing/2014/main" id="{F544C851-4310-E903-5B42-BBBFCD0C11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38242" y="5494924"/>
            <a:ext cx="1902081" cy="1082022"/>
          </a:xfrm>
          <a:prstGeom prst="rect">
            <a:avLst/>
          </a:prstGeom>
        </p:spPr>
      </p:pic>
      <p:grpSp>
        <p:nvGrpSpPr>
          <p:cNvPr id="5" name="AMC insignia">
            <a:extLst>
              <a:ext uri="{FF2B5EF4-FFF2-40B4-BE49-F238E27FC236}">
                <a16:creationId xmlns:a16="http://schemas.microsoft.com/office/drawing/2014/main" id="{42DE0849-D6B1-45A9-D566-BFF73FBFED85}"/>
              </a:ext>
            </a:extLst>
          </p:cNvPr>
          <p:cNvGrpSpPr>
            <a:grpSpLocks noChangeAspect="1"/>
          </p:cNvGrpSpPr>
          <p:nvPr userDrawn="1"/>
        </p:nvGrpSpPr>
        <p:grpSpPr bwMode="auto">
          <a:xfrm>
            <a:off x="7645347" y="5807809"/>
            <a:ext cx="533159" cy="626380"/>
            <a:chOff x="4592" y="1364"/>
            <a:chExt cx="1161" cy="1364"/>
          </a:xfrm>
        </p:grpSpPr>
        <p:sp>
          <p:nvSpPr>
            <p:cNvPr id="6" name="Crest Freeform">
              <a:extLst>
                <a:ext uri="{FF2B5EF4-FFF2-40B4-BE49-F238E27FC236}">
                  <a16:creationId xmlns:a16="http://schemas.microsoft.com/office/drawing/2014/main" id="{B2190D8F-F1A5-9D10-47CA-0947AFC69C72}"/>
                </a:ext>
              </a:extLst>
            </p:cNvPr>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Black Frame Freeform">
              <a:extLst>
                <a:ext uri="{FF2B5EF4-FFF2-40B4-BE49-F238E27FC236}">
                  <a16:creationId xmlns:a16="http://schemas.microsoft.com/office/drawing/2014/main" id="{7C974F45-7C53-1416-CF63-C0FD449572B0}"/>
                </a:ext>
              </a:extLst>
            </p:cNvPr>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Blue Freeform">
              <a:extLst>
                <a:ext uri="{FF2B5EF4-FFF2-40B4-BE49-F238E27FC236}">
                  <a16:creationId xmlns:a16="http://schemas.microsoft.com/office/drawing/2014/main" id="{4CA632E0-474F-5632-7AF8-5C56E93155F2}"/>
                </a:ext>
              </a:extLst>
            </p:cNvPr>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Red Freeform">
              <a:extLst>
                <a:ext uri="{FF2B5EF4-FFF2-40B4-BE49-F238E27FC236}">
                  <a16:creationId xmlns:a16="http://schemas.microsoft.com/office/drawing/2014/main" id="{B7A8C01A-49F5-D44F-9DB1-BF98EBC8A525}"/>
                </a:ext>
              </a:extLst>
            </p:cNvPr>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10" name="Picture 9">
            <a:extLst>
              <a:ext uri="{FF2B5EF4-FFF2-40B4-BE49-F238E27FC236}">
                <a16:creationId xmlns:a16="http://schemas.microsoft.com/office/drawing/2014/main" id="{DE43F703-5C27-3090-FAA6-F69AD2C36AB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63035" y="5815580"/>
            <a:ext cx="586849" cy="610377"/>
          </a:xfrm>
          <a:prstGeom prst="rect">
            <a:avLst/>
          </a:prstGeom>
        </p:spPr>
      </p:pic>
      <p:sp>
        <p:nvSpPr>
          <p:cNvPr id="2" name="Title Placeholder 1">
            <a:extLst>
              <a:ext uri="{FF2B5EF4-FFF2-40B4-BE49-F238E27FC236}">
                <a16:creationId xmlns:a16="http://schemas.microsoft.com/office/drawing/2014/main" id="{F2D716D9-3EF7-ACE5-A48B-50D449D57B42}"/>
              </a:ext>
            </a:extLst>
          </p:cNvPr>
          <p:cNvSpPr>
            <a:spLocks noGrp="1"/>
          </p:cNvSpPr>
          <p:nvPr>
            <p:ph type="title" hasCustomPrompt="1"/>
          </p:nvPr>
        </p:nvSpPr>
        <p:spPr bwMode="gray">
          <a:xfrm>
            <a:off x="836761" y="99565"/>
            <a:ext cx="7955280" cy="480131"/>
          </a:xfrm>
          <a:prstGeom prst="rect">
            <a:avLst/>
          </a:prstGeom>
        </p:spPr>
        <p:txBody>
          <a:bodyPr vert="horz" lIns="182880" tIns="45720" rIns="91440" bIns="45720" rtlCol="0" anchor="t" anchorCtr="0">
            <a:spAutoFit/>
          </a:bodyPr>
          <a:lstStyle>
            <a:lvl1pPr marL="0">
              <a:defRPr sz="2800" b="1">
                <a:solidFill>
                  <a:schemeClr val="tx1"/>
                </a:solidFill>
                <a:latin typeface="G.I. 400" pitchFamily="2" charset="0"/>
              </a:defRPr>
            </a:lvl1pPr>
          </a:lstStyle>
          <a:p>
            <a:pPr marL="0" lvl="0"/>
            <a:r>
              <a:rPr lang="en-US" dirty="0"/>
              <a:t>Slide Title — G.I. 400</a:t>
            </a:r>
          </a:p>
        </p:txBody>
      </p:sp>
      <p:sp>
        <p:nvSpPr>
          <p:cNvPr id="11" name="Text Placeholder 36">
            <a:extLst>
              <a:ext uri="{FF2B5EF4-FFF2-40B4-BE49-F238E27FC236}">
                <a16:creationId xmlns:a16="http://schemas.microsoft.com/office/drawing/2014/main" id="{BFC3035E-24D0-7F55-F64D-11627A7EBEDB}"/>
              </a:ext>
            </a:extLst>
          </p:cNvPr>
          <p:cNvSpPr>
            <a:spLocks noGrp="1"/>
          </p:cNvSpPr>
          <p:nvPr>
            <p:ph type="body" sz="quarter" idx="14"/>
          </p:nvPr>
        </p:nvSpPr>
        <p:spPr>
          <a:xfrm>
            <a:off x="836761" y="683879"/>
            <a:ext cx="7955280" cy="914400"/>
          </a:xfrm>
          <a:prstGeom prst="rect">
            <a:avLst/>
          </a:prstGeom>
        </p:spPr>
        <p:txBody>
          <a:bodyPr/>
          <a:lstStyle>
            <a:lvl1pPr marL="228600" indent="-228600">
              <a:buFont typeface="Wingdings" panose="05000000000000000000" pitchFamily="2" charset="2"/>
              <a:buChar char="ü"/>
              <a:defRPr b="0">
                <a:latin typeface="G.I. 530" pitchFamily="2" charset="0"/>
              </a:defRPr>
            </a:lvl1pPr>
            <a:lvl2pPr>
              <a:defRPr b="0">
                <a:latin typeface="G.I. 530" pitchFamily="2" charset="0"/>
              </a:defRPr>
            </a:lvl2pPr>
            <a:lvl3pPr>
              <a:defRPr b="0">
                <a:latin typeface="G.I. 530" pitchFamily="2" charset="0"/>
              </a:defRPr>
            </a:lvl3pPr>
            <a:lvl4pPr>
              <a:defRPr b="0">
                <a:latin typeface="G.I. 530" pitchFamily="2" charset="0"/>
              </a:defRPr>
            </a:lvl4pPr>
            <a:lvl5pPr>
              <a:defRPr b="0">
                <a:latin typeface="G.I. 53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3057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theme" Target="../theme/theme2.xml"/><Relationship Id="rId7"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5.xml"/><Relationship Id="rId6" Type="http://schemas.openxmlformats.org/officeDocument/2006/relationships/image" Target="../media/image9.gif"/><Relationship Id="rId5"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5.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15.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14.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image" Target="../media/image16.pn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6.xml"/><Relationship Id="rId2" Type="http://schemas.openxmlformats.org/officeDocument/2006/relationships/slideLayout" Target="../slideLayouts/slideLayout20.xml"/><Relationship Id="rId16" Type="http://schemas.openxmlformats.org/officeDocument/2006/relationships/image" Target="../media/image19.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image" Target="../media/image18.png"/><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image" Target="../media/image17.png"/></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32.xml"/><Relationship Id="rId7" Type="http://schemas.openxmlformats.org/officeDocument/2006/relationships/image" Target="../media/image5.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7.xml"/><Relationship Id="rId9" Type="http://schemas.openxmlformats.org/officeDocument/2006/relationships/image" Target="../media/image9.gif"/></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35.xml"/><Relationship Id="rId7" Type="http://schemas.openxmlformats.org/officeDocument/2006/relationships/theme" Target="../theme/theme8.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7" Type="http://schemas.openxmlformats.org/officeDocument/2006/relationships/image" Target="../media/image9.gif"/><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2.jpeg"/></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43.xml"/><Relationship Id="rId7" Type="http://schemas.openxmlformats.org/officeDocument/2006/relationships/image" Target="../media/image3.png"/><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10.xml"/><Relationship Id="rId9" Type="http://schemas.openxmlformats.org/officeDocument/2006/relationships/image" Target="../media/image5.png"/></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2" Type="http://schemas.openxmlformats.org/officeDocument/2006/relationships/slideLayout" Target="../slideLayouts/slideLayout45.xml"/><Relationship Id="rId1" Type="http://schemas.openxmlformats.org/officeDocument/2006/relationships/slideLayout" Target="../slideLayouts/slideLayout44.xml"/><Relationship Id="rId5" Type="http://schemas.openxmlformats.org/officeDocument/2006/relationships/image" Target="../media/image25.png"/><Relationship Id="rId4" Type="http://schemas.openxmlformats.org/officeDocument/2006/relationships/image" Target="../media/image24.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a:solidFill>
                  <a:prstClr val="white"/>
                </a:solidFill>
                <a:latin typeface="Arial" pitchFamily="34" charset="0"/>
                <a:ea typeface="MS PGothic" pitchFamily="34" charset="-128"/>
                <a:cs typeface="Arial" pitchFamily="34" charset="0"/>
              </a:rPr>
              <a:t>UNCLASSIFIED//FOUO</a:t>
            </a:r>
          </a:p>
        </p:txBody>
      </p:sp>
      <p:pic>
        <p:nvPicPr>
          <p:cNvPr id="21" name="Picture 2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3" r:id="rId2"/>
  </p:sldLayoutIdLst>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a:solidFill>
                  <a:prstClr val="white"/>
                </a:solidFill>
                <a:latin typeface="Arial" pitchFamily="34" charset="0"/>
                <a:ea typeface="MS PGothic" pitchFamily="34" charset="-128"/>
                <a:cs typeface="Arial" pitchFamily="34" charset="0"/>
              </a:rPr>
              <a:t>UNCLASSIFIED//FOUO</a:t>
            </a: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1313682540"/>
      </p:ext>
    </p:extLst>
  </p:cSld>
  <p:clrMap bg1="lt1" tx1="dk1" bg2="lt2" tx2="dk2" accent1="accent1" accent2="accent2" accent3="accent3" accent4="accent4" accent5="accent5" accent6="accent6" hlink="hlink" folHlink="folHlink"/>
  <p:sldLayoutIdLst>
    <p:sldLayoutId id="2147483731" r:id="rId1"/>
    <p:sldLayoutId id="2147483732" r:id="rId2"/>
  </p:sldLayoutIdLst>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a:solidFill>
                  <a:srgbClr val="000000"/>
                </a:solidFill>
                <a:latin typeface="Arial" pitchFamily="34" charset="0"/>
                <a:ea typeface="MS PGothic" pitchFamily="34" charset="-128"/>
                <a:cs typeface="Arial" pitchFamily="34" charset="0"/>
              </a:rPr>
              <a:t>UNCLASSIFIED//FOUO</a:t>
            </a:r>
          </a:p>
        </p:txBody>
      </p:sp>
      <p:pic>
        <p:nvPicPr>
          <p:cNvPr id="20" name="Picture 19" descr="Metal Header.jpg"/>
          <p:cNvPicPr>
            <a:picLocks noChangeAspect="1"/>
          </p:cNvPicPr>
          <p:nvPr userDrawn="1"/>
        </p:nvPicPr>
        <p:blipFill>
          <a:blip r:embed="rId3"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oter Placeholder 16"/>
          <p:cNvSpPr txBox="1">
            <a:spLocks/>
          </p:cNvSpPr>
          <p:nvPr userDrawn="1"/>
        </p:nvSpPr>
        <p:spPr>
          <a:xfrm>
            <a:off x="-1" y="0"/>
            <a:ext cx="9144000" cy="231776"/>
          </a:xfrm>
          <a:prstGeom prst="rect">
            <a:avLst/>
          </a:prstGeom>
        </p:spPr>
        <p:txBody>
          <a:bodyPr/>
          <a:lstStyle/>
          <a:p>
            <a:pPr algn="ctr">
              <a:defRPr/>
            </a:pPr>
            <a:r>
              <a:rPr lang="en-US" sz="1000" b="1" dirty="0">
                <a:solidFill>
                  <a:schemeClr val="bg1"/>
                </a:solidFill>
                <a:latin typeface="Arial" pitchFamily="34" charset="0"/>
                <a:ea typeface="MS PGothic" pitchFamily="34" charset="-128"/>
                <a:cs typeface="Arial" pitchFamily="34" charset="0"/>
              </a:rPr>
              <a:t>UNCLASSIFIED//FOUO</a:t>
            </a:r>
          </a:p>
        </p:txBody>
      </p:sp>
      <p:sp>
        <p:nvSpPr>
          <p:cNvPr id="19" name="Rectangle 18"/>
          <p:cNvSpPr/>
          <p:nvPr userDrawn="1"/>
        </p:nvSpPr>
        <p:spPr>
          <a:xfrm>
            <a:off x="76200" y="6611779"/>
            <a:ext cx="1572866" cy="246221"/>
          </a:xfrm>
          <a:prstGeom prst="rect">
            <a:avLst/>
          </a:prstGeom>
        </p:spPr>
        <p:txBody>
          <a:bodyPr wrap="none">
            <a:spAutoFit/>
          </a:bodyPr>
          <a:lstStyle/>
          <a:p>
            <a:pPr>
              <a:defRPr/>
            </a:pPr>
            <a:r>
              <a:rPr lang="en-US" sz="1000" b="1" dirty="0">
                <a:solidFill>
                  <a:schemeClr val="bg1"/>
                </a:solidFill>
                <a:latin typeface="Arial" pitchFamily="34" charset="0"/>
                <a:ea typeface="MS PGothic" pitchFamily="34" charset="-128"/>
                <a:cs typeface="Arial" pitchFamily="34" charset="0"/>
              </a:rPr>
              <a:t>UNCLASSIFIED//FOUO</a:t>
            </a:r>
          </a:p>
        </p:txBody>
      </p:sp>
    </p:spTree>
  </p:cSld>
  <p:clrMap bg1="lt1" tx1="dk1" bg2="lt2" tx2="dk2" accent1="accent1" accent2="accent2" accent3="accent3" accent4="accent4" accent5="accent5" accent6="accent6" hlink="hlink" folHlink="folHlink"/>
  <p:sldLayoutIdLst>
    <p:sldLayoutId id="214748372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ext Box 2"/>
          <p:cNvSpPr txBox="1">
            <a:spLocks noChangeArrowheads="1"/>
          </p:cNvSpPr>
          <p:nvPr userDrawn="1"/>
        </p:nvSpPr>
        <p:spPr bwMode="auto">
          <a:xfrm>
            <a:off x="762006" y="494113"/>
            <a:ext cx="2143125" cy="353027"/>
          </a:xfrm>
          <a:prstGeom prst="rect">
            <a:avLst/>
          </a:prstGeom>
          <a:noFill/>
          <a:ln w="9525">
            <a:noFill/>
            <a:miter lim="800000"/>
            <a:headEnd/>
            <a:tailEnd/>
          </a:ln>
          <a:effectLst/>
        </p:spPr>
        <p:txBody>
          <a:bodyPr lIns="56622" tIns="28312" rIns="56622" bIns="28312">
            <a:spAutoFit/>
          </a:bodyPr>
          <a:lstStyle/>
          <a:p>
            <a:pPr algn="ctr" fontAlgn="base">
              <a:spcBef>
                <a:spcPct val="10000"/>
              </a:spcBef>
              <a:spcAft>
                <a:spcPct val="0"/>
              </a:spcAft>
              <a:defRPr/>
            </a:pPr>
            <a:r>
              <a:rPr lang="en-US" sz="601" b="1" dirty="0">
                <a:solidFill>
                  <a:srgbClr val="000000"/>
                </a:solidFill>
                <a:latin typeface="Arial" charset="0"/>
              </a:rPr>
              <a:t>Army Contracting Command</a:t>
            </a:r>
          </a:p>
          <a:p>
            <a:pPr algn="ctr" fontAlgn="base">
              <a:spcBef>
                <a:spcPct val="10000"/>
              </a:spcBef>
              <a:spcAft>
                <a:spcPct val="0"/>
              </a:spcAft>
              <a:defRPr/>
            </a:pPr>
            <a:r>
              <a:rPr lang="en-US" sz="601" b="1" dirty="0">
                <a:solidFill>
                  <a:srgbClr val="000000"/>
                </a:solidFill>
                <a:latin typeface="Arial" charset="0"/>
              </a:rPr>
              <a:t>Aberdeen Proving Ground</a:t>
            </a:r>
          </a:p>
          <a:p>
            <a:pPr algn="ctr" fontAlgn="base">
              <a:spcBef>
                <a:spcPct val="10000"/>
              </a:spcBef>
              <a:spcAft>
                <a:spcPct val="0"/>
              </a:spcAft>
              <a:defRPr/>
            </a:pPr>
            <a:r>
              <a:rPr lang="en-US" sz="601" b="1" dirty="0">
                <a:solidFill>
                  <a:srgbClr val="000000"/>
                </a:solidFill>
                <a:latin typeface="Arial" charset="0"/>
              </a:rPr>
              <a:t>Aberdeen Proving Ground, Maryland 21005</a:t>
            </a:r>
          </a:p>
        </p:txBody>
      </p:sp>
      <p:sp>
        <p:nvSpPr>
          <p:cNvPr id="1027" name="Text Box 3"/>
          <p:cNvSpPr txBox="1">
            <a:spLocks noChangeArrowheads="1"/>
          </p:cNvSpPr>
          <p:nvPr userDrawn="1"/>
        </p:nvSpPr>
        <p:spPr bwMode="auto">
          <a:xfrm>
            <a:off x="3298037" y="6560351"/>
            <a:ext cx="2083594" cy="265183"/>
          </a:xfrm>
          <a:prstGeom prst="rect">
            <a:avLst/>
          </a:prstGeom>
          <a:noFill/>
          <a:ln w="9525">
            <a:noFill/>
            <a:miter lim="800000"/>
            <a:headEnd/>
            <a:tailEnd/>
          </a:ln>
          <a:effectLst/>
        </p:spPr>
        <p:txBody>
          <a:bodyPr lIns="56622" tIns="28312" rIns="56622" bIns="28312">
            <a:spAutoFit/>
          </a:bodyPr>
          <a:lstStyle/>
          <a:p>
            <a:pPr algn="ctr" fontAlgn="base">
              <a:spcBef>
                <a:spcPct val="10000"/>
              </a:spcBef>
              <a:spcAft>
                <a:spcPct val="0"/>
              </a:spcAft>
              <a:defRPr/>
            </a:pPr>
            <a:r>
              <a:rPr lang="en-US" sz="676" b="1" dirty="0">
                <a:solidFill>
                  <a:srgbClr val="000000"/>
                </a:solidFill>
                <a:latin typeface="Arial" charset="0"/>
              </a:rPr>
              <a:t>			     	</a:t>
            </a:r>
          </a:p>
        </p:txBody>
      </p:sp>
      <p:grpSp>
        <p:nvGrpSpPr>
          <p:cNvPr id="1028" name="Group 10"/>
          <p:cNvGrpSpPr>
            <a:grpSpLocks/>
          </p:cNvGrpSpPr>
          <p:nvPr userDrawn="1"/>
        </p:nvGrpSpPr>
        <p:grpSpPr bwMode="auto">
          <a:xfrm>
            <a:off x="73424" y="80963"/>
            <a:ext cx="885032" cy="921545"/>
            <a:chOff x="8064" y="48"/>
            <a:chExt cx="892" cy="774"/>
          </a:xfrm>
        </p:grpSpPr>
        <p:pic>
          <p:nvPicPr>
            <p:cNvPr id="1029" name="Picture 8" descr="ARMY CONTRACTING COMMAND-DUI"/>
            <p:cNvPicPr>
              <a:picLocks noChangeAspect="1" noChangeArrowheads="1"/>
            </p:cNvPicPr>
            <p:nvPr userDrawn="1"/>
          </p:nvPicPr>
          <p:blipFill>
            <a:blip r:embed="rId14" cstate="print"/>
            <a:srcRect/>
            <a:stretch>
              <a:fillRect/>
            </a:stretch>
          </p:blipFill>
          <p:spPr bwMode="auto">
            <a:xfrm>
              <a:off x="8064" y="48"/>
              <a:ext cx="470" cy="480"/>
            </a:xfrm>
            <a:prstGeom prst="rect">
              <a:avLst/>
            </a:prstGeom>
            <a:noFill/>
            <a:ln w="9525">
              <a:noFill/>
              <a:miter lim="800000"/>
              <a:headEnd/>
              <a:tailEnd/>
            </a:ln>
          </p:spPr>
        </p:pic>
        <p:pic>
          <p:nvPicPr>
            <p:cNvPr id="1030" name="Picture 7"/>
            <p:cNvPicPr>
              <a:picLocks noChangeAspect="1" noChangeArrowheads="1"/>
            </p:cNvPicPr>
            <p:nvPr userDrawn="1"/>
          </p:nvPicPr>
          <p:blipFill>
            <a:blip r:embed="rId15" cstate="print"/>
            <a:srcRect/>
            <a:stretch>
              <a:fillRect/>
            </a:stretch>
          </p:blipFill>
          <p:spPr bwMode="auto">
            <a:xfrm>
              <a:off x="8400" y="288"/>
              <a:ext cx="556" cy="534"/>
            </a:xfrm>
            <a:prstGeom prst="rect">
              <a:avLst/>
            </a:prstGeom>
            <a:noFill/>
            <a:ln w="9525">
              <a:noFill/>
              <a:miter lim="800000"/>
              <a:headEnd/>
              <a:tailEnd/>
            </a:ln>
          </p:spPr>
        </p:pic>
      </p:grpSp>
    </p:spTree>
    <p:extLst>
      <p:ext uri="{BB962C8B-B14F-4D97-AF65-F5344CB8AC3E}">
        <p14:creationId xmlns:p14="http://schemas.microsoft.com/office/powerpoint/2010/main" val="61524967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txStyles>
    <p:titleStyle>
      <a:lvl1pPr algn="ctr" defTabSz="841514" rtl="0" eaLnBrk="0" fontAlgn="base" hangingPunct="0">
        <a:spcBef>
          <a:spcPct val="0"/>
        </a:spcBef>
        <a:spcAft>
          <a:spcPct val="0"/>
        </a:spcAft>
        <a:defRPr sz="3979">
          <a:solidFill>
            <a:schemeClr val="tx2"/>
          </a:solidFill>
          <a:latin typeface="+mj-lt"/>
          <a:ea typeface="+mj-ea"/>
          <a:cs typeface="+mj-cs"/>
        </a:defRPr>
      </a:lvl1pPr>
      <a:lvl2pPr algn="ctr" defTabSz="841514" rtl="0" eaLnBrk="0" fontAlgn="base" hangingPunct="0">
        <a:spcBef>
          <a:spcPct val="0"/>
        </a:spcBef>
        <a:spcAft>
          <a:spcPct val="0"/>
        </a:spcAft>
        <a:defRPr sz="3979">
          <a:solidFill>
            <a:schemeClr val="tx2"/>
          </a:solidFill>
          <a:latin typeface="Times New Roman" pitchFamily="18" charset="0"/>
        </a:defRPr>
      </a:lvl2pPr>
      <a:lvl3pPr algn="ctr" defTabSz="841514" rtl="0" eaLnBrk="0" fontAlgn="base" hangingPunct="0">
        <a:spcBef>
          <a:spcPct val="0"/>
        </a:spcBef>
        <a:spcAft>
          <a:spcPct val="0"/>
        </a:spcAft>
        <a:defRPr sz="3979">
          <a:solidFill>
            <a:schemeClr val="tx2"/>
          </a:solidFill>
          <a:latin typeface="Times New Roman" pitchFamily="18" charset="0"/>
        </a:defRPr>
      </a:lvl3pPr>
      <a:lvl4pPr algn="ctr" defTabSz="841514" rtl="0" eaLnBrk="0" fontAlgn="base" hangingPunct="0">
        <a:spcBef>
          <a:spcPct val="0"/>
        </a:spcBef>
        <a:spcAft>
          <a:spcPct val="0"/>
        </a:spcAft>
        <a:defRPr sz="3979">
          <a:solidFill>
            <a:schemeClr val="tx2"/>
          </a:solidFill>
          <a:latin typeface="Times New Roman" pitchFamily="18" charset="0"/>
        </a:defRPr>
      </a:lvl4pPr>
      <a:lvl5pPr algn="ctr" defTabSz="841514" rtl="0" eaLnBrk="0" fontAlgn="base" hangingPunct="0">
        <a:spcBef>
          <a:spcPct val="0"/>
        </a:spcBef>
        <a:spcAft>
          <a:spcPct val="0"/>
        </a:spcAft>
        <a:defRPr sz="3979">
          <a:solidFill>
            <a:schemeClr val="tx2"/>
          </a:solidFill>
          <a:latin typeface="Times New Roman" pitchFamily="18" charset="0"/>
        </a:defRPr>
      </a:lvl5pPr>
      <a:lvl6pPr marL="283127" algn="ctr" defTabSz="841514" rtl="0" fontAlgn="base">
        <a:spcBef>
          <a:spcPct val="0"/>
        </a:spcBef>
        <a:spcAft>
          <a:spcPct val="0"/>
        </a:spcAft>
        <a:defRPr sz="3979">
          <a:solidFill>
            <a:schemeClr val="tx2"/>
          </a:solidFill>
          <a:latin typeface="Times New Roman" pitchFamily="18" charset="0"/>
        </a:defRPr>
      </a:lvl6pPr>
      <a:lvl7pPr marL="566252" algn="ctr" defTabSz="841514" rtl="0" fontAlgn="base">
        <a:spcBef>
          <a:spcPct val="0"/>
        </a:spcBef>
        <a:spcAft>
          <a:spcPct val="0"/>
        </a:spcAft>
        <a:defRPr sz="3979">
          <a:solidFill>
            <a:schemeClr val="tx2"/>
          </a:solidFill>
          <a:latin typeface="Times New Roman" pitchFamily="18" charset="0"/>
        </a:defRPr>
      </a:lvl7pPr>
      <a:lvl8pPr marL="849379" algn="ctr" defTabSz="841514" rtl="0" fontAlgn="base">
        <a:spcBef>
          <a:spcPct val="0"/>
        </a:spcBef>
        <a:spcAft>
          <a:spcPct val="0"/>
        </a:spcAft>
        <a:defRPr sz="3979">
          <a:solidFill>
            <a:schemeClr val="tx2"/>
          </a:solidFill>
          <a:latin typeface="Times New Roman" pitchFamily="18" charset="0"/>
        </a:defRPr>
      </a:lvl8pPr>
      <a:lvl9pPr marL="1132505" algn="ctr" defTabSz="841514" rtl="0" fontAlgn="base">
        <a:spcBef>
          <a:spcPct val="0"/>
        </a:spcBef>
        <a:spcAft>
          <a:spcPct val="0"/>
        </a:spcAft>
        <a:defRPr sz="3979">
          <a:solidFill>
            <a:schemeClr val="tx2"/>
          </a:solidFill>
          <a:latin typeface="Times New Roman" pitchFamily="18" charset="0"/>
        </a:defRPr>
      </a:lvl9pPr>
    </p:titleStyle>
    <p:bodyStyle>
      <a:lvl1pPr marL="315568" indent="-315568" algn="l" defTabSz="841514" rtl="0" eaLnBrk="0" fontAlgn="base" hangingPunct="0">
        <a:spcBef>
          <a:spcPct val="20000"/>
        </a:spcBef>
        <a:spcAft>
          <a:spcPct val="0"/>
        </a:spcAft>
        <a:buChar char="•"/>
        <a:defRPr sz="3003">
          <a:solidFill>
            <a:schemeClr val="tx1"/>
          </a:solidFill>
          <a:latin typeface="+mn-lt"/>
          <a:ea typeface="+mn-ea"/>
          <a:cs typeface="+mn-cs"/>
        </a:defRPr>
      </a:lvl1pPr>
      <a:lvl2pPr marL="683239" indent="-262482" algn="l" defTabSz="841514" rtl="0" eaLnBrk="0" fontAlgn="base" hangingPunct="0">
        <a:spcBef>
          <a:spcPct val="20000"/>
        </a:spcBef>
        <a:spcAft>
          <a:spcPct val="0"/>
        </a:spcAft>
        <a:buChar char="–"/>
        <a:defRPr sz="2478">
          <a:solidFill>
            <a:schemeClr val="tx1"/>
          </a:solidFill>
          <a:latin typeface="+mn-lt"/>
        </a:defRPr>
      </a:lvl2pPr>
      <a:lvl3pPr marL="1051893" indent="-210379" algn="l" defTabSz="841514" rtl="0" eaLnBrk="0" fontAlgn="base" hangingPunct="0">
        <a:spcBef>
          <a:spcPct val="20000"/>
        </a:spcBef>
        <a:spcAft>
          <a:spcPct val="0"/>
        </a:spcAft>
        <a:buChar char="•"/>
        <a:defRPr sz="2252">
          <a:solidFill>
            <a:schemeClr val="tx1"/>
          </a:solidFill>
          <a:latin typeface="+mn-lt"/>
        </a:defRPr>
      </a:lvl3pPr>
      <a:lvl4pPr marL="1472649" indent="-210379" algn="l" defTabSz="841514" rtl="0" eaLnBrk="0" fontAlgn="base" hangingPunct="0">
        <a:spcBef>
          <a:spcPct val="20000"/>
        </a:spcBef>
        <a:spcAft>
          <a:spcPct val="0"/>
        </a:spcAft>
        <a:buChar char="–"/>
        <a:defRPr sz="1877">
          <a:solidFill>
            <a:schemeClr val="tx1"/>
          </a:solidFill>
          <a:latin typeface="+mn-lt"/>
        </a:defRPr>
      </a:lvl4pPr>
      <a:lvl5pPr marL="1892424" indent="-209396" algn="l" defTabSz="841514" rtl="0" eaLnBrk="0" fontAlgn="base" hangingPunct="0">
        <a:spcBef>
          <a:spcPct val="20000"/>
        </a:spcBef>
        <a:spcAft>
          <a:spcPct val="0"/>
        </a:spcAft>
        <a:buChar char="»"/>
        <a:defRPr sz="1877">
          <a:solidFill>
            <a:schemeClr val="tx1"/>
          </a:solidFill>
          <a:latin typeface="+mn-lt"/>
        </a:defRPr>
      </a:lvl5pPr>
      <a:lvl6pPr marL="2175551" indent="-209396" algn="l" defTabSz="841514" rtl="0" fontAlgn="base">
        <a:spcBef>
          <a:spcPct val="20000"/>
        </a:spcBef>
        <a:spcAft>
          <a:spcPct val="0"/>
        </a:spcAft>
        <a:buChar char="»"/>
        <a:defRPr sz="1877">
          <a:solidFill>
            <a:schemeClr val="tx1"/>
          </a:solidFill>
          <a:latin typeface="+mn-lt"/>
        </a:defRPr>
      </a:lvl6pPr>
      <a:lvl7pPr marL="2458677" indent="-209396" algn="l" defTabSz="841514" rtl="0" fontAlgn="base">
        <a:spcBef>
          <a:spcPct val="20000"/>
        </a:spcBef>
        <a:spcAft>
          <a:spcPct val="0"/>
        </a:spcAft>
        <a:buChar char="»"/>
        <a:defRPr sz="1877">
          <a:solidFill>
            <a:schemeClr val="tx1"/>
          </a:solidFill>
          <a:latin typeface="+mn-lt"/>
        </a:defRPr>
      </a:lvl7pPr>
      <a:lvl8pPr marL="2741804" indent="-209396" algn="l" defTabSz="841514" rtl="0" fontAlgn="base">
        <a:spcBef>
          <a:spcPct val="20000"/>
        </a:spcBef>
        <a:spcAft>
          <a:spcPct val="0"/>
        </a:spcAft>
        <a:buChar char="»"/>
        <a:defRPr sz="1877">
          <a:solidFill>
            <a:schemeClr val="tx1"/>
          </a:solidFill>
          <a:latin typeface="+mn-lt"/>
        </a:defRPr>
      </a:lvl8pPr>
      <a:lvl9pPr marL="3024930" indent="-209396" algn="l" defTabSz="841514" rtl="0" fontAlgn="base">
        <a:spcBef>
          <a:spcPct val="20000"/>
        </a:spcBef>
        <a:spcAft>
          <a:spcPct val="0"/>
        </a:spcAft>
        <a:buChar char="»"/>
        <a:defRPr sz="1877">
          <a:solidFill>
            <a:schemeClr val="tx1"/>
          </a:solidFill>
          <a:latin typeface="+mn-lt"/>
        </a:defRPr>
      </a:lvl9pPr>
    </p:bodyStyle>
    <p:otherStyle>
      <a:defPPr>
        <a:defRPr lang="en-US"/>
      </a:defPPr>
      <a:lvl1pPr marL="0" algn="l" defTabSz="566252" rtl="0" eaLnBrk="1" latinLnBrk="0" hangingPunct="1">
        <a:defRPr sz="1126" kern="1200">
          <a:solidFill>
            <a:schemeClr val="tx1"/>
          </a:solidFill>
          <a:latin typeface="+mn-lt"/>
          <a:ea typeface="+mn-ea"/>
          <a:cs typeface="+mn-cs"/>
        </a:defRPr>
      </a:lvl1pPr>
      <a:lvl2pPr marL="283127" algn="l" defTabSz="566252" rtl="0" eaLnBrk="1" latinLnBrk="0" hangingPunct="1">
        <a:defRPr sz="1126" kern="1200">
          <a:solidFill>
            <a:schemeClr val="tx1"/>
          </a:solidFill>
          <a:latin typeface="+mn-lt"/>
          <a:ea typeface="+mn-ea"/>
          <a:cs typeface="+mn-cs"/>
        </a:defRPr>
      </a:lvl2pPr>
      <a:lvl3pPr marL="566252" algn="l" defTabSz="566252" rtl="0" eaLnBrk="1" latinLnBrk="0" hangingPunct="1">
        <a:defRPr sz="1126" kern="1200">
          <a:solidFill>
            <a:schemeClr val="tx1"/>
          </a:solidFill>
          <a:latin typeface="+mn-lt"/>
          <a:ea typeface="+mn-ea"/>
          <a:cs typeface="+mn-cs"/>
        </a:defRPr>
      </a:lvl3pPr>
      <a:lvl4pPr marL="849379" algn="l" defTabSz="566252" rtl="0" eaLnBrk="1" latinLnBrk="0" hangingPunct="1">
        <a:defRPr sz="1126" kern="1200">
          <a:solidFill>
            <a:schemeClr val="tx1"/>
          </a:solidFill>
          <a:latin typeface="+mn-lt"/>
          <a:ea typeface="+mn-ea"/>
          <a:cs typeface="+mn-cs"/>
        </a:defRPr>
      </a:lvl4pPr>
      <a:lvl5pPr marL="1132505" algn="l" defTabSz="566252" rtl="0" eaLnBrk="1" latinLnBrk="0" hangingPunct="1">
        <a:defRPr sz="1126" kern="1200">
          <a:solidFill>
            <a:schemeClr val="tx1"/>
          </a:solidFill>
          <a:latin typeface="+mn-lt"/>
          <a:ea typeface="+mn-ea"/>
          <a:cs typeface="+mn-cs"/>
        </a:defRPr>
      </a:lvl5pPr>
      <a:lvl6pPr marL="1415633" algn="l" defTabSz="566252" rtl="0" eaLnBrk="1" latinLnBrk="0" hangingPunct="1">
        <a:defRPr sz="1126" kern="1200">
          <a:solidFill>
            <a:schemeClr val="tx1"/>
          </a:solidFill>
          <a:latin typeface="+mn-lt"/>
          <a:ea typeface="+mn-ea"/>
          <a:cs typeface="+mn-cs"/>
        </a:defRPr>
      </a:lvl6pPr>
      <a:lvl7pPr marL="1698759" algn="l" defTabSz="566252" rtl="0" eaLnBrk="1" latinLnBrk="0" hangingPunct="1">
        <a:defRPr sz="1126" kern="1200">
          <a:solidFill>
            <a:schemeClr val="tx1"/>
          </a:solidFill>
          <a:latin typeface="+mn-lt"/>
          <a:ea typeface="+mn-ea"/>
          <a:cs typeface="+mn-cs"/>
        </a:defRPr>
      </a:lvl7pPr>
      <a:lvl8pPr marL="1981885" algn="l" defTabSz="566252" rtl="0" eaLnBrk="1" latinLnBrk="0" hangingPunct="1">
        <a:defRPr sz="1126" kern="1200">
          <a:solidFill>
            <a:schemeClr val="tx1"/>
          </a:solidFill>
          <a:latin typeface="+mn-lt"/>
          <a:ea typeface="+mn-ea"/>
          <a:cs typeface="+mn-cs"/>
        </a:defRPr>
      </a:lvl8pPr>
      <a:lvl9pPr marL="2265011" algn="l" defTabSz="566252" rtl="0" eaLnBrk="1" latinLnBrk="0" hangingPunct="1">
        <a:defRPr sz="1126"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hidden="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0" name="Classification Lower"/>
          <p:cNvSpPr txBox="1">
            <a:spLocks/>
          </p:cNvSpPr>
          <p:nvPr userDrawn="1"/>
        </p:nvSpPr>
        <p:spPr>
          <a:xfrm>
            <a:off x="0" y="6724796"/>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
        <p:nvSpPr>
          <p:cNvPr id="41" name="Slide Number Placeholder 5"/>
          <p:cNvSpPr>
            <a:spLocks noGrp="1"/>
          </p:cNvSpPr>
          <p:nvPr>
            <p:ph type="sldNum" sz="quarter" idx="4"/>
          </p:nvPr>
        </p:nvSpPr>
        <p:spPr>
          <a:xfrm>
            <a:off x="4373070" y="6618649"/>
            <a:ext cx="349891" cy="338505"/>
          </a:xfrm>
          <a:prstGeom prst="rect">
            <a:avLst/>
          </a:prstGeom>
        </p:spPr>
        <p:txBody>
          <a:bodyPr/>
          <a:lstStyle>
            <a:lvl1pPr>
              <a:defRPr sz="900"/>
            </a:lvl1pPr>
          </a:lstStyle>
          <a:p>
            <a:fld id="{1A3C3F5D-9F0A-4D26-898B-10DC4C85EEE6}" type="slidenum">
              <a:rPr lang="en-US" smtClean="0">
                <a:solidFill>
                  <a:prstClr val="black"/>
                </a:solidFill>
              </a:rPr>
              <a:pPr/>
              <a:t>‹#›</a:t>
            </a:fld>
            <a:endParaRPr lang="en-US" dirty="0">
              <a:solidFill>
                <a:prstClr val="black"/>
              </a:solidFill>
            </a:endParaRPr>
          </a:p>
        </p:txBody>
      </p:sp>
      <p:grpSp>
        <p:nvGrpSpPr>
          <p:cNvPr id="5" name="Group 4"/>
          <p:cNvGrpSpPr/>
          <p:nvPr userDrawn="1"/>
        </p:nvGrpSpPr>
        <p:grpSpPr>
          <a:xfrm>
            <a:off x="0" y="-793"/>
            <a:ext cx="9144000" cy="1028700"/>
            <a:chOff x="0" y="-793"/>
            <a:chExt cx="12345388" cy="1028700"/>
          </a:xfrm>
        </p:grpSpPr>
        <p:pic>
          <p:nvPicPr>
            <p:cNvPr id="6" name="TopBa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7" name="TopBar"/>
            <p:cNvPicPr>
              <a:picLocks noChangeAspect="1"/>
            </p:cNvPicPr>
            <p:nvPr userDrawn="1"/>
          </p:nvPicPr>
          <p:blipFill rotWithShape="1">
            <a:blip r:embed="rId14">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grpSp>
        <p:nvGrpSpPr>
          <p:cNvPr id="8" name="Group 7"/>
          <p:cNvGrpSpPr/>
          <p:nvPr userDrawn="1"/>
        </p:nvGrpSpPr>
        <p:grpSpPr>
          <a:xfrm>
            <a:off x="3195" y="5935407"/>
            <a:ext cx="9144001" cy="923926"/>
            <a:chOff x="0" y="5934078"/>
            <a:chExt cx="12318274" cy="923926"/>
          </a:xfrm>
        </p:grpSpPr>
        <p:grpSp>
          <p:nvGrpSpPr>
            <p:cNvPr id="9" name="Group 8"/>
            <p:cNvGrpSpPr/>
            <p:nvPr userDrawn="1"/>
          </p:nvGrpSpPr>
          <p:grpSpPr>
            <a:xfrm>
              <a:off x="0" y="5934078"/>
              <a:ext cx="12318274" cy="923926"/>
              <a:chOff x="0" y="5934078"/>
              <a:chExt cx="12318274" cy="923926"/>
            </a:xfrm>
          </p:grpSpPr>
          <p:pic>
            <p:nvPicPr>
              <p:cNvPr id="11" name="LowerBa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3174274" y="5934079"/>
                <a:ext cx="9144000" cy="923925"/>
              </a:xfrm>
              <a:prstGeom prst="rect">
                <a:avLst/>
              </a:prstGeom>
            </p:spPr>
          </p:pic>
          <p:pic>
            <p:nvPicPr>
              <p:cNvPr id="12" name="LowerBar"/>
              <p:cNvPicPr>
                <a:picLocks noChangeAspect="1"/>
              </p:cNvPicPr>
              <p:nvPr userDrawn="1"/>
            </p:nvPicPr>
            <p:blipFill rotWithShape="1">
              <a:blip r:embed="rId15">
                <a:extLst>
                  <a:ext uri="{28A0092B-C50C-407E-A947-70E740481C1C}">
                    <a14:useLocalDpi xmlns:a14="http://schemas.microsoft.com/office/drawing/2010/main" val="0"/>
                  </a:ext>
                </a:extLst>
              </a:blip>
              <a:srcRect r="65286"/>
              <a:stretch/>
            </p:blipFill>
            <p:spPr>
              <a:xfrm flipH="1">
                <a:off x="0" y="5934078"/>
                <a:ext cx="3174274" cy="923925"/>
              </a:xfrm>
              <a:prstGeom prst="rect">
                <a:avLst/>
              </a:prstGeom>
            </p:spPr>
          </p:pic>
        </p:grpSp>
        <p:pic>
          <p:nvPicPr>
            <p:cNvPr id="10" name="Pictur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1359593" y="6128800"/>
              <a:ext cx="555373" cy="555373"/>
            </a:xfrm>
            <a:prstGeom prst="rect">
              <a:avLst/>
            </a:prstGeom>
          </p:spPr>
        </p:pic>
      </p:grpSp>
      <p:sp>
        <p:nvSpPr>
          <p:cNvPr id="19" name="Classification Lower"/>
          <p:cNvSpPr txBox="1">
            <a:spLocks/>
          </p:cNvSpPr>
          <p:nvPr userDrawn="1"/>
        </p:nvSpPr>
        <p:spPr>
          <a:xfrm>
            <a:off x="114300" y="6702623"/>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Tree>
    <p:extLst>
      <p:ext uri="{BB962C8B-B14F-4D97-AF65-F5344CB8AC3E}">
        <p14:creationId xmlns:p14="http://schemas.microsoft.com/office/powerpoint/2010/main" val="477396293"/>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sldNum="0" hdr="0" ftr="0" dt="0"/>
  <p:txStyles>
    <p:titleStyle>
      <a:lvl1pPr marL="0" algn="l" defTabSz="685800" rtl="0" eaLnBrk="1" latinLnBrk="0" hangingPunct="1">
        <a:lnSpc>
          <a:spcPct val="90000"/>
        </a:lnSpc>
        <a:spcBef>
          <a:spcPct val="0"/>
        </a:spcBef>
        <a:buNone/>
        <a:defRPr lang="en-US" sz="2100" b="1" kern="1200" dirty="0">
          <a:solidFill>
            <a:srgbClr val="7F7F73"/>
          </a:solidFill>
          <a:latin typeface="Arial" panose="020B0604020202020204" pitchFamily="34" charset="0"/>
          <a:ea typeface="+mj-ea"/>
          <a:cs typeface="Arial" panose="020B0604020202020204" pitchFamily="34" charset="0"/>
        </a:defRPr>
      </a:lvl1pPr>
    </p:titleStyle>
    <p:bodyStyle>
      <a:lvl1pPr marL="129779" indent="-129779" algn="l" defTabSz="685800" rtl="0" eaLnBrk="1" latinLnBrk="0" hangingPunct="1">
        <a:lnSpc>
          <a:spcPct val="90000"/>
        </a:lnSpc>
        <a:spcBef>
          <a:spcPts val="750"/>
        </a:spcBef>
        <a:buClrTx/>
        <a:buFont typeface="Wingdings" panose="05000000000000000000" pitchFamily="2" charset="2"/>
        <a:buChar char="ü"/>
        <a:defRPr lang="en-US" sz="1800" b="1" kern="1200" dirty="0" smtClean="0">
          <a:solidFill>
            <a:schemeClr val="tx1"/>
          </a:solidFill>
          <a:latin typeface="Arial" panose="020B0604020202020204" pitchFamily="34" charset="0"/>
          <a:ea typeface="+mn-ea"/>
          <a:cs typeface="Arial" panose="020B0604020202020204" pitchFamily="34" charset="0"/>
        </a:defRPr>
      </a:lvl1pPr>
      <a:lvl2pPr marL="385763" indent="-130969"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556022" indent="-167879"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731044" indent="-129779"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898922"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431006" indent="-171450" algn="r"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5056">
          <p15:clr>
            <a:srgbClr val="F26B43"/>
          </p15:clr>
        </p15:guide>
        <p15:guide id="3" pos="7136">
          <p15:clr>
            <a:srgbClr val="F26B43"/>
          </p15:clr>
        </p15:guide>
        <p15:guide id="4" orient="horz" pos="1104">
          <p15:clr>
            <a:srgbClr val="F26B43"/>
          </p15:clr>
        </p15:guide>
        <p15:guide id="5" orient="horz" pos="2376">
          <p15:clr>
            <a:srgbClr val="F26B43"/>
          </p15:clr>
        </p15:guide>
        <p15:guide id="6" orient="horz" pos="3432">
          <p15:clr>
            <a:srgbClr val="F26B43"/>
          </p15:clr>
        </p15:guide>
        <p15:guide id="7" pos="7680">
          <p15:clr>
            <a:srgbClr val="F26B43"/>
          </p15:clr>
        </p15:guide>
        <p15:guide id="8" orient="horz">
          <p15:clr>
            <a:srgbClr val="F26B43"/>
          </p15:clr>
        </p15:guide>
        <p15:guide id="9">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5"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6"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a:solidFill>
                  <a:prstClr val="white"/>
                </a:solidFill>
                <a:latin typeface="Arial" pitchFamily="34" charset="0"/>
                <a:ea typeface="MS PGothic" pitchFamily="34" charset="-128"/>
                <a:cs typeface="Arial" pitchFamily="34" charset="0"/>
              </a:rPr>
              <a:t>UNCLASSIFIED//FOUO</a:t>
            </a: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4070388990"/>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Lst>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836760" y="99565"/>
            <a:ext cx="8232971" cy="480131"/>
          </a:xfrm>
          <a:prstGeom prst="rect">
            <a:avLst/>
          </a:prstGeom>
        </p:spPr>
        <p:txBody>
          <a:bodyPr vert="horz" wrap="square" lIns="182880" tIns="45720" rIns="91440" bIns="45720" rtlCol="0" anchor="t" anchorCtr="0">
            <a:spAutoFit/>
          </a:bodyPr>
          <a:lstStyle/>
          <a:p>
            <a:pPr marL="0" lvl="0"/>
            <a:r>
              <a:rPr kumimoji="0" lang="en-US" sz="2800" b="1" i="0" u="none" strike="noStrike" kern="1200" cap="none" spc="0" normalizeH="0" baseline="0" noProof="0">
                <a:ln>
                  <a:noFill/>
                </a:ln>
                <a:solidFill>
                  <a:prstClr val="black"/>
                </a:solidFill>
                <a:effectLst/>
                <a:uLnTx/>
                <a:uFillTx/>
                <a:latin typeface="Arial" panose="020B0604020202020204"/>
                <a:ea typeface="+mj-ea"/>
                <a:cs typeface="+mj-cs"/>
              </a:rPr>
              <a:t>Click to edit Master title style – Arial 28pt Bold</a:t>
            </a:r>
            <a:endParaRPr lang="en-US"/>
          </a:p>
        </p:txBody>
      </p:sp>
      <p:sp>
        <p:nvSpPr>
          <p:cNvPr id="3" name="Text Placeholder 2"/>
          <p:cNvSpPr>
            <a:spLocks noGrp="1"/>
          </p:cNvSpPr>
          <p:nvPr>
            <p:ph type="body" idx="1"/>
          </p:nvPr>
        </p:nvSpPr>
        <p:spPr>
          <a:xfrm>
            <a:off x="836761" y="711257"/>
            <a:ext cx="7772400" cy="4351338"/>
          </a:xfrm>
          <a:prstGeom prst="rect">
            <a:avLst/>
          </a:prstGeom>
        </p:spPr>
        <p:txBody>
          <a:bodyPr vert="horz" lIns="91440" tIns="45720" rIns="91440" bIns="45720" rtlCol="0">
            <a:no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rial" panose="020B060402020202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rial" panose="020B060402020202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Arial" panose="020B060402020202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Fifth level</a:t>
            </a:r>
          </a:p>
          <a:p>
            <a:pPr lvl="4"/>
            <a:endParaRPr lang="en-US"/>
          </a:p>
        </p:txBody>
      </p:sp>
      <p:sp>
        <p:nvSpPr>
          <p:cNvPr id="7" name="Classification Top"/>
          <p:cNvSpPr txBox="1">
            <a:spLocks/>
          </p:cNvSpPr>
          <p:nvPr userDrawn="1"/>
        </p:nvSpPr>
        <p:spPr bwMode="white">
          <a:xfrm>
            <a:off x="781050" y="0"/>
            <a:ext cx="7886700" cy="107722"/>
          </a:xfrm>
          <a:prstGeom prst="rect">
            <a:avLst/>
          </a:prstGeom>
        </p:spPr>
        <p:txBody>
          <a:bodyPr vert="horz" lIns="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b="1">
                <a:solidFill>
                  <a:schemeClr val="tx1"/>
                </a:solidFill>
              </a:rPr>
              <a:t>CUI</a:t>
            </a:r>
          </a:p>
        </p:txBody>
      </p:sp>
      <p:sp>
        <p:nvSpPr>
          <p:cNvPr id="33" name="Classification bottom"/>
          <p:cNvSpPr txBox="1"/>
          <p:nvPr userDrawn="1"/>
        </p:nvSpPr>
        <p:spPr bwMode="black">
          <a:xfrm>
            <a:off x="0" y="6753453"/>
            <a:ext cx="1188720" cy="107722"/>
          </a:xfrm>
          <a:prstGeom prst="rect">
            <a:avLst/>
          </a:prstGeom>
          <a:noFill/>
        </p:spPr>
        <p:txBody>
          <a:bodyPr wrap="none" lIns="45720" tIns="0" rIns="0" bIns="0" anchor="b" anchorCtr="0">
            <a:noAutofit/>
          </a:bodyPr>
          <a:lstStyle/>
          <a:p>
            <a:pPr>
              <a:defRPr/>
            </a:pPr>
            <a:r>
              <a:rPr lang="en-US" sz="700" b="1" kern="600">
                <a:solidFill>
                  <a:prstClr val="black"/>
                </a:solidFill>
                <a:cs typeface="Arial" panose="020B0604020202020204" pitchFamily="34" charset="0"/>
              </a:rPr>
              <a:t>CUI</a:t>
            </a:r>
          </a:p>
        </p:txBody>
      </p:sp>
      <p:grpSp>
        <p:nvGrpSpPr>
          <p:cNvPr id="34" name="Group 33"/>
          <p:cNvGrpSpPr>
            <a:grpSpLocks noChangeAspect="1"/>
          </p:cNvGrpSpPr>
          <p:nvPr userDrawn="1"/>
        </p:nvGrpSpPr>
        <p:grpSpPr>
          <a:xfrm>
            <a:off x="43924" y="0"/>
            <a:ext cx="614993" cy="731520"/>
            <a:chOff x="125730" y="0"/>
            <a:chExt cx="526946" cy="626790"/>
          </a:xfrm>
        </p:grpSpPr>
        <p:sp>
          <p:nvSpPr>
            <p:cNvPr id="35" name="Round Same Side Corner Rectangle 34"/>
            <p:cNvSpPr/>
            <p:nvPr userDrawn="1"/>
          </p:nvSpPr>
          <p:spPr>
            <a:xfrm>
              <a:off x="125730" y="0"/>
              <a:ext cx="526946" cy="626790"/>
            </a:xfrm>
            <a:prstGeom prst="round2SameRect">
              <a:avLst>
                <a:gd name="adj1" fmla="val 0"/>
                <a:gd name="adj2" fmla="val 7443"/>
              </a:avLst>
            </a:prstGeom>
            <a:gradFill>
              <a:gsLst>
                <a:gs pos="0">
                  <a:sysClr val="windowText" lastClr="000000">
                    <a:lumMod val="50000"/>
                    <a:lumOff val="50000"/>
                  </a:sysClr>
                </a:gs>
                <a:gs pos="68000">
                  <a:sysClr val="windowText" lastClr="000000">
                    <a:lumMod val="95000"/>
                    <a:lumOff val="5000"/>
                  </a:sysClr>
                </a:gs>
                <a:gs pos="34000">
                  <a:sysClr val="windowText" lastClr="000000">
                    <a:lumMod val="85000"/>
                    <a:lumOff val="15000"/>
                  </a:sys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grpSp>
          <p:nvGrpSpPr>
            <p:cNvPr id="36" name="U.S. ARMY for dark bkgrnds"/>
            <p:cNvGrpSpPr>
              <a:grpSpLocks noChangeAspect="1"/>
            </p:cNvGrpSpPr>
            <p:nvPr userDrawn="1"/>
          </p:nvGrpSpPr>
          <p:grpSpPr bwMode="auto">
            <a:xfrm>
              <a:off x="208305" y="59287"/>
              <a:ext cx="361795" cy="457200"/>
              <a:chOff x="2205" y="1186"/>
              <a:chExt cx="1425" cy="1802"/>
            </a:xfrm>
          </p:grpSpPr>
          <p:sp>
            <p:nvSpPr>
              <p:cNvPr id="37" name="Freeform 36"/>
              <p:cNvSpPr>
                <a:spLocks noEditPoints="1"/>
              </p:cNvSpPr>
              <p:nvPr/>
            </p:nvSpPr>
            <p:spPr bwMode="invGray">
              <a:xfrm>
                <a:off x="3562" y="2500"/>
                <a:ext cx="68" cy="66"/>
              </a:xfrm>
              <a:custGeom>
                <a:avLst/>
                <a:gdLst>
                  <a:gd name="T0" fmla="*/ 0 w 125"/>
                  <a:gd name="T1" fmla="*/ 18 h 122"/>
                  <a:gd name="T2" fmla="*/ 18 w 125"/>
                  <a:gd name="T3" fmla="*/ 0 h 122"/>
                  <a:gd name="T4" fmla="*/ 37 w 125"/>
                  <a:gd name="T5" fmla="*/ 18 h 122"/>
                  <a:gd name="T6" fmla="*/ 18 w 125"/>
                  <a:gd name="T7" fmla="*/ 36 h 122"/>
                  <a:gd name="T8" fmla="*/ 0 w 125"/>
                  <a:gd name="T9" fmla="*/ 18 h 122"/>
                  <a:gd name="T10" fmla="*/ 18 w 125"/>
                  <a:gd name="T11" fmla="*/ 4 h 122"/>
                  <a:gd name="T12" fmla="*/ 5 w 125"/>
                  <a:gd name="T13" fmla="*/ 18 h 122"/>
                  <a:gd name="T14" fmla="*/ 18 w 125"/>
                  <a:gd name="T15" fmla="*/ 32 h 122"/>
                  <a:gd name="T16" fmla="*/ 32 w 125"/>
                  <a:gd name="T17" fmla="*/ 18 h 122"/>
                  <a:gd name="T18" fmla="*/ 18 w 125"/>
                  <a:gd name="T19" fmla="*/ 4 h 122"/>
                  <a:gd name="T20" fmla="*/ 15 w 125"/>
                  <a:gd name="T21" fmla="*/ 28 h 122"/>
                  <a:gd name="T22" fmla="*/ 11 w 125"/>
                  <a:gd name="T23" fmla="*/ 28 h 122"/>
                  <a:gd name="T24" fmla="*/ 11 w 125"/>
                  <a:gd name="T25" fmla="*/ 8 h 122"/>
                  <a:gd name="T26" fmla="*/ 19 w 125"/>
                  <a:gd name="T27" fmla="*/ 8 h 122"/>
                  <a:gd name="T28" fmla="*/ 27 w 125"/>
                  <a:gd name="T29" fmla="*/ 14 h 122"/>
                  <a:gd name="T30" fmla="*/ 22 w 125"/>
                  <a:gd name="T31" fmla="*/ 19 h 122"/>
                  <a:gd name="T32" fmla="*/ 22 w 125"/>
                  <a:gd name="T33" fmla="*/ 19 h 122"/>
                  <a:gd name="T34" fmla="*/ 27 w 125"/>
                  <a:gd name="T35" fmla="*/ 28 h 122"/>
                  <a:gd name="T36" fmla="*/ 22 w 125"/>
                  <a:gd name="T37" fmla="*/ 28 h 122"/>
                  <a:gd name="T38" fmla="*/ 18 w 125"/>
                  <a:gd name="T39" fmla="*/ 19 h 122"/>
                  <a:gd name="T40" fmla="*/ 15 w 125"/>
                  <a:gd name="T41" fmla="*/ 19 h 122"/>
                  <a:gd name="T42" fmla="*/ 15 w 125"/>
                  <a:gd name="T43" fmla="*/ 28 h 122"/>
                  <a:gd name="T44" fmla="*/ 15 w 125"/>
                  <a:gd name="T45" fmla="*/ 16 h 122"/>
                  <a:gd name="T46" fmla="*/ 18 w 125"/>
                  <a:gd name="T47" fmla="*/ 16 h 122"/>
                  <a:gd name="T48" fmla="*/ 23 w 125"/>
                  <a:gd name="T49" fmla="*/ 14 h 122"/>
                  <a:gd name="T50" fmla="*/ 18 w 125"/>
                  <a:gd name="T51" fmla="*/ 11 h 122"/>
                  <a:gd name="T52" fmla="*/ 15 w 125"/>
                  <a:gd name="T53" fmla="*/ 11 h 122"/>
                  <a:gd name="T54" fmla="*/ 15 w 125"/>
                  <a:gd name="T55" fmla="*/ 16 h 12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5" h="122">
                    <a:moveTo>
                      <a:pt x="0" y="61"/>
                    </a:moveTo>
                    <a:cubicBezTo>
                      <a:pt x="0" y="24"/>
                      <a:pt x="29" y="0"/>
                      <a:pt x="62" y="0"/>
                    </a:cubicBezTo>
                    <a:cubicBezTo>
                      <a:pt x="95" y="0"/>
                      <a:pt x="125" y="24"/>
                      <a:pt x="125" y="61"/>
                    </a:cubicBezTo>
                    <a:cubicBezTo>
                      <a:pt x="125" y="98"/>
                      <a:pt x="96" y="122"/>
                      <a:pt x="62" y="122"/>
                    </a:cubicBezTo>
                    <a:cubicBezTo>
                      <a:pt x="29" y="122"/>
                      <a:pt x="0" y="98"/>
                      <a:pt x="0" y="61"/>
                    </a:cubicBezTo>
                    <a:close/>
                    <a:moveTo>
                      <a:pt x="62" y="13"/>
                    </a:moveTo>
                    <a:cubicBezTo>
                      <a:pt x="36" y="13"/>
                      <a:pt x="16" y="33"/>
                      <a:pt x="16" y="61"/>
                    </a:cubicBezTo>
                    <a:cubicBezTo>
                      <a:pt x="16" y="89"/>
                      <a:pt x="36" y="109"/>
                      <a:pt x="62" y="109"/>
                    </a:cubicBezTo>
                    <a:cubicBezTo>
                      <a:pt x="89" y="109"/>
                      <a:pt x="109" y="89"/>
                      <a:pt x="109" y="61"/>
                    </a:cubicBezTo>
                    <a:cubicBezTo>
                      <a:pt x="109" y="33"/>
                      <a:pt x="88" y="13"/>
                      <a:pt x="62" y="13"/>
                    </a:cubicBezTo>
                    <a:close/>
                    <a:moveTo>
                      <a:pt x="52" y="95"/>
                    </a:moveTo>
                    <a:cubicBezTo>
                      <a:pt x="38" y="95"/>
                      <a:pt x="38" y="95"/>
                      <a:pt x="38" y="95"/>
                    </a:cubicBezTo>
                    <a:cubicBezTo>
                      <a:pt x="38" y="27"/>
                      <a:pt x="38" y="27"/>
                      <a:pt x="38" y="27"/>
                    </a:cubicBezTo>
                    <a:cubicBezTo>
                      <a:pt x="64" y="27"/>
                      <a:pt x="64" y="27"/>
                      <a:pt x="64" y="27"/>
                    </a:cubicBezTo>
                    <a:cubicBezTo>
                      <a:pt x="81" y="27"/>
                      <a:pt x="90" y="32"/>
                      <a:pt x="90" y="47"/>
                    </a:cubicBezTo>
                    <a:cubicBezTo>
                      <a:pt x="91" y="56"/>
                      <a:pt x="84" y="64"/>
                      <a:pt x="75" y="65"/>
                    </a:cubicBezTo>
                    <a:cubicBezTo>
                      <a:pt x="75" y="65"/>
                      <a:pt x="74" y="65"/>
                      <a:pt x="74" y="65"/>
                    </a:cubicBezTo>
                    <a:cubicBezTo>
                      <a:pt x="90" y="95"/>
                      <a:pt x="90" y="95"/>
                      <a:pt x="90" y="95"/>
                    </a:cubicBezTo>
                    <a:cubicBezTo>
                      <a:pt x="75" y="95"/>
                      <a:pt x="75" y="95"/>
                      <a:pt x="75" y="95"/>
                    </a:cubicBezTo>
                    <a:cubicBezTo>
                      <a:pt x="60" y="66"/>
                      <a:pt x="60" y="66"/>
                      <a:pt x="60" y="66"/>
                    </a:cubicBezTo>
                    <a:cubicBezTo>
                      <a:pt x="52" y="66"/>
                      <a:pt x="52" y="66"/>
                      <a:pt x="52" y="66"/>
                    </a:cubicBezTo>
                    <a:lnTo>
                      <a:pt x="52" y="95"/>
                    </a:lnTo>
                    <a:close/>
                    <a:moveTo>
                      <a:pt x="52" y="55"/>
                    </a:moveTo>
                    <a:cubicBezTo>
                      <a:pt x="63" y="55"/>
                      <a:pt x="63" y="55"/>
                      <a:pt x="63" y="55"/>
                    </a:cubicBezTo>
                    <a:cubicBezTo>
                      <a:pt x="73" y="55"/>
                      <a:pt x="77" y="52"/>
                      <a:pt x="77" y="46"/>
                    </a:cubicBezTo>
                    <a:cubicBezTo>
                      <a:pt x="77" y="39"/>
                      <a:pt x="72" y="37"/>
                      <a:pt x="63" y="37"/>
                    </a:cubicBezTo>
                    <a:cubicBezTo>
                      <a:pt x="52" y="37"/>
                      <a:pt x="52" y="37"/>
                      <a:pt x="52" y="37"/>
                    </a:cubicBezTo>
                    <a:lnTo>
                      <a:pt x="52" y="55"/>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38" name="Freeform 37"/>
              <p:cNvSpPr>
                <a:spLocks/>
              </p:cNvSpPr>
              <p:nvPr/>
            </p:nvSpPr>
            <p:spPr bwMode="invGray">
              <a:xfrm>
                <a:off x="2205" y="2508"/>
                <a:ext cx="1354" cy="480"/>
              </a:xfrm>
              <a:custGeom>
                <a:avLst/>
                <a:gdLst>
                  <a:gd name="T0" fmla="*/ 61 w 2500"/>
                  <a:gd name="T1" fmla="*/ 0 h 887"/>
                  <a:gd name="T2" fmla="*/ 0 w 2500"/>
                  <a:gd name="T3" fmla="*/ 60 h 887"/>
                  <a:gd name="T4" fmla="*/ 0 w 2500"/>
                  <a:gd name="T5" fmla="*/ 200 h 887"/>
                  <a:gd name="T6" fmla="*/ 61 w 2500"/>
                  <a:gd name="T7" fmla="*/ 260 h 887"/>
                  <a:gd name="T8" fmla="*/ 673 w 2500"/>
                  <a:gd name="T9" fmla="*/ 260 h 887"/>
                  <a:gd name="T10" fmla="*/ 733 w 2500"/>
                  <a:gd name="T11" fmla="*/ 200 h 887"/>
                  <a:gd name="T12" fmla="*/ 733 w 2500"/>
                  <a:gd name="T13" fmla="*/ 60 h 887"/>
                  <a:gd name="T14" fmla="*/ 673 w 2500"/>
                  <a:gd name="T15" fmla="*/ 0 h 887"/>
                  <a:gd name="T16" fmla="*/ 61 w 2500"/>
                  <a:gd name="T17" fmla="*/ 0 h 8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00" h="887">
                    <a:moveTo>
                      <a:pt x="206" y="0"/>
                    </a:moveTo>
                    <a:cubicBezTo>
                      <a:pt x="92" y="0"/>
                      <a:pt x="0" y="92"/>
                      <a:pt x="0" y="206"/>
                    </a:cubicBezTo>
                    <a:cubicBezTo>
                      <a:pt x="0" y="681"/>
                      <a:pt x="0" y="681"/>
                      <a:pt x="0" y="681"/>
                    </a:cubicBezTo>
                    <a:cubicBezTo>
                      <a:pt x="0" y="795"/>
                      <a:pt x="92" y="887"/>
                      <a:pt x="206" y="887"/>
                    </a:cubicBezTo>
                    <a:cubicBezTo>
                      <a:pt x="2294" y="887"/>
                      <a:pt x="2294" y="887"/>
                      <a:pt x="2294" y="887"/>
                    </a:cubicBezTo>
                    <a:cubicBezTo>
                      <a:pt x="2408" y="887"/>
                      <a:pt x="2500" y="795"/>
                      <a:pt x="2500" y="681"/>
                    </a:cubicBezTo>
                    <a:cubicBezTo>
                      <a:pt x="2500" y="206"/>
                      <a:pt x="2500" y="206"/>
                      <a:pt x="2500" y="206"/>
                    </a:cubicBezTo>
                    <a:cubicBezTo>
                      <a:pt x="2500" y="92"/>
                      <a:pt x="2408" y="0"/>
                      <a:pt x="2294" y="0"/>
                    </a:cubicBezTo>
                    <a:lnTo>
                      <a:pt x="206"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39" name="Freeform 38"/>
              <p:cNvSpPr>
                <a:spLocks noEditPoints="1"/>
              </p:cNvSpPr>
              <p:nvPr/>
            </p:nvSpPr>
            <p:spPr bwMode="invGray">
              <a:xfrm>
                <a:off x="2241" y="2543"/>
                <a:ext cx="1283" cy="409"/>
              </a:xfrm>
              <a:custGeom>
                <a:avLst/>
                <a:gdLst>
                  <a:gd name="T0" fmla="*/ 654 w 2369"/>
                  <a:gd name="T1" fmla="*/ 0 h 755"/>
                  <a:gd name="T2" fmla="*/ 41 w 2369"/>
                  <a:gd name="T3" fmla="*/ 0 h 755"/>
                  <a:gd name="T4" fmla="*/ 0 w 2369"/>
                  <a:gd name="T5" fmla="*/ 41 h 755"/>
                  <a:gd name="T6" fmla="*/ 0 w 2369"/>
                  <a:gd name="T7" fmla="*/ 180 h 755"/>
                  <a:gd name="T8" fmla="*/ 41 w 2369"/>
                  <a:gd name="T9" fmla="*/ 222 h 755"/>
                  <a:gd name="T10" fmla="*/ 654 w 2369"/>
                  <a:gd name="T11" fmla="*/ 222 h 755"/>
                  <a:gd name="T12" fmla="*/ 695 w 2369"/>
                  <a:gd name="T13" fmla="*/ 180 h 755"/>
                  <a:gd name="T14" fmla="*/ 695 w 2369"/>
                  <a:gd name="T15" fmla="*/ 41 h 755"/>
                  <a:gd name="T16" fmla="*/ 654 w 2369"/>
                  <a:gd name="T17" fmla="*/ 0 h 755"/>
                  <a:gd name="T18" fmla="*/ 675 w 2369"/>
                  <a:gd name="T19" fmla="*/ 180 h 755"/>
                  <a:gd name="T20" fmla="*/ 654 w 2369"/>
                  <a:gd name="T21" fmla="*/ 202 h 755"/>
                  <a:gd name="T22" fmla="*/ 41 w 2369"/>
                  <a:gd name="T23" fmla="*/ 202 h 755"/>
                  <a:gd name="T24" fmla="*/ 19 w 2369"/>
                  <a:gd name="T25" fmla="*/ 180 h 755"/>
                  <a:gd name="T26" fmla="*/ 19 w 2369"/>
                  <a:gd name="T27" fmla="*/ 41 h 755"/>
                  <a:gd name="T28" fmla="*/ 41 w 2369"/>
                  <a:gd name="T29" fmla="*/ 19 h 755"/>
                  <a:gd name="T30" fmla="*/ 654 w 2369"/>
                  <a:gd name="T31" fmla="*/ 19 h 755"/>
                  <a:gd name="T32" fmla="*/ 675 w 2369"/>
                  <a:gd name="T33" fmla="*/ 41 h 755"/>
                  <a:gd name="T34" fmla="*/ 675 w 2369"/>
                  <a:gd name="T35" fmla="*/ 180 h 7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69" h="755">
                    <a:moveTo>
                      <a:pt x="2228" y="0"/>
                    </a:moveTo>
                    <a:cubicBezTo>
                      <a:pt x="140" y="0"/>
                      <a:pt x="140" y="0"/>
                      <a:pt x="140" y="0"/>
                    </a:cubicBezTo>
                    <a:cubicBezTo>
                      <a:pt x="63" y="0"/>
                      <a:pt x="0" y="63"/>
                      <a:pt x="0" y="140"/>
                    </a:cubicBezTo>
                    <a:cubicBezTo>
                      <a:pt x="0" y="615"/>
                      <a:pt x="0" y="615"/>
                      <a:pt x="0" y="615"/>
                    </a:cubicBezTo>
                    <a:cubicBezTo>
                      <a:pt x="0" y="692"/>
                      <a:pt x="63" y="755"/>
                      <a:pt x="140" y="755"/>
                    </a:cubicBezTo>
                    <a:cubicBezTo>
                      <a:pt x="2228" y="755"/>
                      <a:pt x="2228" y="755"/>
                      <a:pt x="2228" y="755"/>
                    </a:cubicBezTo>
                    <a:cubicBezTo>
                      <a:pt x="2306" y="755"/>
                      <a:pt x="2369" y="692"/>
                      <a:pt x="2369" y="615"/>
                    </a:cubicBezTo>
                    <a:cubicBezTo>
                      <a:pt x="2369" y="140"/>
                      <a:pt x="2369" y="140"/>
                      <a:pt x="2369" y="140"/>
                    </a:cubicBezTo>
                    <a:cubicBezTo>
                      <a:pt x="2369" y="63"/>
                      <a:pt x="2306" y="0"/>
                      <a:pt x="2228" y="0"/>
                    </a:cubicBezTo>
                    <a:close/>
                    <a:moveTo>
                      <a:pt x="2303" y="615"/>
                    </a:moveTo>
                    <a:cubicBezTo>
                      <a:pt x="2303" y="656"/>
                      <a:pt x="2269" y="689"/>
                      <a:pt x="2228" y="689"/>
                    </a:cubicBezTo>
                    <a:cubicBezTo>
                      <a:pt x="140" y="689"/>
                      <a:pt x="140" y="689"/>
                      <a:pt x="140" y="689"/>
                    </a:cubicBezTo>
                    <a:cubicBezTo>
                      <a:pt x="99" y="689"/>
                      <a:pt x="66" y="656"/>
                      <a:pt x="66" y="615"/>
                    </a:cubicBezTo>
                    <a:cubicBezTo>
                      <a:pt x="66" y="140"/>
                      <a:pt x="66" y="140"/>
                      <a:pt x="66" y="140"/>
                    </a:cubicBezTo>
                    <a:cubicBezTo>
                      <a:pt x="66" y="99"/>
                      <a:pt x="99" y="66"/>
                      <a:pt x="140" y="65"/>
                    </a:cubicBezTo>
                    <a:cubicBezTo>
                      <a:pt x="2228" y="65"/>
                      <a:pt x="2228" y="65"/>
                      <a:pt x="2228" y="65"/>
                    </a:cubicBezTo>
                    <a:cubicBezTo>
                      <a:pt x="2269" y="66"/>
                      <a:pt x="2303" y="99"/>
                      <a:pt x="2303" y="140"/>
                    </a:cubicBezTo>
                    <a:lnTo>
                      <a:pt x="2303" y="615"/>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0" name="Freeform 39"/>
              <p:cNvSpPr>
                <a:spLocks/>
              </p:cNvSpPr>
              <p:nvPr/>
            </p:nvSpPr>
            <p:spPr bwMode="invGray">
              <a:xfrm>
                <a:off x="2205" y="1186"/>
                <a:ext cx="1354" cy="1287"/>
              </a:xfrm>
              <a:custGeom>
                <a:avLst/>
                <a:gdLst>
                  <a:gd name="T0" fmla="*/ 61 w 2500"/>
                  <a:gd name="T1" fmla="*/ 0 h 2376"/>
                  <a:gd name="T2" fmla="*/ 0 w 2500"/>
                  <a:gd name="T3" fmla="*/ 61 h 2376"/>
                  <a:gd name="T4" fmla="*/ 0 w 2500"/>
                  <a:gd name="T5" fmla="*/ 636 h 2376"/>
                  <a:gd name="T6" fmla="*/ 61 w 2500"/>
                  <a:gd name="T7" fmla="*/ 697 h 2376"/>
                  <a:gd name="T8" fmla="*/ 673 w 2500"/>
                  <a:gd name="T9" fmla="*/ 697 h 2376"/>
                  <a:gd name="T10" fmla="*/ 733 w 2500"/>
                  <a:gd name="T11" fmla="*/ 636 h 2376"/>
                  <a:gd name="T12" fmla="*/ 733 w 2500"/>
                  <a:gd name="T13" fmla="*/ 61 h 2376"/>
                  <a:gd name="T14" fmla="*/ 673 w 2500"/>
                  <a:gd name="T15" fmla="*/ 0 h 2376"/>
                  <a:gd name="T16" fmla="*/ 61 w 2500"/>
                  <a:gd name="T17" fmla="*/ 0 h 23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00" h="2376">
                    <a:moveTo>
                      <a:pt x="206" y="0"/>
                    </a:moveTo>
                    <a:cubicBezTo>
                      <a:pt x="92" y="1"/>
                      <a:pt x="0" y="93"/>
                      <a:pt x="0" y="207"/>
                    </a:cubicBezTo>
                    <a:cubicBezTo>
                      <a:pt x="0" y="2170"/>
                      <a:pt x="0" y="2170"/>
                      <a:pt x="0" y="2170"/>
                    </a:cubicBezTo>
                    <a:cubicBezTo>
                      <a:pt x="0" y="2284"/>
                      <a:pt x="92" y="2376"/>
                      <a:pt x="206" y="2376"/>
                    </a:cubicBezTo>
                    <a:cubicBezTo>
                      <a:pt x="2294" y="2376"/>
                      <a:pt x="2294" y="2376"/>
                      <a:pt x="2294" y="2376"/>
                    </a:cubicBezTo>
                    <a:cubicBezTo>
                      <a:pt x="2408" y="2376"/>
                      <a:pt x="2500" y="2284"/>
                      <a:pt x="2500" y="2170"/>
                    </a:cubicBezTo>
                    <a:cubicBezTo>
                      <a:pt x="2500" y="207"/>
                      <a:pt x="2500" y="207"/>
                      <a:pt x="2500" y="207"/>
                    </a:cubicBezTo>
                    <a:cubicBezTo>
                      <a:pt x="2500" y="93"/>
                      <a:pt x="2408" y="1"/>
                      <a:pt x="2294" y="0"/>
                    </a:cubicBezTo>
                    <a:lnTo>
                      <a:pt x="206"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1" name="Freeform 40"/>
              <p:cNvSpPr>
                <a:spLocks noEditPoints="1"/>
              </p:cNvSpPr>
              <p:nvPr/>
            </p:nvSpPr>
            <p:spPr bwMode="invGray">
              <a:xfrm>
                <a:off x="2241" y="1222"/>
                <a:ext cx="1283" cy="1216"/>
              </a:xfrm>
              <a:custGeom>
                <a:avLst/>
                <a:gdLst>
                  <a:gd name="T0" fmla="*/ 654 w 2369"/>
                  <a:gd name="T1" fmla="*/ 0 h 2245"/>
                  <a:gd name="T2" fmla="*/ 41 w 2369"/>
                  <a:gd name="T3" fmla="*/ 0 h 2245"/>
                  <a:gd name="T4" fmla="*/ 0 w 2369"/>
                  <a:gd name="T5" fmla="*/ 41 h 2245"/>
                  <a:gd name="T6" fmla="*/ 0 w 2369"/>
                  <a:gd name="T7" fmla="*/ 617 h 2245"/>
                  <a:gd name="T8" fmla="*/ 41 w 2369"/>
                  <a:gd name="T9" fmla="*/ 659 h 2245"/>
                  <a:gd name="T10" fmla="*/ 654 w 2369"/>
                  <a:gd name="T11" fmla="*/ 659 h 2245"/>
                  <a:gd name="T12" fmla="*/ 695 w 2369"/>
                  <a:gd name="T13" fmla="*/ 617 h 2245"/>
                  <a:gd name="T14" fmla="*/ 695 w 2369"/>
                  <a:gd name="T15" fmla="*/ 41 h 2245"/>
                  <a:gd name="T16" fmla="*/ 654 w 2369"/>
                  <a:gd name="T17" fmla="*/ 0 h 2245"/>
                  <a:gd name="T18" fmla="*/ 675 w 2369"/>
                  <a:gd name="T19" fmla="*/ 617 h 2245"/>
                  <a:gd name="T20" fmla="*/ 654 w 2369"/>
                  <a:gd name="T21" fmla="*/ 639 h 2245"/>
                  <a:gd name="T22" fmla="*/ 41 w 2369"/>
                  <a:gd name="T23" fmla="*/ 639 h 2245"/>
                  <a:gd name="T24" fmla="*/ 19 w 2369"/>
                  <a:gd name="T25" fmla="*/ 617 h 2245"/>
                  <a:gd name="T26" fmla="*/ 19 w 2369"/>
                  <a:gd name="T27" fmla="*/ 41 h 2245"/>
                  <a:gd name="T28" fmla="*/ 41 w 2369"/>
                  <a:gd name="T29" fmla="*/ 19 h 2245"/>
                  <a:gd name="T30" fmla="*/ 654 w 2369"/>
                  <a:gd name="T31" fmla="*/ 19 h 2245"/>
                  <a:gd name="T32" fmla="*/ 675 w 2369"/>
                  <a:gd name="T33" fmla="*/ 41 h 2245"/>
                  <a:gd name="T34" fmla="*/ 675 w 2369"/>
                  <a:gd name="T35" fmla="*/ 617 h 22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69" h="2245">
                    <a:moveTo>
                      <a:pt x="2228" y="0"/>
                    </a:moveTo>
                    <a:cubicBezTo>
                      <a:pt x="140" y="0"/>
                      <a:pt x="140" y="0"/>
                      <a:pt x="140" y="0"/>
                    </a:cubicBezTo>
                    <a:cubicBezTo>
                      <a:pt x="63" y="0"/>
                      <a:pt x="0" y="63"/>
                      <a:pt x="0" y="141"/>
                    </a:cubicBezTo>
                    <a:cubicBezTo>
                      <a:pt x="0" y="2104"/>
                      <a:pt x="0" y="2104"/>
                      <a:pt x="0" y="2104"/>
                    </a:cubicBezTo>
                    <a:cubicBezTo>
                      <a:pt x="0" y="2182"/>
                      <a:pt x="63" y="2245"/>
                      <a:pt x="140" y="2245"/>
                    </a:cubicBezTo>
                    <a:cubicBezTo>
                      <a:pt x="2228" y="2245"/>
                      <a:pt x="2228" y="2245"/>
                      <a:pt x="2228" y="2245"/>
                    </a:cubicBezTo>
                    <a:cubicBezTo>
                      <a:pt x="2306" y="2245"/>
                      <a:pt x="2369" y="2182"/>
                      <a:pt x="2369" y="2104"/>
                    </a:cubicBezTo>
                    <a:cubicBezTo>
                      <a:pt x="2369" y="141"/>
                      <a:pt x="2369" y="141"/>
                      <a:pt x="2369" y="141"/>
                    </a:cubicBezTo>
                    <a:cubicBezTo>
                      <a:pt x="2369" y="63"/>
                      <a:pt x="2306" y="0"/>
                      <a:pt x="2228" y="0"/>
                    </a:cubicBezTo>
                    <a:close/>
                    <a:moveTo>
                      <a:pt x="2303" y="2104"/>
                    </a:moveTo>
                    <a:cubicBezTo>
                      <a:pt x="2303" y="2145"/>
                      <a:pt x="2269" y="2179"/>
                      <a:pt x="2228" y="2179"/>
                    </a:cubicBezTo>
                    <a:cubicBezTo>
                      <a:pt x="140" y="2179"/>
                      <a:pt x="140" y="2179"/>
                      <a:pt x="140" y="2179"/>
                    </a:cubicBezTo>
                    <a:cubicBezTo>
                      <a:pt x="99" y="2179"/>
                      <a:pt x="66" y="2145"/>
                      <a:pt x="66" y="2104"/>
                    </a:cubicBezTo>
                    <a:cubicBezTo>
                      <a:pt x="66" y="141"/>
                      <a:pt x="66" y="141"/>
                      <a:pt x="66" y="141"/>
                    </a:cubicBezTo>
                    <a:cubicBezTo>
                      <a:pt x="66" y="100"/>
                      <a:pt x="99" y="66"/>
                      <a:pt x="140" y="66"/>
                    </a:cubicBezTo>
                    <a:cubicBezTo>
                      <a:pt x="2228" y="66"/>
                      <a:pt x="2228" y="66"/>
                      <a:pt x="2228" y="66"/>
                    </a:cubicBezTo>
                    <a:cubicBezTo>
                      <a:pt x="2269" y="66"/>
                      <a:pt x="2303" y="100"/>
                      <a:pt x="2303" y="141"/>
                    </a:cubicBezTo>
                    <a:lnTo>
                      <a:pt x="2303" y="2104"/>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2" name="Freeform 41"/>
              <p:cNvSpPr>
                <a:spLocks/>
              </p:cNvSpPr>
              <p:nvPr/>
            </p:nvSpPr>
            <p:spPr bwMode="invGray">
              <a:xfrm>
                <a:off x="2359" y="2636"/>
                <a:ext cx="124" cy="223"/>
              </a:xfrm>
              <a:custGeom>
                <a:avLst/>
                <a:gdLst>
                  <a:gd name="T0" fmla="*/ 124 w 124"/>
                  <a:gd name="T1" fmla="*/ 191 h 223"/>
                  <a:gd name="T2" fmla="*/ 91 w 124"/>
                  <a:gd name="T3" fmla="*/ 223 h 223"/>
                  <a:gd name="T4" fmla="*/ 34 w 124"/>
                  <a:gd name="T5" fmla="*/ 223 h 223"/>
                  <a:gd name="T6" fmla="*/ 0 w 124"/>
                  <a:gd name="T7" fmla="*/ 191 h 223"/>
                  <a:gd name="T8" fmla="*/ 0 w 124"/>
                  <a:gd name="T9" fmla="*/ 0 h 223"/>
                  <a:gd name="T10" fmla="*/ 51 w 124"/>
                  <a:gd name="T11" fmla="*/ 0 h 223"/>
                  <a:gd name="T12" fmla="*/ 51 w 124"/>
                  <a:gd name="T13" fmla="*/ 181 h 223"/>
                  <a:gd name="T14" fmla="*/ 73 w 124"/>
                  <a:gd name="T15" fmla="*/ 181 h 223"/>
                  <a:gd name="T16" fmla="*/ 73 w 124"/>
                  <a:gd name="T17" fmla="*/ 0 h 223"/>
                  <a:gd name="T18" fmla="*/ 124 w 124"/>
                  <a:gd name="T19" fmla="*/ 0 h 223"/>
                  <a:gd name="T20" fmla="*/ 124 w 124"/>
                  <a:gd name="T21" fmla="*/ 191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4" h="223">
                    <a:moveTo>
                      <a:pt x="124" y="191"/>
                    </a:moveTo>
                    <a:lnTo>
                      <a:pt x="91" y="223"/>
                    </a:lnTo>
                    <a:lnTo>
                      <a:pt x="34" y="223"/>
                    </a:lnTo>
                    <a:lnTo>
                      <a:pt x="0" y="191"/>
                    </a:lnTo>
                    <a:lnTo>
                      <a:pt x="0" y="0"/>
                    </a:lnTo>
                    <a:lnTo>
                      <a:pt x="51" y="0"/>
                    </a:lnTo>
                    <a:lnTo>
                      <a:pt x="51" y="181"/>
                    </a:lnTo>
                    <a:lnTo>
                      <a:pt x="73" y="181"/>
                    </a:lnTo>
                    <a:lnTo>
                      <a:pt x="73" y="0"/>
                    </a:lnTo>
                    <a:lnTo>
                      <a:pt x="124" y="0"/>
                    </a:lnTo>
                    <a:lnTo>
                      <a:pt x="124" y="1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3" name="Rectangle 42"/>
              <p:cNvSpPr>
                <a:spLocks noChangeArrowheads="1"/>
              </p:cNvSpPr>
              <p:nvPr/>
            </p:nvSpPr>
            <p:spPr bwMode="invGray">
              <a:xfrm>
                <a:off x="2503" y="2817"/>
                <a:ext cx="49" cy="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4" name="Freeform 43"/>
              <p:cNvSpPr>
                <a:spLocks/>
              </p:cNvSpPr>
              <p:nvPr/>
            </p:nvSpPr>
            <p:spPr bwMode="invGray">
              <a:xfrm>
                <a:off x="2573" y="2636"/>
                <a:ext cx="123" cy="223"/>
              </a:xfrm>
              <a:custGeom>
                <a:avLst/>
                <a:gdLst>
                  <a:gd name="T0" fmla="*/ 87 w 123"/>
                  <a:gd name="T1" fmla="*/ 0 h 223"/>
                  <a:gd name="T2" fmla="*/ 123 w 123"/>
                  <a:gd name="T3" fmla="*/ 33 h 223"/>
                  <a:gd name="T4" fmla="*/ 123 w 123"/>
                  <a:gd name="T5" fmla="*/ 73 h 223"/>
                  <a:gd name="T6" fmla="*/ 72 w 123"/>
                  <a:gd name="T7" fmla="*/ 73 h 223"/>
                  <a:gd name="T8" fmla="*/ 72 w 123"/>
                  <a:gd name="T9" fmla="*/ 43 h 223"/>
                  <a:gd name="T10" fmla="*/ 51 w 123"/>
                  <a:gd name="T11" fmla="*/ 43 h 223"/>
                  <a:gd name="T12" fmla="*/ 51 w 123"/>
                  <a:gd name="T13" fmla="*/ 88 h 223"/>
                  <a:gd name="T14" fmla="*/ 88 w 123"/>
                  <a:gd name="T15" fmla="*/ 91 h 223"/>
                  <a:gd name="T16" fmla="*/ 123 w 123"/>
                  <a:gd name="T17" fmla="*/ 123 h 223"/>
                  <a:gd name="T18" fmla="*/ 123 w 123"/>
                  <a:gd name="T19" fmla="*/ 191 h 223"/>
                  <a:gd name="T20" fmla="*/ 90 w 123"/>
                  <a:gd name="T21" fmla="*/ 223 h 223"/>
                  <a:gd name="T22" fmla="*/ 33 w 123"/>
                  <a:gd name="T23" fmla="*/ 223 h 223"/>
                  <a:gd name="T24" fmla="*/ 0 w 123"/>
                  <a:gd name="T25" fmla="*/ 191 h 223"/>
                  <a:gd name="T26" fmla="*/ 0 w 123"/>
                  <a:gd name="T27" fmla="*/ 152 h 223"/>
                  <a:gd name="T28" fmla="*/ 51 w 123"/>
                  <a:gd name="T29" fmla="*/ 152 h 223"/>
                  <a:gd name="T30" fmla="*/ 51 w 123"/>
                  <a:gd name="T31" fmla="*/ 181 h 223"/>
                  <a:gd name="T32" fmla="*/ 72 w 123"/>
                  <a:gd name="T33" fmla="*/ 181 h 223"/>
                  <a:gd name="T34" fmla="*/ 72 w 123"/>
                  <a:gd name="T35" fmla="*/ 134 h 223"/>
                  <a:gd name="T36" fmla="*/ 36 w 123"/>
                  <a:gd name="T37" fmla="*/ 132 h 223"/>
                  <a:gd name="T38" fmla="*/ 0 w 123"/>
                  <a:gd name="T39" fmla="*/ 100 h 223"/>
                  <a:gd name="T40" fmla="*/ 0 w 123"/>
                  <a:gd name="T41" fmla="*/ 33 h 223"/>
                  <a:gd name="T42" fmla="*/ 34 w 123"/>
                  <a:gd name="T43" fmla="*/ 0 h 223"/>
                  <a:gd name="T44" fmla="*/ 87 w 123"/>
                  <a:gd name="T45" fmla="*/ 0 h 2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3" h="223">
                    <a:moveTo>
                      <a:pt x="87" y="0"/>
                    </a:moveTo>
                    <a:lnTo>
                      <a:pt x="123" y="33"/>
                    </a:lnTo>
                    <a:lnTo>
                      <a:pt x="123" y="73"/>
                    </a:lnTo>
                    <a:lnTo>
                      <a:pt x="72" y="73"/>
                    </a:lnTo>
                    <a:lnTo>
                      <a:pt x="72" y="43"/>
                    </a:lnTo>
                    <a:lnTo>
                      <a:pt x="51" y="43"/>
                    </a:lnTo>
                    <a:lnTo>
                      <a:pt x="51" y="88"/>
                    </a:lnTo>
                    <a:lnTo>
                      <a:pt x="88" y="91"/>
                    </a:lnTo>
                    <a:lnTo>
                      <a:pt x="123" y="123"/>
                    </a:lnTo>
                    <a:lnTo>
                      <a:pt x="123" y="191"/>
                    </a:lnTo>
                    <a:lnTo>
                      <a:pt x="90" y="223"/>
                    </a:lnTo>
                    <a:lnTo>
                      <a:pt x="33" y="223"/>
                    </a:lnTo>
                    <a:lnTo>
                      <a:pt x="0" y="191"/>
                    </a:lnTo>
                    <a:lnTo>
                      <a:pt x="0" y="152"/>
                    </a:lnTo>
                    <a:lnTo>
                      <a:pt x="51" y="152"/>
                    </a:lnTo>
                    <a:lnTo>
                      <a:pt x="51" y="181"/>
                    </a:lnTo>
                    <a:lnTo>
                      <a:pt x="72" y="181"/>
                    </a:lnTo>
                    <a:lnTo>
                      <a:pt x="72" y="134"/>
                    </a:lnTo>
                    <a:lnTo>
                      <a:pt x="36" y="132"/>
                    </a:lnTo>
                    <a:lnTo>
                      <a:pt x="0" y="100"/>
                    </a:lnTo>
                    <a:lnTo>
                      <a:pt x="0" y="33"/>
                    </a:lnTo>
                    <a:lnTo>
                      <a:pt x="34" y="0"/>
                    </a:lnTo>
                    <a:lnTo>
                      <a:pt x="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5" name="Rectangle 44"/>
              <p:cNvSpPr>
                <a:spLocks noChangeArrowheads="1"/>
              </p:cNvSpPr>
              <p:nvPr/>
            </p:nvSpPr>
            <p:spPr bwMode="invGray">
              <a:xfrm>
                <a:off x="2713" y="2817"/>
                <a:ext cx="54" cy="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6" name="Freeform 45"/>
              <p:cNvSpPr>
                <a:spLocks noEditPoints="1"/>
              </p:cNvSpPr>
              <p:nvPr/>
            </p:nvSpPr>
            <p:spPr bwMode="invGray">
              <a:xfrm>
                <a:off x="2787" y="2636"/>
                <a:ext cx="138" cy="223"/>
              </a:xfrm>
              <a:custGeom>
                <a:avLst/>
                <a:gdLst>
                  <a:gd name="T0" fmla="*/ 80 w 138"/>
                  <a:gd name="T1" fmla="*/ 140 h 223"/>
                  <a:gd name="T2" fmla="*/ 58 w 138"/>
                  <a:gd name="T3" fmla="*/ 140 h 223"/>
                  <a:gd name="T4" fmla="*/ 66 w 138"/>
                  <a:gd name="T5" fmla="*/ 48 h 223"/>
                  <a:gd name="T6" fmla="*/ 71 w 138"/>
                  <a:gd name="T7" fmla="*/ 48 h 223"/>
                  <a:gd name="T8" fmla="*/ 80 w 138"/>
                  <a:gd name="T9" fmla="*/ 140 h 223"/>
                  <a:gd name="T10" fmla="*/ 105 w 138"/>
                  <a:gd name="T11" fmla="*/ 0 h 223"/>
                  <a:gd name="T12" fmla="*/ 31 w 138"/>
                  <a:gd name="T13" fmla="*/ 0 h 223"/>
                  <a:gd name="T14" fmla="*/ 0 w 138"/>
                  <a:gd name="T15" fmla="*/ 223 h 223"/>
                  <a:gd name="T16" fmla="*/ 49 w 138"/>
                  <a:gd name="T17" fmla="*/ 223 h 223"/>
                  <a:gd name="T18" fmla="*/ 54 w 138"/>
                  <a:gd name="T19" fmla="*/ 182 h 223"/>
                  <a:gd name="T20" fmla="*/ 84 w 138"/>
                  <a:gd name="T21" fmla="*/ 182 h 223"/>
                  <a:gd name="T22" fmla="*/ 88 w 138"/>
                  <a:gd name="T23" fmla="*/ 223 h 223"/>
                  <a:gd name="T24" fmla="*/ 138 w 138"/>
                  <a:gd name="T25" fmla="*/ 223 h 223"/>
                  <a:gd name="T26" fmla="*/ 105 w 138"/>
                  <a:gd name="T27" fmla="*/ 0 h 2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8" h="223">
                    <a:moveTo>
                      <a:pt x="80" y="140"/>
                    </a:moveTo>
                    <a:lnTo>
                      <a:pt x="58" y="140"/>
                    </a:lnTo>
                    <a:lnTo>
                      <a:pt x="66" y="48"/>
                    </a:lnTo>
                    <a:lnTo>
                      <a:pt x="71" y="48"/>
                    </a:lnTo>
                    <a:lnTo>
                      <a:pt x="80" y="140"/>
                    </a:lnTo>
                    <a:close/>
                    <a:moveTo>
                      <a:pt x="105" y="0"/>
                    </a:moveTo>
                    <a:lnTo>
                      <a:pt x="31" y="0"/>
                    </a:lnTo>
                    <a:lnTo>
                      <a:pt x="0" y="223"/>
                    </a:lnTo>
                    <a:lnTo>
                      <a:pt x="49" y="223"/>
                    </a:lnTo>
                    <a:lnTo>
                      <a:pt x="54" y="182"/>
                    </a:lnTo>
                    <a:lnTo>
                      <a:pt x="84" y="182"/>
                    </a:lnTo>
                    <a:lnTo>
                      <a:pt x="88" y="223"/>
                    </a:lnTo>
                    <a:lnTo>
                      <a:pt x="138" y="223"/>
                    </a:lnTo>
                    <a:lnTo>
                      <a:pt x="10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7" name="Freeform 46"/>
              <p:cNvSpPr>
                <a:spLocks noEditPoints="1"/>
              </p:cNvSpPr>
              <p:nvPr/>
            </p:nvSpPr>
            <p:spPr bwMode="invGray">
              <a:xfrm>
                <a:off x="2946" y="2636"/>
                <a:ext cx="122" cy="223"/>
              </a:xfrm>
              <a:custGeom>
                <a:avLst/>
                <a:gdLst>
                  <a:gd name="T0" fmla="*/ 72 w 122"/>
                  <a:gd name="T1" fmla="*/ 43 h 223"/>
                  <a:gd name="T2" fmla="*/ 72 w 122"/>
                  <a:gd name="T3" fmla="*/ 93 h 223"/>
                  <a:gd name="T4" fmla="*/ 51 w 122"/>
                  <a:gd name="T5" fmla="*/ 93 h 223"/>
                  <a:gd name="T6" fmla="*/ 51 w 122"/>
                  <a:gd name="T7" fmla="*/ 43 h 223"/>
                  <a:gd name="T8" fmla="*/ 72 w 122"/>
                  <a:gd name="T9" fmla="*/ 43 h 223"/>
                  <a:gd name="T10" fmla="*/ 122 w 122"/>
                  <a:gd name="T11" fmla="*/ 33 h 223"/>
                  <a:gd name="T12" fmla="*/ 87 w 122"/>
                  <a:gd name="T13" fmla="*/ 0 h 223"/>
                  <a:gd name="T14" fmla="*/ 0 w 122"/>
                  <a:gd name="T15" fmla="*/ 0 h 223"/>
                  <a:gd name="T16" fmla="*/ 0 w 122"/>
                  <a:gd name="T17" fmla="*/ 223 h 223"/>
                  <a:gd name="T18" fmla="*/ 51 w 122"/>
                  <a:gd name="T19" fmla="*/ 223 h 223"/>
                  <a:gd name="T20" fmla="*/ 51 w 122"/>
                  <a:gd name="T21" fmla="*/ 134 h 223"/>
                  <a:gd name="T22" fmla="*/ 72 w 122"/>
                  <a:gd name="T23" fmla="*/ 134 h 223"/>
                  <a:gd name="T24" fmla="*/ 72 w 122"/>
                  <a:gd name="T25" fmla="*/ 223 h 223"/>
                  <a:gd name="T26" fmla="*/ 122 w 122"/>
                  <a:gd name="T27" fmla="*/ 223 h 223"/>
                  <a:gd name="T28" fmla="*/ 122 w 122"/>
                  <a:gd name="T29" fmla="*/ 134 h 223"/>
                  <a:gd name="T30" fmla="*/ 96 w 122"/>
                  <a:gd name="T31" fmla="*/ 113 h 223"/>
                  <a:gd name="T32" fmla="*/ 122 w 122"/>
                  <a:gd name="T33" fmla="*/ 91 h 223"/>
                  <a:gd name="T34" fmla="*/ 122 w 122"/>
                  <a:gd name="T35" fmla="*/ 3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2" h="223">
                    <a:moveTo>
                      <a:pt x="72" y="43"/>
                    </a:moveTo>
                    <a:lnTo>
                      <a:pt x="72" y="93"/>
                    </a:lnTo>
                    <a:lnTo>
                      <a:pt x="51" y="93"/>
                    </a:lnTo>
                    <a:lnTo>
                      <a:pt x="51" y="43"/>
                    </a:lnTo>
                    <a:lnTo>
                      <a:pt x="72" y="43"/>
                    </a:lnTo>
                    <a:close/>
                    <a:moveTo>
                      <a:pt x="122" y="33"/>
                    </a:moveTo>
                    <a:lnTo>
                      <a:pt x="87" y="0"/>
                    </a:lnTo>
                    <a:lnTo>
                      <a:pt x="0" y="0"/>
                    </a:lnTo>
                    <a:lnTo>
                      <a:pt x="0" y="223"/>
                    </a:lnTo>
                    <a:lnTo>
                      <a:pt x="51" y="223"/>
                    </a:lnTo>
                    <a:lnTo>
                      <a:pt x="51" y="134"/>
                    </a:lnTo>
                    <a:lnTo>
                      <a:pt x="72" y="134"/>
                    </a:lnTo>
                    <a:lnTo>
                      <a:pt x="72" y="223"/>
                    </a:lnTo>
                    <a:lnTo>
                      <a:pt x="122" y="223"/>
                    </a:lnTo>
                    <a:lnTo>
                      <a:pt x="122" y="134"/>
                    </a:lnTo>
                    <a:lnTo>
                      <a:pt x="96" y="113"/>
                    </a:lnTo>
                    <a:lnTo>
                      <a:pt x="122" y="91"/>
                    </a:lnTo>
                    <a:lnTo>
                      <a:pt x="122"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8" name="Freeform 47"/>
              <p:cNvSpPr>
                <a:spLocks/>
              </p:cNvSpPr>
              <p:nvPr/>
            </p:nvSpPr>
            <p:spPr bwMode="invGray">
              <a:xfrm>
                <a:off x="3094" y="2636"/>
                <a:ext cx="159" cy="223"/>
              </a:xfrm>
              <a:custGeom>
                <a:avLst/>
                <a:gdLst>
                  <a:gd name="T0" fmla="*/ 159 w 159"/>
                  <a:gd name="T1" fmla="*/ 223 h 223"/>
                  <a:gd name="T2" fmla="*/ 112 w 159"/>
                  <a:gd name="T3" fmla="*/ 223 h 223"/>
                  <a:gd name="T4" fmla="*/ 112 w 159"/>
                  <a:gd name="T5" fmla="*/ 82 h 223"/>
                  <a:gd name="T6" fmla="*/ 110 w 159"/>
                  <a:gd name="T7" fmla="*/ 82 h 223"/>
                  <a:gd name="T8" fmla="*/ 89 w 159"/>
                  <a:gd name="T9" fmla="*/ 223 h 223"/>
                  <a:gd name="T10" fmla="*/ 70 w 159"/>
                  <a:gd name="T11" fmla="*/ 223 h 223"/>
                  <a:gd name="T12" fmla="*/ 48 w 159"/>
                  <a:gd name="T13" fmla="*/ 82 h 223"/>
                  <a:gd name="T14" fmla="*/ 46 w 159"/>
                  <a:gd name="T15" fmla="*/ 82 h 223"/>
                  <a:gd name="T16" fmla="*/ 46 w 159"/>
                  <a:gd name="T17" fmla="*/ 223 h 223"/>
                  <a:gd name="T18" fmla="*/ 0 w 159"/>
                  <a:gd name="T19" fmla="*/ 223 h 223"/>
                  <a:gd name="T20" fmla="*/ 0 w 159"/>
                  <a:gd name="T21" fmla="*/ 0 h 223"/>
                  <a:gd name="T22" fmla="*/ 60 w 159"/>
                  <a:gd name="T23" fmla="*/ 0 h 223"/>
                  <a:gd name="T24" fmla="*/ 78 w 159"/>
                  <a:gd name="T25" fmla="*/ 108 h 223"/>
                  <a:gd name="T26" fmla="*/ 82 w 159"/>
                  <a:gd name="T27" fmla="*/ 108 h 223"/>
                  <a:gd name="T28" fmla="*/ 99 w 159"/>
                  <a:gd name="T29" fmla="*/ 0 h 223"/>
                  <a:gd name="T30" fmla="*/ 159 w 159"/>
                  <a:gd name="T31" fmla="*/ 0 h 223"/>
                  <a:gd name="T32" fmla="*/ 159 w 159"/>
                  <a:gd name="T33" fmla="*/ 223 h 2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9" h="223">
                    <a:moveTo>
                      <a:pt x="159" y="223"/>
                    </a:moveTo>
                    <a:lnTo>
                      <a:pt x="112" y="223"/>
                    </a:lnTo>
                    <a:lnTo>
                      <a:pt x="112" y="82"/>
                    </a:lnTo>
                    <a:lnTo>
                      <a:pt x="110" y="82"/>
                    </a:lnTo>
                    <a:lnTo>
                      <a:pt x="89" y="223"/>
                    </a:lnTo>
                    <a:lnTo>
                      <a:pt x="70" y="223"/>
                    </a:lnTo>
                    <a:lnTo>
                      <a:pt x="48" y="82"/>
                    </a:lnTo>
                    <a:lnTo>
                      <a:pt x="46" y="82"/>
                    </a:lnTo>
                    <a:lnTo>
                      <a:pt x="46" y="223"/>
                    </a:lnTo>
                    <a:lnTo>
                      <a:pt x="0" y="223"/>
                    </a:lnTo>
                    <a:lnTo>
                      <a:pt x="0" y="0"/>
                    </a:lnTo>
                    <a:lnTo>
                      <a:pt x="60" y="0"/>
                    </a:lnTo>
                    <a:lnTo>
                      <a:pt x="78" y="108"/>
                    </a:lnTo>
                    <a:lnTo>
                      <a:pt x="82" y="108"/>
                    </a:lnTo>
                    <a:lnTo>
                      <a:pt x="99" y="0"/>
                    </a:lnTo>
                    <a:lnTo>
                      <a:pt x="159" y="0"/>
                    </a:lnTo>
                    <a:lnTo>
                      <a:pt x="159" y="2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9" name="Freeform 48"/>
              <p:cNvSpPr>
                <a:spLocks/>
              </p:cNvSpPr>
              <p:nvPr/>
            </p:nvSpPr>
            <p:spPr bwMode="invGray">
              <a:xfrm>
                <a:off x="3274" y="2636"/>
                <a:ext cx="139" cy="223"/>
              </a:xfrm>
              <a:custGeom>
                <a:avLst/>
                <a:gdLst>
                  <a:gd name="T0" fmla="*/ 95 w 139"/>
                  <a:gd name="T1" fmla="*/ 130 h 223"/>
                  <a:gd name="T2" fmla="*/ 95 w 139"/>
                  <a:gd name="T3" fmla="*/ 223 h 223"/>
                  <a:gd name="T4" fmla="*/ 44 w 139"/>
                  <a:gd name="T5" fmla="*/ 223 h 223"/>
                  <a:gd name="T6" fmla="*/ 44 w 139"/>
                  <a:gd name="T7" fmla="*/ 130 h 223"/>
                  <a:gd name="T8" fmla="*/ 0 w 139"/>
                  <a:gd name="T9" fmla="*/ 0 h 223"/>
                  <a:gd name="T10" fmla="*/ 51 w 139"/>
                  <a:gd name="T11" fmla="*/ 0 h 223"/>
                  <a:gd name="T12" fmla="*/ 69 w 139"/>
                  <a:gd name="T13" fmla="*/ 81 h 223"/>
                  <a:gd name="T14" fmla="*/ 70 w 139"/>
                  <a:gd name="T15" fmla="*/ 81 h 223"/>
                  <a:gd name="T16" fmla="*/ 88 w 139"/>
                  <a:gd name="T17" fmla="*/ 0 h 223"/>
                  <a:gd name="T18" fmla="*/ 139 w 139"/>
                  <a:gd name="T19" fmla="*/ 0 h 223"/>
                  <a:gd name="T20" fmla="*/ 95 w 139"/>
                  <a:gd name="T21" fmla="*/ 13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223">
                    <a:moveTo>
                      <a:pt x="95" y="130"/>
                    </a:moveTo>
                    <a:lnTo>
                      <a:pt x="95" y="223"/>
                    </a:lnTo>
                    <a:lnTo>
                      <a:pt x="44" y="223"/>
                    </a:lnTo>
                    <a:lnTo>
                      <a:pt x="44" y="130"/>
                    </a:lnTo>
                    <a:lnTo>
                      <a:pt x="0" y="0"/>
                    </a:lnTo>
                    <a:lnTo>
                      <a:pt x="51" y="0"/>
                    </a:lnTo>
                    <a:lnTo>
                      <a:pt x="69" y="81"/>
                    </a:lnTo>
                    <a:lnTo>
                      <a:pt x="70" y="81"/>
                    </a:lnTo>
                    <a:lnTo>
                      <a:pt x="88" y="0"/>
                    </a:lnTo>
                    <a:lnTo>
                      <a:pt x="139" y="0"/>
                    </a:lnTo>
                    <a:lnTo>
                      <a:pt x="95" y="1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50" name="Freeform 49"/>
              <p:cNvSpPr>
                <a:spLocks/>
              </p:cNvSpPr>
              <p:nvPr/>
            </p:nvSpPr>
            <p:spPr bwMode="invGray">
              <a:xfrm>
                <a:off x="2371" y="1344"/>
                <a:ext cx="1022" cy="971"/>
              </a:xfrm>
              <a:custGeom>
                <a:avLst/>
                <a:gdLst>
                  <a:gd name="T0" fmla="*/ 827 w 1022"/>
                  <a:gd name="T1" fmla="*/ 971 h 971"/>
                  <a:gd name="T2" fmla="*/ 511 w 1022"/>
                  <a:gd name="T3" fmla="*/ 741 h 971"/>
                  <a:gd name="T4" fmla="*/ 196 w 1022"/>
                  <a:gd name="T5" fmla="*/ 971 h 971"/>
                  <a:gd name="T6" fmla="*/ 316 w 1022"/>
                  <a:gd name="T7" fmla="*/ 600 h 971"/>
                  <a:gd name="T8" fmla="*/ 0 w 1022"/>
                  <a:gd name="T9" fmla="*/ 371 h 971"/>
                  <a:gd name="T10" fmla="*/ 391 w 1022"/>
                  <a:gd name="T11" fmla="*/ 371 h 971"/>
                  <a:gd name="T12" fmla="*/ 511 w 1022"/>
                  <a:gd name="T13" fmla="*/ 0 h 971"/>
                  <a:gd name="T14" fmla="*/ 632 w 1022"/>
                  <a:gd name="T15" fmla="*/ 371 h 971"/>
                  <a:gd name="T16" fmla="*/ 1022 w 1022"/>
                  <a:gd name="T17" fmla="*/ 371 h 971"/>
                  <a:gd name="T18" fmla="*/ 706 w 1022"/>
                  <a:gd name="T19" fmla="*/ 600 h 971"/>
                  <a:gd name="T20" fmla="*/ 827 w 1022"/>
                  <a:gd name="T21" fmla="*/ 971 h 971"/>
                  <a:gd name="T22" fmla="*/ 827 w 1022"/>
                  <a:gd name="T23" fmla="*/ 971 h 9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22" h="971">
                    <a:moveTo>
                      <a:pt x="827" y="971"/>
                    </a:moveTo>
                    <a:lnTo>
                      <a:pt x="511" y="741"/>
                    </a:lnTo>
                    <a:lnTo>
                      <a:pt x="196" y="971"/>
                    </a:lnTo>
                    <a:lnTo>
                      <a:pt x="316" y="600"/>
                    </a:lnTo>
                    <a:lnTo>
                      <a:pt x="0" y="371"/>
                    </a:lnTo>
                    <a:lnTo>
                      <a:pt x="391" y="371"/>
                    </a:lnTo>
                    <a:lnTo>
                      <a:pt x="511" y="0"/>
                    </a:lnTo>
                    <a:lnTo>
                      <a:pt x="632" y="371"/>
                    </a:lnTo>
                    <a:lnTo>
                      <a:pt x="1022" y="371"/>
                    </a:lnTo>
                    <a:lnTo>
                      <a:pt x="706" y="600"/>
                    </a:lnTo>
                    <a:lnTo>
                      <a:pt x="827" y="971"/>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51" name="Freeform 50"/>
              <p:cNvSpPr>
                <a:spLocks/>
              </p:cNvSpPr>
              <p:nvPr/>
            </p:nvSpPr>
            <p:spPr bwMode="invGray">
              <a:xfrm>
                <a:off x="2486" y="1463"/>
                <a:ext cx="793" cy="755"/>
              </a:xfrm>
              <a:custGeom>
                <a:avLst/>
                <a:gdLst>
                  <a:gd name="T0" fmla="*/ 641 w 793"/>
                  <a:gd name="T1" fmla="*/ 755 h 755"/>
                  <a:gd name="T2" fmla="*/ 396 w 793"/>
                  <a:gd name="T3" fmla="*/ 577 h 755"/>
                  <a:gd name="T4" fmla="*/ 151 w 793"/>
                  <a:gd name="T5" fmla="*/ 755 h 755"/>
                  <a:gd name="T6" fmla="*/ 245 w 793"/>
                  <a:gd name="T7" fmla="*/ 467 h 755"/>
                  <a:gd name="T8" fmla="*/ 0 w 793"/>
                  <a:gd name="T9" fmla="*/ 288 h 755"/>
                  <a:gd name="T10" fmla="*/ 303 w 793"/>
                  <a:gd name="T11" fmla="*/ 288 h 755"/>
                  <a:gd name="T12" fmla="*/ 396 w 793"/>
                  <a:gd name="T13" fmla="*/ 0 h 755"/>
                  <a:gd name="T14" fmla="*/ 490 w 793"/>
                  <a:gd name="T15" fmla="*/ 288 h 755"/>
                  <a:gd name="T16" fmla="*/ 793 w 793"/>
                  <a:gd name="T17" fmla="*/ 288 h 755"/>
                  <a:gd name="T18" fmla="*/ 548 w 793"/>
                  <a:gd name="T19" fmla="*/ 467 h 755"/>
                  <a:gd name="T20" fmla="*/ 641 w 793"/>
                  <a:gd name="T21" fmla="*/ 755 h 755"/>
                  <a:gd name="T22" fmla="*/ 641 w 793"/>
                  <a:gd name="T23" fmla="*/ 755 h 7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3" h="755">
                    <a:moveTo>
                      <a:pt x="641" y="755"/>
                    </a:moveTo>
                    <a:lnTo>
                      <a:pt x="396" y="577"/>
                    </a:lnTo>
                    <a:lnTo>
                      <a:pt x="151" y="755"/>
                    </a:lnTo>
                    <a:lnTo>
                      <a:pt x="245" y="467"/>
                    </a:lnTo>
                    <a:lnTo>
                      <a:pt x="0" y="288"/>
                    </a:lnTo>
                    <a:lnTo>
                      <a:pt x="303" y="288"/>
                    </a:lnTo>
                    <a:lnTo>
                      <a:pt x="396" y="0"/>
                    </a:lnTo>
                    <a:lnTo>
                      <a:pt x="490" y="288"/>
                    </a:lnTo>
                    <a:lnTo>
                      <a:pt x="793" y="288"/>
                    </a:lnTo>
                    <a:lnTo>
                      <a:pt x="548" y="467"/>
                    </a:lnTo>
                    <a:lnTo>
                      <a:pt x="641" y="75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52" name="Freeform 51"/>
              <p:cNvSpPr>
                <a:spLocks/>
              </p:cNvSpPr>
              <p:nvPr/>
            </p:nvSpPr>
            <p:spPr bwMode="invGray">
              <a:xfrm>
                <a:off x="2595" y="1579"/>
                <a:ext cx="574" cy="545"/>
              </a:xfrm>
              <a:custGeom>
                <a:avLst/>
                <a:gdLst>
                  <a:gd name="T0" fmla="*/ 287 w 574"/>
                  <a:gd name="T1" fmla="*/ 0 h 545"/>
                  <a:gd name="T2" fmla="*/ 355 w 574"/>
                  <a:gd name="T3" fmla="*/ 208 h 545"/>
                  <a:gd name="T4" fmla="*/ 574 w 574"/>
                  <a:gd name="T5" fmla="*/ 208 h 545"/>
                  <a:gd name="T6" fmla="*/ 396 w 574"/>
                  <a:gd name="T7" fmla="*/ 337 h 545"/>
                  <a:gd name="T8" fmla="*/ 464 w 574"/>
                  <a:gd name="T9" fmla="*/ 545 h 545"/>
                  <a:gd name="T10" fmla="*/ 287 w 574"/>
                  <a:gd name="T11" fmla="*/ 416 h 545"/>
                  <a:gd name="T12" fmla="*/ 110 w 574"/>
                  <a:gd name="T13" fmla="*/ 545 h 545"/>
                  <a:gd name="T14" fmla="*/ 178 w 574"/>
                  <a:gd name="T15" fmla="*/ 337 h 545"/>
                  <a:gd name="T16" fmla="*/ 0 w 574"/>
                  <a:gd name="T17" fmla="*/ 208 h 545"/>
                  <a:gd name="T18" fmla="*/ 219 w 574"/>
                  <a:gd name="T19" fmla="*/ 208 h 545"/>
                  <a:gd name="T20" fmla="*/ 287 w 574"/>
                  <a:gd name="T21" fmla="*/ 0 h 5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4" h="545">
                    <a:moveTo>
                      <a:pt x="287" y="0"/>
                    </a:moveTo>
                    <a:lnTo>
                      <a:pt x="355" y="208"/>
                    </a:lnTo>
                    <a:lnTo>
                      <a:pt x="574" y="208"/>
                    </a:lnTo>
                    <a:lnTo>
                      <a:pt x="396" y="337"/>
                    </a:lnTo>
                    <a:lnTo>
                      <a:pt x="464" y="545"/>
                    </a:lnTo>
                    <a:lnTo>
                      <a:pt x="287" y="416"/>
                    </a:lnTo>
                    <a:lnTo>
                      <a:pt x="110" y="545"/>
                    </a:lnTo>
                    <a:lnTo>
                      <a:pt x="178" y="337"/>
                    </a:lnTo>
                    <a:lnTo>
                      <a:pt x="0" y="208"/>
                    </a:lnTo>
                    <a:lnTo>
                      <a:pt x="219" y="208"/>
                    </a:lnTo>
                    <a:lnTo>
                      <a:pt x="2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grpSp>
      </p:grpSp>
      <p:grpSp>
        <p:nvGrpSpPr>
          <p:cNvPr id="4" name="Group 3"/>
          <p:cNvGrpSpPr/>
          <p:nvPr userDrawn="1"/>
        </p:nvGrpSpPr>
        <p:grpSpPr>
          <a:xfrm>
            <a:off x="7662672" y="6125553"/>
            <a:ext cx="1408176" cy="734917"/>
            <a:chOff x="7662672" y="6108192"/>
            <a:chExt cx="1408176" cy="734917"/>
          </a:xfrm>
        </p:grpSpPr>
        <p:sp>
          <p:nvSpPr>
            <p:cNvPr id="60" name="Round Same Side Corner Rectangle 59"/>
            <p:cNvSpPr/>
            <p:nvPr userDrawn="1"/>
          </p:nvSpPr>
          <p:spPr>
            <a:xfrm>
              <a:off x="7662672" y="6135624"/>
              <a:ext cx="1408176" cy="706828"/>
            </a:xfrm>
            <a:prstGeom prst="round2SameRect">
              <a:avLst>
                <a:gd name="adj1" fmla="val 9581"/>
                <a:gd name="adj2" fmla="val 0"/>
              </a:avLst>
            </a:prstGeom>
            <a:gradFill>
              <a:gsLst>
                <a:gs pos="59000">
                  <a:sysClr val="window" lastClr="FFFFFF">
                    <a:alpha val="20000"/>
                    <a:lumMod val="60000"/>
                  </a:sysClr>
                </a:gs>
                <a:gs pos="67000">
                  <a:sysClr val="window" lastClr="FFFFFF">
                    <a:alpha val="20000"/>
                  </a:sysClr>
                </a:gs>
                <a:gs pos="100000">
                  <a:sysClr val="window" lastClr="FFFFFF">
                    <a:alpha val="20000"/>
                    <a:lumMod val="20000"/>
                  </a:sysClr>
                </a:gs>
                <a:gs pos="23000">
                  <a:sysClr val="windowText" lastClr="000000">
                    <a:lumMod val="52000"/>
                    <a:lumOff val="48000"/>
                    <a:alpha val="20000"/>
                  </a:sysClr>
                </a:gs>
                <a:gs pos="9000">
                  <a:sysClr val="windowText" lastClr="000000">
                    <a:alpha val="20000"/>
                    <a:lumMod val="0"/>
                    <a:lumOff val="100000"/>
                  </a:sysClr>
                </a:gs>
                <a:gs pos="35000">
                  <a:sysClr val="windowText" lastClr="000000">
                    <a:lumMod val="95000"/>
                    <a:lumOff val="5000"/>
                    <a:alpha val="20000"/>
                  </a:sysClr>
                </a:gs>
                <a:gs pos="43000">
                  <a:sysClr val="window" lastClr="FFFFFF">
                    <a:alpha val="20000"/>
                    <a:lumMod val="100000"/>
                  </a:sysClr>
                </a:gs>
              </a:gsLst>
              <a:lin ang="33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71" name="Round Same Side Corner Rectangle 70"/>
            <p:cNvSpPr/>
            <p:nvPr userDrawn="1"/>
          </p:nvSpPr>
          <p:spPr>
            <a:xfrm>
              <a:off x="7666210" y="6108192"/>
              <a:ext cx="1399032" cy="731520"/>
            </a:xfrm>
            <a:prstGeom prst="round2SameRect">
              <a:avLst>
                <a:gd name="adj1" fmla="val 9581"/>
                <a:gd name="adj2" fmla="val 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72" name="Round Same Side Corner Rectangle 71"/>
            <p:cNvSpPr/>
            <p:nvPr userDrawn="1"/>
          </p:nvSpPr>
          <p:spPr>
            <a:xfrm>
              <a:off x="7662672" y="6136281"/>
              <a:ext cx="1408176" cy="706828"/>
            </a:xfrm>
            <a:prstGeom prst="round2SameRect">
              <a:avLst>
                <a:gd name="adj1" fmla="val 9581"/>
                <a:gd name="adj2" fmla="val 0"/>
              </a:avLst>
            </a:prstGeom>
            <a:gradFill>
              <a:gsLst>
                <a:gs pos="0">
                  <a:sysClr val="windowText" lastClr="000000">
                    <a:lumMod val="52000"/>
                    <a:lumOff val="48000"/>
                    <a:alpha val="17000"/>
                  </a:sysClr>
                </a:gs>
                <a:gs pos="68000">
                  <a:sysClr val="windowText" lastClr="000000">
                    <a:lumMod val="95000"/>
                    <a:lumOff val="5000"/>
                    <a:alpha val="20000"/>
                  </a:sysClr>
                </a:gs>
                <a:gs pos="34000">
                  <a:sysClr val="windowText" lastClr="000000">
                    <a:lumMod val="85000"/>
                    <a:lumOff val="15000"/>
                    <a:alpha val="20000"/>
                  </a:sys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61" name="Round Same Side Corner Rectangle 60"/>
            <p:cNvSpPr/>
            <p:nvPr userDrawn="1"/>
          </p:nvSpPr>
          <p:spPr>
            <a:xfrm>
              <a:off x="7662672" y="6135624"/>
              <a:ext cx="1408176" cy="706828"/>
            </a:xfrm>
            <a:prstGeom prst="round2SameRect">
              <a:avLst>
                <a:gd name="adj1" fmla="val 9581"/>
                <a:gd name="adj2" fmla="val 0"/>
              </a:avLst>
            </a:prstGeom>
            <a:gradFill>
              <a:gsLst>
                <a:gs pos="73000">
                  <a:sysClr val="window" lastClr="FFFFFF">
                    <a:lumMod val="75000"/>
                  </a:sysClr>
                </a:gs>
                <a:gs pos="91000">
                  <a:srgbClr val="7F7F7F"/>
                </a:gs>
                <a:gs pos="0">
                  <a:sysClr val="window" lastClr="FFFFFF">
                    <a:lumMod val="85000"/>
                  </a:sysClr>
                </a:gs>
                <a:gs pos="13000">
                  <a:sysClr val="window" lastClr="FFFFFF">
                    <a:lumMod val="95000"/>
                  </a:sysClr>
                </a:gs>
                <a:gs pos="34000">
                  <a:sysClr val="window" lastClr="FFFFFF">
                    <a:lumMod val="75000"/>
                  </a:sysClr>
                </a:gs>
                <a:gs pos="100000">
                  <a:sysClr val="windowText" lastClr="000000">
                    <a:lumMod val="50000"/>
                    <a:lumOff val="50000"/>
                  </a:sysClr>
                </a:gs>
                <a:gs pos="48000">
                  <a:sysClr val="window" lastClr="FFFFFF">
                    <a:lumMod val="95000"/>
                  </a:sysClr>
                </a:gs>
              </a:gsLst>
              <a:lin ang="42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grpSp>
          <p:nvGrpSpPr>
            <p:cNvPr id="74" name="AMC"/>
            <p:cNvGrpSpPr>
              <a:grpSpLocks noChangeAspect="1"/>
            </p:cNvGrpSpPr>
            <p:nvPr userDrawn="1"/>
          </p:nvGrpSpPr>
          <p:grpSpPr bwMode="auto">
            <a:xfrm>
              <a:off x="7857433" y="6251059"/>
              <a:ext cx="398631" cy="467776"/>
              <a:chOff x="3311" y="1094"/>
              <a:chExt cx="1816" cy="2131"/>
            </a:xfrm>
          </p:grpSpPr>
          <p:sp>
            <p:nvSpPr>
              <p:cNvPr id="75" name="WHITE bkgrnd"/>
              <p:cNvSpPr>
                <a:spLocks/>
              </p:cNvSpPr>
              <p:nvPr/>
            </p:nvSpPr>
            <p:spPr bwMode="auto">
              <a:xfrm>
                <a:off x="3333" y="1116"/>
                <a:ext cx="1772" cy="2086"/>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sp>
            <p:nvSpPr>
              <p:cNvPr id="76" name="BLACK outline"/>
              <p:cNvSpPr>
                <a:spLocks noEditPoints="1"/>
              </p:cNvSpPr>
              <p:nvPr/>
            </p:nvSpPr>
            <p:spPr bwMode="auto">
              <a:xfrm>
                <a:off x="3311" y="1094"/>
                <a:ext cx="1816" cy="2131"/>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sp>
            <p:nvSpPr>
              <p:cNvPr id="77" name="BLUE"/>
              <p:cNvSpPr>
                <a:spLocks/>
              </p:cNvSpPr>
              <p:nvPr/>
            </p:nvSpPr>
            <p:spPr bwMode="auto">
              <a:xfrm>
                <a:off x="4219" y="1369"/>
                <a:ext cx="797" cy="1744"/>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sp>
            <p:nvSpPr>
              <p:cNvPr id="78" name="RED"/>
              <p:cNvSpPr>
                <a:spLocks/>
              </p:cNvSpPr>
              <p:nvPr/>
            </p:nvSpPr>
            <p:spPr bwMode="auto">
              <a:xfrm>
                <a:off x="3422" y="1369"/>
                <a:ext cx="797" cy="1744"/>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grpSp>
      </p:grpSp>
      <p:pic>
        <p:nvPicPr>
          <p:cNvPr id="53" name="Picture 52"/>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8406649" y="6268420"/>
            <a:ext cx="464977" cy="494134"/>
          </a:xfrm>
          <a:prstGeom prst="rect">
            <a:avLst/>
          </a:prstGeom>
        </p:spPr>
      </p:pic>
    </p:spTree>
    <p:extLst>
      <p:ext uri="{BB962C8B-B14F-4D97-AF65-F5344CB8AC3E}">
        <p14:creationId xmlns:p14="http://schemas.microsoft.com/office/powerpoint/2010/main" val="1078592221"/>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Lst>
  <p:transition spd="slow">
    <p:fade/>
  </p:transition>
  <p:hf hdr="0" ftr="0" dt="0"/>
  <p:txStyles>
    <p:titleStyle>
      <a:lvl1pPr marL="0" algn="l" defTabSz="914400" rtl="0" eaLnBrk="1" latinLnBrk="0" hangingPunct="1">
        <a:lnSpc>
          <a:spcPct val="90000"/>
        </a:lnSpc>
        <a:spcBef>
          <a:spcPct val="0"/>
        </a:spcBef>
        <a:buNone/>
        <a:defRPr lang="en-US" sz="2800" b="1" kern="1200" dirty="0">
          <a:solidFill>
            <a:srgbClr val="7F7F73"/>
          </a:solidFill>
          <a:latin typeface="Arial" panose="020B0604020202020204" pitchFamily="34" charset="0"/>
          <a:ea typeface="+mj-ea"/>
          <a:cs typeface="Arial" panose="020B0604020202020204" pitchFamily="34" charset="0"/>
        </a:defRPr>
      </a:lvl1pPr>
    </p:titleStyle>
    <p:bodyStyle>
      <a:lvl1pPr marL="228600" marR="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lang="en-US" sz="2400" b="1" kern="1200" dirty="0" smtClean="0">
          <a:solidFill>
            <a:schemeClr val="tx1"/>
          </a:solidFill>
          <a:latin typeface="Arial" panose="020B0604020202020204" pitchFamily="34" charset="0"/>
          <a:ea typeface="+mn-ea"/>
          <a:cs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574675"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792">
          <p15:clr>
            <a:srgbClr val="F26B43"/>
          </p15:clr>
        </p15:guide>
        <p15:guide id="3" pos="5352">
          <p15:clr>
            <a:srgbClr val="F26B43"/>
          </p15:clr>
        </p15:guide>
        <p15:guide id="4" orient="horz" pos="1104">
          <p15:clr>
            <a:srgbClr val="F26B43"/>
          </p15:clr>
        </p15:guide>
        <p15:guide id="5" orient="horz" pos="2376">
          <p15:clr>
            <a:srgbClr val="F26B43"/>
          </p15:clr>
        </p15:guide>
        <p15:guide id="6" orient="horz" pos="3432">
          <p15:clr>
            <a:srgbClr val="F26B43"/>
          </p15:clr>
        </p15:guide>
        <p15:guide id="7" pos="5760">
          <p15:clr>
            <a:srgbClr val="F26B43"/>
          </p15:clr>
        </p15:guide>
        <p15:guide id="8" orient="horz">
          <p15:clr>
            <a:srgbClr val="F26B43"/>
          </p15:clr>
        </p15:guide>
        <p15:guide id="9">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a:solidFill>
                  <a:srgbClr val="000000"/>
                </a:solidFill>
                <a:latin typeface=" Arial"/>
                <a:ea typeface="MS PGothic" pitchFamily="34" charset="-128"/>
                <a:cs typeface="Arial" pitchFamily="34" charset="0"/>
              </a:rPr>
              <a:t>UNCLASSIFIED//FOUO</a:t>
            </a:r>
          </a:p>
        </p:txBody>
      </p:sp>
      <p:pic>
        <p:nvPicPr>
          <p:cNvPr id="20" name="Picture 19" descr="Metal Header.jpg"/>
          <p:cNvPicPr>
            <a:picLocks noChangeAspect="1"/>
          </p:cNvPicPr>
          <p:nvPr userDrawn="1"/>
        </p:nvPicPr>
        <p:blipFill>
          <a:blip r:embed="rId4"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 Arial"/>
                <a:ea typeface="MS PGothic" pitchFamily="34" charset="-128"/>
                <a:cs typeface="Arial" pitchFamily="34" charset="0"/>
              </a:rPr>
              <a:t>UNCLASSIFIED//FOUO</a:t>
            </a: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extLst>
      <p:ext uri="{BB962C8B-B14F-4D97-AF65-F5344CB8AC3E}">
        <p14:creationId xmlns:p14="http://schemas.microsoft.com/office/powerpoint/2010/main" val="2493112455"/>
      </p:ext>
    </p:extLst>
  </p:cSld>
  <p:clrMap bg1="lt1" tx1="dk1" bg2="lt2" tx2="dk2" accent1="accent1" accent2="accent2" accent3="accent3" accent4="accent4" accent5="accent5" accent6="accent6" hlink="hlink" folHlink="folHlink"/>
  <p:sldLayoutIdLst>
    <p:sldLayoutId id="2147483774" r:id="rId1"/>
    <p:sldLayoutId id="2147483775"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5"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6"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 Arial"/>
                <a:ea typeface="MS PGothic" pitchFamily="34" charset="-128"/>
                <a:cs typeface="Arial" pitchFamily="34" charset="0"/>
              </a:rPr>
              <a:t>UNCLASSIFIED//FOUO</a:t>
            </a: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a:solidFill>
                  <a:prstClr val="white"/>
                </a:solidFill>
                <a:latin typeface=" Arial"/>
                <a:ea typeface="MS PGothic" pitchFamily="34" charset="-128"/>
                <a:cs typeface="Arial" pitchFamily="34" charset="0"/>
              </a:rPr>
              <a:t>UNCLASSIFIED//FOUO</a:t>
            </a:r>
          </a:p>
        </p:txBody>
      </p:sp>
      <p:pic>
        <p:nvPicPr>
          <p:cNvPr id="21" name="Picture 20"/>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extLst>
      <p:ext uri="{BB962C8B-B14F-4D97-AF65-F5344CB8AC3E}">
        <p14:creationId xmlns:p14="http://schemas.microsoft.com/office/powerpoint/2010/main" val="142719502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Lst>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543299" y="6683767"/>
            <a:ext cx="2057400" cy="182562"/>
          </a:xfrm>
          <a:prstGeom prst="rect">
            <a:avLst/>
          </a:prstGeom>
        </p:spPr>
        <p:txBody>
          <a:bodyPr vert="horz" lIns="91440" tIns="45720" rIns="91440" bIns="45720" rtlCol="0" anchor="ctr"/>
          <a:lstStyle>
            <a:lvl1pPr algn="ctr">
              <a:defRPr sz="1200">
                <a:solidFill>
                  <a:schemeClr val="tx1"/>
                </a:solidFill>
              </a:defRPr>
            </a:lvl1pPr>
          </a:lstStyle>
          <a:p>
            <a:fld id="{F9AF2913-2DB3-46CA-AB90-630B618DC110}" type="slidenum">
              <a:rPr lang="en-US" smtClean="0"/>
              <a:pPr/>
              <a:t>‹#›</a:t>
            </a:fld>
            <a:endParaRPr lang="en-US" dirty="0"/>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5599"/>
          <a:stretch/>
        </p:blipFill>
        <p:spPr>
          <a:xfrm>
            <a:off x="1" y="618105"/>
            <a:ext cx="9143999" cy="5946670"/>
          </a:xfrm>
          <a:prstGeom prst="rect">
            <a:avLst/>
          </a:prstGeom>
        </p:spPr>
      </p:pic>
      <p:sp>
        <p:nvSpPr>
          <p:cNvPr id="27" name="Round Same Side Corner Rectangle 17">
            <a:extLst>
              <a:ext uri="{FF2B5EF4-FFF2-40B4-BE49-F238E27FC236}">
                <a16:creationId xmlns:a16="http://schemas.microsoft.com/office/drawing/2014/main" id="{7A882CCC-C296-F404-DDB0-B6E15BE59AFB}"/>
              </a:ext>
            </a:extLst>
          </p:cNvPr>
          <p:cNvSpPr/>
          <p:nvPr userDrawn="1"/>
        </p:nvSpPr>
        <p:spPr>
          <a:xfrm>
            <a:off x="1" y="0"/>
            <a:ext cx="801278" cy="88612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descr="Logo&#10;&#10;Description automatically generated">
            <a:extLst>
              <a:ext uri="{FF2B5EF4-FFF2-40B4-BE49-F238E27FC236}">
                <a16:creationId xmlns:a16="http://schemas.microsoft.com/office/drawing/2014/main" id="{FC41B50B-CE93-4399-2B22-E31C5D9ADC3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3394" y="58950"/>
            <a:ext cx="547055" cy="681750"/>
          </a:xfrm>
          <a:prstGeom prst="rect">
            <a:avLst/>
          </a:prstGeom>
        </p:spPr>
      </p:pic>
      <p:sp>
        <p:nvSpPr>
          <p:cNvPr id="4" name="Title Placeholder 1">
            <a:extLst>
              <a:ext uri="{FF2B5EF4-FFF2-40B4-BE49-F238E27FC236}">
                <a16:creationId xmlns:a16="http://schemas.microsoft.com/office/drawing/2014/main" id="{E51BD610-E15F-A5E3-6BF8-DE40F9EE2738}"/>
              </a:ext>
            </a:extLst>
          </p:cNvPr>
          <p:cNvSpPr txBox="1">
            <a:spLocks/>
          </p:cNvSpPr>
          <p:nvPr userDrawn="1"/>
        </p:nvSpPr>
        <p:spPr bwMode="gray">
          <a:xfrm>
            <a:off x="836761" y="99565"/>
            <a:ext cx="7955280" cy="480131"/>
          </a:xfrm>
          <a:prstGeom prst="rect">
            <a:avLst/>
          </a:prstGeom>
        </p:spPr>
        <p:txBody>
          <a:bodyPr vert="horz" lIns="182880" tIns="45720" rIns="91440" bIns="45720" rtlCol="0" anchor="t" anchorCtr="0">
            <a:spAutoFit/>
          </a:bodyPr>
          <a:lstStyle>
            <a:lvl1pPr marL="0" algn="l" defTabSz="914400" rtl="0" eaLnBrk="1" latinLnBrk="0" hangingPunct="1">
              <a:lnSpc>
                <a:spcPct val="90000"/>
              </a:lnSpc>
              <a:spcBef>
                <a:spcPct val="0"/>
              </a:spcBef>
              <a:buNone/>
              <a:defRPr sz="2800" b="1" kern="1200">
                <a:solidFill>
                  <a:schemeClr val="tx1"/>
                </a:solidFill>
                <a:latin typeface="G.I. 400" pitchFamily="2" charset="0"/>
                <a:ea typeface="+mj-ea"/>
                <a:cs typeface="+mj-cs"/>
              </a:defRPr>
            </a:lvl1pPr>
          </a:lstStyle>
          <a:p>
            <a:r>
              <a:rPr lang="en-US" dirty="0"/>
              <a:t> </a:t>
            </a:r>
          </a:p>
        </p:txBody>
      </p:sp>
    </p:spTree>
    <p:extLst>
      <p:ext uri="{BB962C8B-B14F-4D97-AF65-F5344CB8AC3E}">
        <p14:creationId xmlns:p14="http://schemas.microsoft.com/office/powerpoint/2010/main" val="312529084"/>
      </p:ext>
    </p:extLst>
  </p:cSld>
  <p:clrMap bg1="lt1" tx1="dk1" bg2="lt2" tx2="dk2" accent1="accent1" accent2="accent2" accent3="accent3" accent4="accent4" accent5="accent5" accent6="accent6" hlink="hlink" folHlink="folHlink"/>
  <p:sldLayoutIdLst>
    <p:sldLayoutId id="2147483781" r:id="rId1"/>
    <p:sldLayoutId id="214748378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hyperlink" Target="mailto:Brandon.s.hill24.civ@army.mil" TargetMode="Externa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s://grants.gov/search-results-detail/332894" TargetMode="External"/><Relationship Id="rId2" Type="http://schemas.openxmlformats.org/officeDocument/2006/relationships/hyperlink" Target="mailto:t.r.govindan.civ@mail.mil" TargetMode="External"/><Relationship Id="rId1" Type="http://schemas.openxmlformats.org/officeDocument/2006/relationships/slideLayout" Target="../slideLayouts/slideLayout28.xml"/><Relationship Id="rId4" Type="http://schemas.openxmlformats.org/officeDocument/2006/relationships/hyperlink" Target="https://sam.gov/opp/4e90a42d23164205bc16dbd47027e02b/view"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rants.gov/search-results-detail/345241" TargetMode="External"/><Relationship Id="rId2" Type="http://schemas.openxmlformats.org/officeDocument/2006/relationships/hyperlink" Target="mailto:DEVCOMDACBAA@army.mil" TargetMode="External"/><Relationship Id="rId1" Type="http://schemas.openxmlformats.org/officeDocument/2006/relationships/slideLayout" Target="../slideLayouts/slideLayout28.xml"/><Relationship Id="rId4" Type="http://schemas.openxmlformats.org/officeDocument/2006/relationships/hyperlink" Target="https://sam.gov/opp/1aafd421e4ed4f06ac0986fa1bde60bb/view"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grants.gov/search-results-detail/347858" TargetMode="External"/><Relationship Id="rId2" Type="http://schemas.openxmlformats.org/officeDocument/2006/relationships/hyperlink" Target="mailto:megan.a.deluca.civ@army.mil" TargetMode="External"/><Relationship Id="rId1" Type="http://schemas.openxmlformats.org/officeDocument/2006/relationships/slideLayout" Target="../slideLayouts/slideLayout28.xml"/><Relationship Id="rId4" Type="http://schemas.openxmlformats.org/officeDocument/2006/relationships/hyperlink" Target="https://sam.gov/opp/ee8d9eeec4f94269b6e1ac16b09d9417/view"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rants.gov/search-results-detail/355150" TargetMode="External"/><Relationship Id="rId2" Type="http://schemas.openxmlformats.org/officeDocument/2006/relationships/hyperlink" Target="mailto:Christopher.d.justice4.civ@army.mil" TargetMode="External"/><Relationship Id="rId1" Type="http://schemas.openxmlformats.org/officeDocument/2006/relationships/slideLayout" Target="../slideLayouts/slideLayout28.xml"/><Relationship Id="rId4" Type="http://schemas.openxmlformats.org/officeDocument/2006/relationships/hyperlink" Target="https://sam.gov/opp/3f8ec6d36d584ca28364a2f8a10255b7/view"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sam.gov/workspace/contract/opp/477ae37d692d4f71abe8aa1c65652b49/view" TargetMode="External"/><Relationship Id="rId2" Type="http://schemas.openxmlformats.org/officeDocument/2006/relationships/hyperlink" Target="mailto:devx-help@aal.army" TargetMode="Externa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10"/>
          <p:cNvSpPr>
            <a:spLocks noGrp="1"/>
          </p:cNvSpPr>
          <p:nvPr>
            <p:ph type="subTitle" idx="1"/>
          </p:nvPr>
        </p:nvSpPr>
        <p:spPr>
          <a:xfrm>
            <a:off x="152400" y="6149963"/>
            <a:ext cx="7085137" cy="332399"/>
          </a:xfrm>
        </p:spPr>
        <p:txBody>
          <a:bodyPr/>
          <a:lstStyle/>
          <a:p>
            <a:r>
              <a:rPr lang="en-US" b="0" dirty="0"/>
              <a:t> </a:t>
            </a:r>
            <a:r>
              <a:rPr lang="en-US" b="0" dirty="0">
                <a:solidFill>
                  <a:schemeClr val="bg1"/>
                </a:solidFill>
              </a:rPr>
              <a:t>March 2026</a:t>
            </a:r>
            <a:endParaRPr lang="en-US" sz="2400" b="0" dirty="0">
              <a:solidFill>
                <a:schemeClr val="bg1"/>
              </a:solidFill>
            </a:endParaRPr>
          </a:p>
        </p:txBody>
      </p:sp>
      <p:sp>
        <p:nvSpPr>
          <p:cNvPr id="10" name="Title 9"/>
          <p:cNvSpPr>
            <a:spLocks noGrp="1"/>
          </p:cNvSpPr>
          <p:nvPr>
            <p:ph type="ctrTitle"/>
          </p:nvPr>
        </p:nvSpPr>
        <p:spPr>
          <a:xfrm>
            <a:off x="81926" y="5120319"/>
            <a:ext cx="8833474" cy="969496"/>
          </a:xfrm>
        </p:spPr>
        <p:txBody>
          <a:bodyPr/>
          <a:lstStyle/>
          <a:p>
            <a:r>
              <a:rPr lang="en-US" dirty="0">
                <a:effectLst>
                  <a:outerShdw blurRad="38100" dist="38100" dir="2700000" algn="tl">
                    <a:srgbClr val="000000">
                      <a:alpha val="43137"/>
                    </a:srgbClr>
                  </a:outerShdw>
                </a:effectLst>
              </a:rPr>
              <a:t>RTP Division Fair Opportunity Updates</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     </a:t>
            </a:r>
            <a:endParaRPr lang="en-US" sz="2400" i="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82876953"/>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2743200"/>
            <a:ext cx="8229600"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following slides are for informational purposes ONLY. These are NOT formal solicitations / Requests for proposals (RFP) / Requests for Quotes (RFQ). Do NOT submit any formal proposals / quotes to this posting. All information contained in this posting is subject to change at any time. The Government will not reimburse for any feedback, questions or documentation provided by Industry in response to this posting. </a:t>
            </a:r>
          </a:p>
        </p:txBody>
      </p:sp>
    </p:spTree>
    <p:extLst>
      <p:ext uri="{BB962C8B-B14F-4D97-AF65-F5344CB8AC3E}">
        <p14:creationId xmlns:p14="http://schemas.microsoft.com/office/powerpoint/2010/main" val="2788534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90678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United States Military Academy Broad Agency Announcement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 technology investment agreements (TIAs),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Brandon Hill,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Brandon.s.hill24.civ@army.mil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W911NF-20-S-0008</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01 April 2020 thru 31 Mar 2027</a:t>
            </a:r>
          </a:p>
          <a:p>
            <a:pPr marL="0" marR="0" lvl="0" indent="0" algn="l" defTabSz="914400" rtl="0" eaLnBrk="1" fontAlgn="auto" latinLnBrk="0" hangingPunct="1">
              <a:lnSpc>
                <a:spcPct val="80000"/>
              </a:lnSpc>
              <a:spcBef>
                <a:spcPct val="20000"/>
              </a:spcBef>
              <a:spcAft>
                <a:spcPts val="0"/>
              </a:spcAft>
              <a:buClrTx/>
              <a:buSzTx/>
              <a:buNone/>
              <a:tabLst/>
              <a:defRPr/>
            </a:pP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Link: </a:t>
            </a:r>
            <a:r>
              <a:rPr lang="en-US" sz="1800" i="0" u="sng" dirty="0">
                <a:solidFill>
                  <a:srgbClr val="0070C0"/>
                </a:solidFill>
                <a:effectLst/>
                <a:latin typeface="+mj-lt"/>
              </a:rPr>
              <a:t>https://grants.gov/search-results-detail/325932</a:t>
            </a:r>
            <a:endParaRPr lang="en-US" sz="1800" i="0" u="sng" dirty="0">
              <a:solidFill>
                <a:srgbClr val="0070C0"/>
              </a:solidFill>
              <a:effectLst/>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u="none" strike="noStrike" kern="1200" cap="none" spc="0" normalizeH="0" baseline="0" noProof="0" dirty="0">
                <a:ln>
                  <a:noFill/>
                </a:ln>
                <a:solidFill>
                  <a:srgbClr val="0070C0"/>
                </a:solidFill>
                <a:uLnTx/>
                <a:uFillTx/>
                <a:latin typeface="+mj-lt"/>
                <a:ea typeface="ＭＳ Ｐゴシック" pitchFamily="34" charset="-128"/>
                <a:cs typeface="Arial" pitchFamily="34" charset="0"/>
              </a:rPr>
              <a:t>	</a:t>
            </a: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4214417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8093075"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LPS Qubit Collaboratory (LQC)</a:t>
            </a:r>
          </a:p>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a:lnSpc>
                <a:spcPct val="80000"/>
              </a:lnSpc>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 : </a:t>
            </a:r>
            <a:r>
              <a:rPr lang="en-US" sz="1800" dirty="0">
                <a:solidFill>
                  <a:prstClr val="black"/>
                </a:solidFill>
                <a:latin typeface=" Arial"/>
                <a:ea typeface="ＭＳ Ｐゴシック" pitchFamily="34" charset="-128"/>
                <a:cs typeface="Arial" pitchFamily="34" charset="0"/>
              </a:rPr>
              <a:t>Contracts, grants, cooperative agreements, other transactions for research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POINT OF CONTACT: PROGRAM MANAGER</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T.R. Govindan,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t.r.govindan.civ@mail.mil</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W911NF21S0009</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16 April 2021 thru 30 April 2026</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Link: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3"/>
              </a:rPr>
              <a:t>https://grants.gov/search-results-detail/332894</a:t>
            </a:r>
            <a:endParaRPr lang="en-US" sz="1800" dirty="0">
              <a:solidFill>
                <a:prstClr val="black"/>
              </a:solidFill>
              <a:latin typeface=" Arial"/>
              <a:ea typeface="ＭＳ Ｐゴシック" pitchFamily="34" charset="-128"/>
              <a:cs typeface="Arial" pitchFamily="34" charset="0"/>
            </a:endParaRPr>
          </a:p>
          <a:p>
            <a:pPr marL="0" marR="0" lvl="0" indent="0" defTabSz="914400" rtl="0" eaLnBrk="1" fontAlgn="auto" latinLnBrk="0" hangingPunct="1">
              <a:lnSpc>
                <a:spcPct val="80000"/>
              </a:lnSpc>
              <a:spcBef>
                <a:spcPct val="20000"/>
              </a:spcBef>
              <a:spcAft>
                <a:spcPts val="0"/>
              </a:spcAft>
              <a:buClrTx/>
              <a:buSzTx/>
              <a:buNone/>
              <a:tabLst/>
              <a:defRPr/>
            </a:pPr>
            <a:r>
              <a:rPr lang="en-US" sz="1800" dirty="0">
                <a:solidFill>
                  <a:prstClr val="black"/>
                </a:solidFill>
                <a:latin typeface=" Arial"/>
                <a:ea typeface="ＭＳ Ｐゴシック" pitchFamily="34" charset="-128"/>
                <a:cs typeface="Arial" pitchFamily="34" charset="0"/>
              </a:rPr>
              <a:t>           </a:t>
            </a:r>
            <a:r>
              <a:rPr lang="en-US" sz="1800" dirty="0">
                <a:solidFill>
                  <a:prstClr val="black"/>
                </a:solidFill>
                <a:latin typeface=" Arial"/>
                <a:ea typeface="ＭＳ Ｐゴシック" pitchFamily="34" charset="-128"/>
                <a:cs typeface="Arial" pitchFamily="34" charset="0"/>
                <a:hlinkClick r:id="rId4"/>
              </a:rPr>
              <a:t>https://sam.gov/opp/4e90a42d23164205bc16dbd47027e02b/view</a:t>
            </a:r>
            <a:r>
              <a:rPr lang="en-US" sz="1800" dirty="0">
                <a:solidFill>
                  <a:prstClr val="black"/>
                </a:solidFill>
                <a:latin typeface=" Arial"/>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lang="en-US" sz="1800" dirty="0">
                <a:solidFill>
                  <a:prstClr val="black"/>
                </a:solidFill>
                <a:latin typeface=" Arial"/>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4145978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91440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DEVCOM Analysis Center Broad Agency Announcement for Applied Research</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 technology investment agreements (TIAs),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POINT OF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DEVCOMDACBAA@army.mil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W911NF-23-S-0003</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a:t>
            </a:r>
            <a:r>
              <a:rPr lang="en-US" sz="1800" dirty="0">
                <a:solidFill>
                  <a:prstClr val="black"/>
                </a:solidFill>
                <a:latin typeface=" Arial"/>
                <a:ea typeface="ＭＳ Ｐゴシック" pitchFamily="34" charset="-128"/>
                <a:cs typeface="Arial" pitchFamily="34" charset="0"/>
              </a:rPr>
              <a:t>5</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Jan 2023 thru </a:t>
            </a:r>
            <a:r>
              <a:rPr lang="en-US" sz="1800" dirty="0">
                <a:solidFill>
                  <a:prstClr val="black"/>
                </a:solidFill>
                <a:latin typeface=" Arial"/>
                <a:ea typeface="ＭＳ Ｐゴシック" pitchFamily="34" charset="-128"/>
                <a:cs typeface="Arial" pitchFamily="34" charset="0"/>
              </a:rPr>
              <a:t>28</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Jan 2028</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Link: </a:t>
            </a:r>
            <a:r>
              <a:rPr lang="en-US" sz="1800" b="0" i="0" dirty="0">
                <a:solidFill>
                  <a:srgbClr val="222222"/>
                </a:solidFill>
                <a:effectLst/>
                <a:latin typeface="+mj-lt"/>
                <a:hlinkClick r:id="rId3"/>
              </a:rPr>
              <a:t>https://grants.gov/search-results-detail/345241</a:t>
            </a:r>
            <a:endParaRPr lang="en-US" sz="1800" b="0" i="0" dirty="0">
              <a:solidFill>
                <a:srgbClr val="222222"/>
              </a:solidFill>
              <a:effectLst/>
              <a:latin typeface="+mj-lt"/>
            </a:endParaRPr>
          </a:p>
          <a:p>
            <a:pPr marL="0" marR="0" lvl="0" indent="0" algn="l" defTabSz="914400" rtl="0" eaLnBrk="1" fontAlgn="auto" latinLnBrk="0" hangingPunct="1">
              <a:lnSpc>
                <a:spcPct val="80000"/>
              </a:lnSpc>
              <a:spcBef>
                <a:spcPct val="20000"/>
              </a:spcBef>
              <a:spcAft>
                <a:spcPts val="0"/>
              </a:spcAft>
              <a:buClrTx/>
              <a:buSzTx/>
              <a:buNone/>
              <a:tabLst/>
              <a:defRPr/>
            </a:pPr>
            <a:r>
              <a:rPr lang="en-US" sz="1800" dirty="0">
                <a:solidFill>
                  <a:srgbClr val="222222"/>
                </a:solidFill>
                <a:latin typeface="+mj-lt"/>
              </a:rPr>
              <a:t>	         </a:t>
            </a:r>
            <a:r>
              <a:rPr lang="en-US" sz="1800" dirty="0">
                <a:solidFill>
                  <a:srgbClr val="222222"/>
                </a:solidFill>
                <a:latin typeface="+mj-lt"/>
                <a:hlinkClick r:id="rId4"/>
              </a:rPr>
              <a:t>https://sam.gov/opp/1aafd421e4ed4f06ac0986fa1bde60bb/view</a:t>
            </a:r>
            <a:r>
              <a:rPr lang="en-US" sz="1800" dirty="0">
                <a:solidFill>
                  <a:srgbClr val="222222"/>
                </a:solidFill>
                <a:latin typeface="+mj-lt"/>
              </a:rPr>
              <a:t> </a:t>
            </a:r>
            <a:r>
              <a:rPr lang="en-US" sz="1800" b="0" i="0" dirty="0">
                <a:solidFill>
                  <a:srgbClr val="222222"/>
                </a:solidFill>
                <a:effectLst/>
                <a:latin typeface="+mj-lt"/>
              </a:rPr>
              <a:t> </a:t>
            </a:r>
          </a:p>
          <a:p>
            <a:pPr marL="0" indent="0">
              <a:lnSpc>
                <a:spcPct val="80000"/>
              </a:lnSpc>
              <a:buNone/>
              <a:defRPr/>
            </a:pP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2333544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92964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U.S. Army Research Institute for the Behavioral and Social Sciences Broad Agency Announcement for Basic, Applied, and Advanced Research</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 technology investment agreements (TIAs),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lvl="0">
              <a:lnSpc>
                <a:spcPct val="80000"/>
              </a:lnSpc>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Megan Deluca, </a:t>
            </a:r>
            <a:r>
              <a:rPr lang="en-US" sz="1800" dirty="0">
                <a:solidFill>
                  <a:prstClr val="black"/>
                </a:solidFill>
                <a:latin typeface=" Arial"/>
                <a:ea typeface="ＭＳ Ｐゴシック" pitchFamily="34" charset="-128"/>
                <a:cs typeface="Arial" pitchFamily="34" charset="0"/>
                <a:hlinkClick r:id="rId2"/>
              </a:rPr>
              <a:t>megan.a.deluca.civ@army.mil</a:t>
            </a: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W911NF-23-S-0010</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01 May 2023 thru 30 April 2028</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      Link: </a:t>
            </a:r>
            <a:r>
              <a:rPr lang="en-US" sz="1800" b="0" i="0" dirty="0">
                <a:solidFill>
                  <a:srgbClr val="222222"/>
                </a:solidFill>
                <a:effectLst/>
                <a:latin typeface="+mj-lt"/>
                <a:hlinkClick r:id="rId3"/>
              </a:rPr>
              <a:t>https://www.grants.gov/search-results-detail/347858</a:t>
            </a:r>
            <a:r>
              <a:rPr lang="en-US" sz="1800" b="0" i="0" dirty="0">
                <a:solidFill>
                  <a:srgbClr val="222222"/>
                </a:solidFill>
                <a:effectLst/>
                <a:latin typeface="+mj-lt"/>
              </a:rPr>
              <a:t> </a:t>
            </a: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rPr>
              <a:t>	</a:t>
            </a: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hlinkClick r:id="rId4"/>
              </a:rPr>
              <a:t>https://sam.gov/opp/ee8d9eeec4f94269b6e1ac16b09d9417/view</a:t>
            </a: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2705366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88392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Army Applications Lab Broad Agency Announcement For Disruptive Applications</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 other transactions for research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Christopher Justice, </a:t>
            </a:r>
            <a:r>
              <a:rPr kumimoji="0" lang="en-US" sz="1800" b="0" i="0" u="sng"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Christopher.d.justice4.civ@army.mil</a:t>
            </a:r>
            <a:r>
              <a:rPr kumimoji="0" lang="en-US" sz="1800" b="0" i="0" u="sng"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W911NF-24-S-0008</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  </a:t>
            </a:r>
            <a:r>
              <a:rPr lang="en-US" sz="1800" dirty="0">
                <a:solidFill>
                  <a:prstClr val="black"/>
                </a:solidFill>
                <a:latin typeface=" Arial"/>
                <a:ea typeface="ＭＳ Ｐゴシック" pitchFamily="34" charset="-128"/>
                <a:cs typeface="Arial" pitchFamily="34" charset="0"/>
              </a:rPr>
              <a:t>5</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April 2024 thru 4 April 2029</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400050" lvl="1" indent="0">
              <a:lnSpc>
                <a:spcPct val="80000"/>
              </a:lnSpc>
              <a:buNone/>
              <a:defRPr/>
            </a:pPr>
            <a:r>
              <a:rPr lang="en-US" sz="1400" dirty="0">
                <a:solidFill>
                  <a:prstClr val="black"/>
                </a:solidFill>
                <a:latin typeface=" Arial"/>
                <a:ea typeface="ＭＳ Ｐゴシック" pitchFamily="34" charset="-128"/>
                <a:cs typeface="Arial" pitchFamily="34" charset="0"/>
              </a:rPr>
              <a:t> </a:t>
            </a:r>
            <a:r>
              <a:rPr lang="en-US" sz="1800" dirty="0">
                <a:solidFill>
                  <a:prstClr val="black"/>
                </a:solidFill>
                <a:latin typeface="+mj-lt"/>
                <a:ea typeface="ＭＳ Ｐゴシック" pitchFamily="34" charset="-128"/>
                <a:cs typeface="Arial" pitchFamily="34" charset="0"/>
              </a:rPr>
              <a:t>Link: </a:t>
            </a:r>
            <a:r>
              <a:rPr lang="en-US" sz="1800" b="0" i="0" dirty="0">
                <a:solidFill>
                  <a:srgbClr val="222222"/>
                </a:solidFill>
                <a:effectLst/>
                <a:latin typeface="+mj-lt"/>
                <a:hlinkClick r:id="rId3"/>
              </a:rPr>
              <a:t>https://grants.gov/search-results-detail/355150</a:t>
            </a:r>
            <a:endParaRPr lang="en-US" sz="1800" b="0" i="0" dirty="0">
              <a:solidFill>
                <a:srgbClr val="222222"/>
              </a:solidFill>
              <a:effectLst/>
              <a:latin typeface="+mj-lt"/>
            </a:endParaRPr>
          </a:p>
          <a:p>
            <a:pPr marL="400050" lvl="1" indent="0">
              <a:lnSpc>
                <a:spcPct val="80000"/>
              </a:lnSpc>
              <a:buNone/>
              <a:defRPr/>
            </a:pP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rPr>
              <a:t>	</a:t>
            </a:r>
            <a:r>
              <a:rPr lang="en-US" sz="1800" dirty="0">
                <a:solidFill>
                  <a:srgbClr val="222222"/>
                </a:solidFill>
                <a:latin typeface="+mj-lt"/>
                <a:ea typeface="ＭＳ Ｐゴシック" pitchFamily="34" charset="-128"/>
                <a:cs typeface="Arial" pitchFamily="34" charset="0"/>
              </a:rPr>
              <a:t> </a:t>
            </a: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hlinkClick r:id="rId4"/>
              </a:rPr>
              <a:t>https://sam.gov/opp/3f8ec6d36d584ca28364a2f8a10255b7/view</a:t>
            </a:r>
            <a:endPar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endParaRPr>
          </a:p>
          <a:p>
            <a:pPr marL="400050" lvl="1" indent="0">
              <a:lnSpc>
                <a:spcPct val="80000"/>
              </a:lnSpc>
              <a:buNone/>
              <a:defRPr/>
            </a:pP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3775438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C1CCB-A566-B54F-0044-2657A39A63C0}"/>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3C284EF-E9CF-60E9-3F61-CBFBCBD77EBE}"/>
              </a:ext>
            </a:extLst>
          </p:cNvPr>
          <p:cNvSpPr txBox="1">
            <a:spLocks/>
          </p:cNvSpPr>
          <p:nvPr/>
        </p:nvSpPr>
        <p:spPr>
          <a:xfrm>
            <a:off x="0" y="914400"/>
            <a:ext cx="91440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a:t>
            </a:r>
            <a:r>
              <a:rPr lang="en-US" sz="1800" dirty="0">
                <a:solidFill>
                  <a:prstClr val="black"/>
                </a:solidFill>
                <a:latin typeface=" Arial"/>
                <a:ea typeface="ＭＳ Ｐゴシック" pitchFamily="34" charset="-128"/>
                <a:cs typeface="Arial" pitchFamily="34" charset="0"/>
              </a:rPr>
              <a:t>DevX Autonomy </a:t>
            </a:r>
            <a:r>
              <a:rPr lang="en-US" sz="1800" b="1" dirty="0">
                <a:solidFill>
                  <a:srgbClr val="000000"/>
                </a:solidFill>
                <a:latin typeface="Arial" panose="020B0604020202020204" pitchFamily="34" charset="0"/>
              </a:rPr>
              <a:t>(ARMY </a:t>
            </a:r>
            <a:r>
              <a:rPr lang="en-US" sz="1800" b="1" i="0" u="none" strike="noStrike" baseline="0" dirty="0">
                <a:solidFill>
                  <a:srgbClr val="000000"/>
                </a:solidFill>
                <a:latin typeface="Arial" panose="020B0604020202020204" pitchFamily="34" charset="0"/>
              </a:rPr>
              <a:t>APPLICATIONS LAB OPEN CALL SOLICITATION FOR INNOVATIVE AUS SOLUTIONS)</a:t>
            </a:r>
            <a:endParaRPr lang="en-US" sz="1800" dirty="0">
              <a:solidFill>
                <a:prstClr val="black"/>
              </a:solidFill>
              <a:latin typeface=" Arial"/>
              <a:ea typeface="ＭＳ Ｐゴシック" pitchFamily="34" charset="-128"/>
              <a:cs typeface="Arial" pitchFamily="34" charset="0"/>
            </a:endParaRPr>
          </a:p>
          <a:p>
            <a:pPr marL="0" indent="0" algn="l">
              <a:buNone/>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lvl="0">
              <a:lnSpc>
                <a:spcPct val="80000"/>
              </a:lnSpc>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lang="en-US" sz="1800" b="1" dirty="0">
                <a:solidFill>
                  <a:prstClr val="black"/>
                </a:solidFill>
                <a:latin typeface=" Arial"/>
                <a:ea typeface="ＭＳ Ｐゴシック" pitchFamily="34" charset="-128"/>
                <a:cs typeface="Arial" pitchFamily="34" charset="0"/>
              </a:rPr>
              <a:t>DevX Autonomy email</a:t>
            </a:r>
            <a:r>
              <a:rPr lang="en-US" sz="1800" dirty="0">
                <a:solidFill>
                  <a:prstClr val="black"/>
                </a:solidFill>
                <a:latin typeface=" Arial"/>
                <a:ea typeface="ＭＳ Ｐゴシック" pitchFamily="34" charset="-128"/>
                <a:cs typeface="Arial" pitchFamily="34" charset="0"/>
              </a:rPr>
              <a:t>, </a:t>
            </a:r>
            <a:r>
              <a:rPr lang="en-US" sz="1800" dirty="0">
                <a:solidFill>
                  <a:prstClr val="black"/>
                </a:solidFill>
                <a:latin typeface=" Arial"/>
                <a:ea typeface="ＭＳ Ｐゴシック" pitchFamily="34" charset="-128"/>
                <a:cs typeface="Arial" pitchFamily="34" charset="0"/>
                <a:hlinkClick r:id="rId2"/>
              </a:rPr>
              <a:t>devx-help@aal.army</a:t>
            </a:r>
            <a:endParaRPr lang="en-US" sz="1800" dirty="0">
              <a:solidFill>
                <a:prstClr val="black"/>
              </a:solidFill>
              <a:latin typeface=" Arial"/>
              <a:ea typeface="ＭＳ Ｐゴシック" pitchFamily="34" charset="-128"/>
              <a:cs typeface="Arial" pitchFamily="34" charset="0"/>
            </a:endParaRPr>
          </a:p>
          <a:p>
            <a:pPr marL="0" lvl="0" indent="0">
              <a:lnSpc>
                <a:spcPct val="80000"/>
              </a:lnSpc>
              <a:buNone/>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W911NF-26-S-0040</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 </a:t>
            </a:r>
            <a:r>
              <a:rPr lang="en-US" sz="1800" dirty="0">
                <a:solidFill>
                  <a:prstClr val="black"/>
                </a:solidFill>
                <a:latin typeface=" Arial"/>
                <a:ea typeface="ＭＳ Ｐゴシック" pitchFamily="34" charset="-128"/>
                <a:cs typeface="Arial" pitchFamily="34" charset="0"/>
              </a:rPr>
              <a:t>30 December 2025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thru 31 July 2026</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0" lvl="0" indent="0">
              <a:lnSpc>
                <a:spcPct val="80000"/>
              </a:lnSpc>
              <a:buNone/>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p>
          <a:p>
            <a:pPr marL="0" lvl="0" indent="0">
              <a:lnSpc>
                <a:spcPct val="80000"/>
              </a:lnSpc>
              <a:buNone/>
              <a:defRPr/>
            </a:pP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Link: </a:t>
            </a:r>
            <a:r>
              <a:rPr lang="en-US" sz="1600" dirty="0">
                <a:solidFill>
                  <a:srgbClr val="222222"/>
                </a:solidFill>
                <a:latin typeface="+mj-lt"/>
                <a:hlinkClick r:id="rId3"/>
              </a:rPr>
              <a:t>https://sam.gov/workspace/contract/opp/477ae37d692d4f71abe8aa1c65652b49/view</a:t>
            </a:r>
            <a:endParaRPr lang="en-US" sz="1600" dirty="0">
              <a:solidFill>
                <a:srgbClr val="222222"/>
              </a:solidFill>
              <a:latin typeface="+mj-lt"/>
            </a:endParaRPr>
          </a:p>
          <a:p>
            <a:pPr marL="0" lvl="0" indent="0">
              <a:lnSpc>
                <a:spcPct val="80000"/>
              </a:lnSpc>
              <a:buNone/>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a:extLst>
              <a:ext uri="{FF2B5EF4-FFF2-40B4-BE49-F238E27FC236}">
                <a16:creationId xmlns:a16="http://schemas.microsoft.com/office/drawing/2014/main" id="{289AD22F-D7FF-6C43-8B7E-0660B41F88C9}"/>
              </a:ext>
            </a:extLst>
          </p:cNvPr>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465072624"/>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4976813" rtl="0" eaLnBrk="1" fontAlgn="base" latinLnBrk="0" hangingPunct="1">
          <a:lnSpc>
            <a:spcPct val="100000"/>
          </a:lnSpc>
          <a:spcBef>
            <a:spcPct val="0"/>
          </a:spcBef>
          <a:spcAft>
            <a:spcPct val="0"/>
          </a:spcAft>
          <a:buClrTx/>
          <a:buSzTx/>
          <a:buFontTx/>
          <a:buNone/>
          <a:tabLst>
            <a:tab pos="107950" algn="l"/>
            <a:tab pos="457200" algn="l"/>
            <a:tab pos="914400" algn="l"/>
            <a:tab pos="1600200" algn="l"/>
            <a:tab pos="1828800" algn="l"/>
          </a:tabLst>
          <a:defRPr kumimoji="0" lang="en-US" sz="7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4976813" rtl="0" eaLnBrk="1" fontAlgn="base" latinLnBrk="0" hangingPunct="1">
          <a:lnSpc>
            <a:spcPct val="100000"/>
          </a:lnSpc>
          <a:spcBef>
            <a:spcPct val="0"/>
          </a:spcBef>
          <a:spcAft>
            <a:spcPct val="0"/>
          </a:spcAft>
          <a:buClrTx/>
          <a:buSzTx/>
          <a:buFontTx/>
          <a:buNone/>
          <a:tabLst>
            <a:tab pos="107950" algn="l"/>
            <a:tab pos="457200" algn="l"/>
            <a:tab pos="914400" algn="l"/>
            <a:tab pos="1600200" algn="l"/>
            <a:tab pos="1828800" algn="l"/>
          </a:tabLst>
          <a:defRPr kumimoji="0" lang="en-US" sz="7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8_MSC Theme">
  <a:themeElements>
    <a:clrScheme name="AMC Branding">
      <a:dk1>
        <a:sysClr val="windowText" lastClr="000000"/>
      </a:dk1>
      <a:lt1>
        <a:sysClr val="window" lastClr="FFFFFF"/>
      </a:lt1>
      <a:dk2>
        <a:srgbClr val="525349"/>
      </a:dk2>
      <a:lt2>
        <a:srgbClr val="7F7F73"/>
      </a:lt2>
      <a:accent1>
        <a:srgbClr val="B8B09C"/>
      </a:accent1>
      <a:accent2>
        <a:srgbClr val="DE1F27"/>
      </a:accent2>
      <a:accent3>
        <a:srgbClr val="214292"/>
      </a:accent3>
      <a:accent4>
        <a:srgbClr val="FFC425"/>
      </a:accent4>
      <a:accent5>
        <a:srgbClr val="F26522"/>
      </a:accent5>
      <a:accent6>
        <a:srgbClr val="70AD47"/>
      </a:accent6>
      <a:hlink>
        <a:srgbClr val="0563C1"/>
      </a:hlink>
      <a:folHlink>
        <a:srgbClr val="7F3F9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8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AMC MSC Theme">
  <a:themeElements>
    <a:clrScheme name="AMC Branding">
      <a:dk1>
        <a:sysClr val="windowText" lastClr="000000"/>
      </a:dk1>
      <a:lt1>
        <a:sysClr val="window" lastClr="FFFFFF"/>
      </a:lt1>
      <a:dk2>
        <a:srgbClr val="525349"/>
      </a:dk2>
      <a:lt2>
        <a:srgbClr val="7F7F73"/>
      </a:lt2>
      <a:accent1>
        <a:srgbClr val="B8B09C"/>
      </a:accent1>
      <a:accent2>
        <a:srgbClr val="DE1F27"/>
      </a:accent2>
      <a:accent3>
        <a:srgbClr val="214292"/>
      </a:accent3>
      <a:accent4>
        <a:srgbClr val="FFC425"/>
      </a:accent4>
      <a:accent5>
        <a:srgbClr val="F26522"/>
      </a:accent5>
      <a:accent6>
        <a:srgbClr val="70AD47"/>
      </a:accent6>
      <a:hlink>
        <a:srgbClr val="0563C1"/>
      </a:hlink>
      <a:folHlink>
        <a:srgbClr val="7F3F9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10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1CC054274C8440AF0EC738A9A59512" ma:contentTypeVersion="0" ma:contentTypeDescription="Create a new document." ma:contentTypeScope="" ma:versionID="262de2c8e3474921a3ef0d3bfc2c739a">
  <xsd:schema xmlns:xsd="http://www.w3.org/2001/XMLSchema" xmlns:xs="http://www.w3.org/2001/XMLSchema" xmlns:p="http://schemas.microsoft.com/office/2006/metadata/properties" xmlns:ns2="e32d4d3b-2fab-45f0-8b16-bfb319eb7362" targetNamespace="http://schemas.microsoft.com/office/2006/metadata/properties" ma:root="true" ma:fieldsID="a0b0c7cfd66100c0d164cd946375b10a" ns2:_="">
    <xsd:import namespace="e32d4d3b-2fab-45f0-8b16-bfb319eb7362"/>
    <xsd:element name="properties">
      <xsd:complexType>
        <xsd:sequence>
          <xsd:element name="documentManagement">
            <xsd:complexType>
              <xsd:all>
                <xsd:element ref="ns2:Activity"/>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2d4d3b-2fab-45f0-8b16-bfb319eb7362" elementFormDefault="qualified">
    <xsd:import namespace="http://schemas.microsoft.com/office/2006/documentManagement/types"/>
    <xsd:import namespace="http://schemas.microsoft.com/office/infopath/2007/PartnerControls"/>
    <xsd:element name="Activity" ma:index="8" ma:displayName="Activity" ma:format="Dropdown" ma:internalName="Activity">
      <xsd:simpleType>
        <xsd:union memberTypes="dms:Text">
          <xsd:simpleType>
            <xsd:restriction base="dms:Choice">
              <xsd:enumeration value="Star Notes"/>
              <xsd:enumeration value="Letter Head"/>
              <xsd:enumeration value="Cover Sheet/Fax"/>
              <xsd:enumeration value="EXSUM"/>
              <xsd:enumeration value="Staff Forms"/>
              <xsd:enumeration value="Briefing Pkg"/>
              <xsd:enumeration value="Papers"/>
              <xsd:enumeration value="Reference Guide Wkly Updates"/>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ctivity xmlns="e32d4d3b-2fab-45f0-8b16-bfb319eb7362">Briefing Pkg</Activity>
  </documentManagement>
</p:properties>
</file>

<file path=customXml/itemProps1.xml><?xml version="1.0" encoding="utf-8"?>
<ds:datastoreItem xmlns:ds="http://schemas.openxmlformats.org/officeDocument/2006/customXml" ds:itemID="{C74A0861-D18C-4AC8-BFC3-C2812231FE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2d4d3b-2fab-45f0-8b16-bfb319eb73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3DBC3F-1BD6-457B-823D-FD749E2AD09E}">
  <ds:schemaRefs>
    <ds:schemaRef ds:uri="http://schemas.microsoft.com/sharepoint/v3/contenttype/forms"/>
  </ds:schemaRefs>
</ds:datastoreItem>
</file>

<file path=customXml/itemProps3.xml><?xml version="1.0" encoding="utf-8"?>
<ds:datastoreItem xmlns:ds="http://schemas.openxmlformats.org/officeDocument/2006/customXml" ds:itemID="{D1C3164B-E357-4C61-9748-6D3606BFACD6}">
  <ds:schemaRefs>
    <ds:schemaRef ds:uri="http://purl.org/dc/terms/"/>
    <ds:schemaRef ds:uri="http://www.w3.org/XML/1998/namespace"/>
    <ds:schemaRef ds:uri="e32d4d3b-2fab-45f0-8b16-bfb319eb7362"/>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purl.org/dc/elements/1.1/"/>
  </ds:schemaRefs>
</ds:datastoreItem>
</file>

<file path=docMetadata/LabelInfo.xml><?xml version="1.0" encoding="utf-8"?>
<clbl:labelList xmlns:clbl="http://schemas.microsoft.com/office/2020/mipLabelMetadata">
  <clbl:label id="{554eecc5-e26c-4620-b240-5a8bb326c33d}" enabled="1" method="Privileged" siteId="{fae6d70f-954b-4811-92b6-0530d6f84c43}" removed="0"/>
</clbl:labelList>
</file>

<file path=docProps/app.xml><?xml version="1.0" encoding="utf-8"?>
<Properties xmlns="http://schemas.openxmlformats.org/officeDocument/2006/extended-properties" xmlns:vt="http://schemas.openxmlformats.org/officeDocument/2006/docPropsVTypes">
  <TotalTime>15099</TotalTime>
  <Words>658</Words>
  <Application>Microsoft Office PowerPoint</Application>
  <PresentationFormat>On-screen Show (4:3)</PresentationFormat>
  <Paragraphs>99</Paragraphs>
  <Slides>8</Slides>
  <Notes>1</Notes>
  <HiddenSlides>0</HiddenSlides>
  <MMClips>0</MMClips>
  <ScaleCrop>false</ScaleCrop>
  <HeadingPairs>
    <vt:vector size="6" baseType="variant">
      <vt:variant>
        <vt:lpstr>Fonts Used</vt:lpstr>
      </vt:variant>
      <vt:variant>
        <vt:i4>9</vt:i4>
      </vt:variant>
      <vt:variant>
        <vt:lpstr>Theme</vt:lpstr>
      </vt:variant>
      <vt:variant>
        <vt:i4>11</vt:i4>
      </vt:variant>
      <vt:variant>
        <vt:lpstr>Slide Titles</vt:lpstr>
      </vt:variant>
      <vt:variant>
        <vt:i4>8</vt:i4>
      </vt:variant>
    </vt:vector>
  </HeadingPairs>
  <TitlesOfParts>
    <vt:vector size="28" baseType="lpstr">
      <vt:lpstr> Arial</vt:lpstr>
      <vt:lpstr>Adobe Garamond Pro</vt:lpstr>
      <vt:lpstr>Arial</vt:lpstr>
      <vt:lpstr>Calibri</vt:lpstr>
      <vt:lpstr>Comic Sans MS</vt:lpstr>
      <vt:lpstr>G.I. 400</vt:lpstr>
      <vt:lpstr>G.I. 530</vt:lpstr>
      <vt:lpstr>Times New Roman</vt:lpstr>
      <vt:lpstr>Wingdings</vt:lpstr>
      <vt:lpstr>4_Custom Design</vt:lpstr>
      <vt:lpstr>6_Custom Design</vt:lpstr>
      <vt:lpstr>5_Custom Design</vt:lpstr>
      <vt:lpstr>7_Custom Design</vt:lpstr>
      <vt:lpstr>Default Design</vt:lpstr>
      <vt:lpstr>8_MSC Theme</vt:lpstr>
      <vt:lpstr>8_Custom Design</vt:lpstr>
      <vt:lpstr>2_AMC MSC Theme</vt:lpstr>
      <vt:lpstr>9_Custom Design</vt:lpstr>
      <vt:lpstr>10_Custom Design</vt:lpstr>
      <vt:lpstr>2_Custom Design</vt:lpstr>
      <vt:lpstr>RTP Division Fair Opportunity Updates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2012_07_20-AMC_World_Wide_Town_Hall_Presentation_ONLY_FINAL</dc:title>
  <dc:creator>Hessler, Kenneth CIV USA</dc:creator>
  <cp:lastModifiedBy>Century, Ramila CIV USARMY ACC (USA)</cp:lastModifiedBy>
  <cp:revision>931</cp:revision>
  <cp:lastPrinted>2020-01-14T23:11:02Z</cp:lastPrinted>
  <dcterms:created xsi:type="dcterms:W3CDTF">2006-08-16T00:00:00Z</dcterms:created>
  <dcterms:modified xsi:type="dcterms:W3CDTF">2026-03-17T13:39:01Z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0x010100031CC054274C8440AF0EC738A9A59512</vt:lpwstr>
  </property>
  <property fmtid="{D5CDD505-2E9C-101B-9397-08002B2CF9AE}" pid="3" name="NXPowerLiteLastOptimized">
    <vt:lpwstr>206266</vt:lpwstr>
  </property>
  <property fmtid="{D5CDD505-2E9C-101B-9397-08002B2CF9AE}" pid="4" name="NXPowerLiteSettings">
    <vt:lpwstr>E6000400038000</vt:lpwstr>
  </property>
  <property fmtid="{D5CDD505-2E9C-101B-9397-08002B2CF9AE}" pid="5" name="NXPowerLiteVersion">
    <vt:lpwstr>D4.3.1</vt:lpwstr>
  </property>
  <property fmtid="{D5CDD505-2E9C-101B-9397-08002B2CF9AE}" pid="6" name="Order">
    <vt:r8>900</vt:r8>
  </property>
  <property fmtid="{D5CDD505-2E9C-101B-9397-08002B2CF9AE}" pid="7" name="TaxCatchAll">
    <vt:lpwstr/>
  </property>
  <property fmtid="{D5CDD505-2E9C-101B-9397-08002B2CF9AE}" pid="8" name="TemplateUrl">
    <vt:lpwstr/>
  </property>
  <property fmtid="{D5CDD505-2E9C-101B-9397-08002B2CF9AE}" pid="9" name="_CopySource">
    <vt:lpwstr>https://collab.aep.army.mil/sites/CGInitiatives/1205SETH/Read Ahead Book/TAB 03B - 2012 07 20 AMC World Wide Town Hall Presentation (slides Only).pptx</vt:lpwstr>
  </property>
  <property fmtid="{D5CDD505-2E9C-101B-9397-08002B2CF9AE}" pid="10" name="d2454c551d7348168dd1433cb168329a">
    <vt:lpwstr/>
  </property>
  <property fmtid="{D5CDD505-2E9C-101B-9397-08002B2CF9AE}" pid="11" name="xd_ProgID">
    <vt:lpwstr/>
  </property>
  <property fmtid="{D5CDD505-2E9C-101B-9397-08002B2CF9AE}" pid="12" name="xd_Signature">
    <vt:bool>false</vt:bool>
  </property>
</Properties>
</file>