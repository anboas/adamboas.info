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7"/>
  </p:notesMasterIdLst>
  <p:handoutMasterIdLst>
    <p:handoutMasterId r:id="rId8"/>
  </p:handoutMasterIdLst>
  <p:sldIdLst>
    <p:sldId id="274" r:id="rId5"/>
    <p:sldId id="271" r:id="rId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94FF9-5A20-405A-9D26-178475F9B682}" v="3" dt="2026-02-20T16:48:1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0" autoAdjust="0"/>
    <p:restoredTop sz="94645" autoAdjust="0"/>
  </p:normalViewPr>
  <p:slideViewPr>
    <p:cSldViewPr showGuides="1">
      <p:cViewPr varScale="1">
        <p:scale>
          <a:sx n="103" d="100"/>
          <a:sy n="103" d="100"/>
        </p:scale>
        <p:origin x="1650" y="102"/>
      </p:cViewPr>
      <p:guideLst>
        <p:guide orient="horz" pos="2162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2310" y="-12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2/27/2026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89535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2625" y="1456511"/>
            <a:ext cx="77724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057400"/>
            <a:ext cx="64008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1979615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280" y="5226161"/>
            <a:ext cx="1241441" cy="74922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75646" y="4049486"/>
            <a:ext cx="6393425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2740025" y="4790048"/>
            <a:ext cx="36575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349861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514600"/>
            <a:ext cx="77724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381000" y="3198815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4" y="130207"/>
            <a:ext cx="1085438" cy="6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8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514600"/>
            <a:ext cx="77724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381000" y="3198815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352798"/>
            <a:ext cx="7772400" cy="465138"/>
          </a:xfrm>
        </p:spPr>
        <p:txBody>
          <a:bodyPr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4" y="130207"/>
            <a:ext cx="1085438" cy="6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1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419100" y="1143000"/>
            <a:ext cx="83058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622425" y="151418"/>
            <a:ext cx="7140575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0101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7190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381000" y="840101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4" y="130207"/>
            <a:ext cx="1085438" cy="655071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622425" y="151418"/>
            <a:ext cx="7140575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4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729431" y="3525877"/>
            <a:ext cx="171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www.darpa.mil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182" y="2531269"/>
            <a:ext cx="1770360" cy="106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8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2192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0" y="6550026"/>
            <a:ext cx="6477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2430" y="6553200"/>
            <a:ext cx="762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1622424" y="152400"/>
            <a:ext cx="7140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4E2C-28A1-4ACF-BE1C-DC6E3E3FF6B4}" type="datetimeFigureOut">
              <a:rPr lang="en-US" smtClean="0"/>
              <a:t>2/27/2026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2" r:id="rId3"/>
    <p:sldLayoutId id="2147483721" r:id="rId4"/>
    <p:sldLayoutId id="2147483723" r:id="rId5"/>
    <p:sldLayoutId id="2147483731" r:id="rId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z="1000" smtClean="0"/>
              <a:pPr>
                <a:defRPr/>
              </a:pPr>
              <a:t>1</a:t>
            </a:fld>
            <a:endParaRPr lang="en-US" sz="10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19100" y="1143000"/>
            <a:ext cx="8445330" cy="5334000"/>
          </a:xfrm>
        </p:spPr>
        <p:txBody>
          <a:bodyPr/>
          <a:lstStyle/>
          <a:p>
            <a:r>
              <a:rPr lang="en-US" dirty="0"/>
              <a:t>DARPA strongly encourages establishing teams to ensure that all technical areas are addressed and relevant expertise and capabilities are included to meet the program goals. </a:t>
            </a:r>
          </a:p>
          <a:p>
            <a:r>
              <a:rPr lang="en-US" dirty="0"/>
              <a:t>Follow the general guidance (next slide) to include the information requested.</a:t>
            </a:r>
          </a:p>
          <a:p>
            <a:r>
              <a:rPr lang="en-US" dirty="0"/>
              <a:t>Provide a concise and informative summary of your proposal overview, research capabilities, and teaming needs. </a:t>
            </a:r>
          </a:p>
          <a:p>
            <a:r>
              <a:rPr lang="en-US" dirty="0"/>
              <a:t>Include only Unclassified information. Do not include proprietary information.</a:t>
            </a:r>
          </a:p>
          <a:p>
            <a:r>
              <a:rPr lang="en-US" u="sng" dirty="0">
                <a:solidFill>
                  <a:srgbClr val="FF0000"/>
                </a:solidFill>
              </a:rPr>
              <a:t>Limit content to a single slide. Do not include videos or animations. </a:t>
            </a:r>
          </a:p>
          <a:p>
            <a:r>
              <a:rPr lang="en-US" dirty="0"/>
              <a:t>Submit the slide in both PowerPoint and PDF format. Files must be in landscape orientation. </a:t>
            </a:r>
          </a:p>
          <a:p>
            <a:r>
              <a:rPr lang="en-US" dirty="0"/>
              <a:t>Presentations will be restricted to 5 minutes each. </a:t>
            </a:r>
          </a:p>
          <a:p>
            <a:r>
              <a:rPr lang="en-US" dirty="0"/>
              <a:t>Presenters must attend in-person.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itle 7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001713" y="151418"/>
            <a:ext cx="7140575" cy="61264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Guidance for Industry Day Lightning Profile Slide</a:t>
            </a:r>
          </a:p>
        </p:txBody>
      </p:sp>
    </p:spTree>
    <p:extLst>
      <p:ext uri="{BB962C8B-B14F-4D97-AF65-F5344CB8AC3E}">
        <p14:creationId xmlns:p14="http://schemas.microsoft.com/office/powerpoint/2010/main" val="11979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03225" y="151418"/>
            <a:ext cx="7140575" cy="612648"/>
          </a:xfrm>
        </p:spPr>
        <p:txBody>
          <a:bodyPr>
            <a:normAutofit/>
          </a:bodyPr>
          <a:lstStyle/>
          <a:p>
            <a:r>
              <a:rPr lang="en-US" dirty="0"/>
              <a:t>Name of the PI, Institution, Team</a:t>
            </a: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4572000" y="3581400"/>
            <a:ext cx="0" cy="2830165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381000" y="3581400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557560" y="3620756"/>
            <a:ext cx="3690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Teaming Overview and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794" y="879044"/>
            <a:ext cx="4570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Project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999" y="3962400"/>
            <a:ext cx="4091849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Existing team members and partners (PIs, postdocs, etc. Please highlight expertise relevant to program goals.)</a:t>
            </a:r>
          </a:p>
          <a:p>
            <a:pPr lvl="0"/>
            <a:endParaRPr lang="en-US" sz="1200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Relevant experience (major accomplishments, publications, etc.)</a:t>
            </a:r>
          </a:p>
          <a:p>
            <a:pPr lvl="0"/>
            <a:endParaRPr lang="en-US" sz="1200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Institutional assets and core facilities (specialized facilities, permits in hand, history with the technology of interest, etc.)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0413" y="1413808"/>
            <a:ext cx="41925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Describe clearly (no jargon) what the team is trying to achieve.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Succinctly describe and/or illustrate your proposed approaches to the program focus areas, where you can contribute, what your capabilities are, and the technical challenges that must be overcome.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Include program phase structure, as necessary. </a:t>
            </a:r>
            <a:endParaRPr lang="en-US" sz="1200" u="sng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What unique metrics and milestones will the team aim to achieve? 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How will the team pursue transition of this technology?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88" y="3570750"/>
            <a:ext cx="4570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/>
          </a:p>
        </p:txBody>
      </p:sp>
      <p:sp>
        <p:nvSpPr>
          <p:cNvPr id="1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333500" y="6550026"/>
            <a:ext cx="6477000" cy="298450"/>
          </a:xfrm>
        </p:spPr>
        <p:txBody>
          <a:bodyPr/>
          <a:lstStyle/>
          <a:p>
            <a:pPr>
              <a:defRPr/>
            </a:pPr>
            <a:r>
              <a:rPr lang="en-US" sz="1000" dirty="0">
                <a:solidFill>
                  <a:schemeClr val="tx1"/>
                </a:solidFill>
              </a:rPr>
              <a:t>Contact Information – Email Address – Phone Number</a:t>
            </a: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8102430" y="6553200"/>
            <a:ext cx="762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z="1000" smtClean="0"/>
              <a:pPr>
                <a:defRPr/>
              </a:pPr>
              <a:t>2</a:t>
            </a:fld>
            <a:endParaRPr lang="en-US" sz="1000" dirty="0"/>
          </a:p>
        </p:txBody>
      </p:sp>
      <p:sp>
        <p:nvSpPr>
          <p:cNvPr id="2" name="Rectangle 1"/>
          <p:cNvSpPr/>
          <p:nvPr/>
        </p:nvSpPr>
        <p:spPr>
          <a:xfrm>
            <a:off x="557560" y="1733319"/>
            <a:ext cx="29718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INSERT TEAM ILLUSTRATION HERE</a:t>
            </a:r>
          </a:p>
          <a:p>
            <a:pPr algn="ctr"/>
            <a:r>
              <a:rPr lang="en-US" dirty="0"/>
              <a:t>(if applicable)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1558" y="3620756"/>
            <a:ext cx="3690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Teaming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0413" y="3854946"/>
            <a:ext cx="41925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For which technical challenges are you seeking </a:t>
            </a:r>
            <a:r>
              <a:rPr lang="en-US" sz="1200"/>
              <a:t>collaborators?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282029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005CDE4963EC4BB41AF94F096363E3" ma:contentTypeVersion="11" ma:contentTypeDescription="Create a new document." ma:contentTypeScope="" ma:versionID="b2298fb964aa8121597432438d6b794f">
  <xsd:schema xmlns:xsd="http://www.w3.org/2001/XMLSchema" xmlns:xs="http://www.w3.org/2001/XMLSchema" xmlns:p="http://schemas.microsoft.com/office/2006/metadata/properties" xmlns:ns2="c04b744b-c12a-4b57-85ea-041685fafbae" xmlns:ns3="cb79e462-3a2d-4d5a-8e05-58ac45c301b0" targetNamespace="http://schemas.microsoft.com/office/2006/metadata/properties" ma:root="true" ma:fieldsID="8e81dd52aee2afbf9ae4919197f67e3c" ns2:_="" ns3:_="">
    <xsd:import namespace="c04b744b-c12a-4b57-85ea-041685fafbae"/>
    <xsd:import namespace="cb79e462-3a2d-4d5a-8e05-58ac45c301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BillingMetadata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b744b-c12a-4b57-85ea-041685fafb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9aa863f-a18b-4de0-9c78-b693d194da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79e462-3a2d-4d5a-8e05-58ac45c301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549f237-0689-4d0f-980e-6c96a3df9bd2}" ma:internalName="TaxCatchAll" ma:showField="CatchAllData" ma:web="cb79e462-3a2d-4d5a-8e05-58ac45c301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79e462-3a2d-4d5a-8e05-58ac45c301b0" xsi:nil="true"/>
    <lcf76f155ced4ddcb4097134ff3c332f xmlns="c04b744b-c12a-4b57-85ea-041685fafb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4F92B10-2703-499A-AC41-C0E2DB641D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1790F-2AFF-4FDC-ACA1-301D202924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b744b-c12a-4b57-85ea-041685fafbae"/>
    <ds:schemaRef ds:uri="cb79e462-3a2d-4d5a-8e05-58ac45c301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AEE8DE-9F51-4E3C-A0E2-A89F7D377E14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dc71cdf1-c031-4ca1-9603-958f4ad0f705"/>
    <ds:schemaRef ds:uri="http://purl.org/dc/dcmitype/"/>
    <ds:schemaRef ds:uri="http://schemas.microsoft.com/office/infopath/2007/PartnerControls"/>
    <ds:schemaRef ds:uri="cb79e462-3a2d-4d5a-8e05-58ac45c301b0"/>
    <ds:schemaRef ds:uri="http://www.w3.org/XML/1998/namespace"/>
    <ds:schemaRef ds:uri="c04b744b-c12a-4b57-85ea-041685fafbae"/>
  </ds:schemaRefs>
</ds:datastoreItem>
</file>

<file path=docMetadata/LabelInfo.xml><?xml version="1.0" encoding="utf-8"?>
<clbl:labelList xmlns:clbl="http://schemas.microsoft.com/office/2020/mipLabelMetadata">
  <clbl:label id="{f84814b5-f44e-4690-9314-553e36b5f585}" enabled="0" method="" siteId="{f84814b5-f44e-4690-9314-553e36b5f58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836</TotalTime>
  <Words>294</Words>
  <Application>Microsoft Office PowerPoint</Application>
  <PresentationFormat>On-screen Show (4:3)</PresentationFormat>
  <Paragraphs>29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blank</vt:lpstr>
      <vt:lpstr>Guidance for Industry Day Lightning Profile Slide</vt:lpstr>
      <vt:lpstr>Name of the PI, Institution, Team</vt:lpstr>
    </vt:vector>
  </TitlesOfParts>
  <Company>Wyle Information Systems - 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Chang, Tsu-Hsi (contr-mto)</dc:creator>
  <cp:lastModifiedBy>Bryan, Aimee (contr-bto)</cp:lastModifiedBy>
  <cp:revision>98</cp:revision>
  <cp:lastPrinted>2016-09-19T14:29:23Z</cp:lastPrinted>
  <dcterms:created xsi:type="dcterms:W3CDTF">2013-01-17T20:00:46Z</dcterms:created>
  <dcterms:modified xsi:type="dcterms:W3CDTF">2026-02-27T13:58:25Z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0x0101009C005CDE4963EC4BB41AF94F096363E3</vt:lpwstr>
  </property>
  <property fmtid="{D5CDD505-2E9C-101B-9397-08002B2CF9AE}" pid="3" name="MediaServiceImageTags">
    <vt:lpwstr/>
  </property>
</Properties>
</file>