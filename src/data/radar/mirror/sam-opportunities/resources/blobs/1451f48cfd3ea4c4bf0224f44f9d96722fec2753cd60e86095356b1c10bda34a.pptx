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3.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4.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50" r:id="rId4"/>
    <p:sldMasterId id="2147483952" r:id="rId5"/>
    <p:sldMasterId id="2147484076" r:id="rId6"/>
    <p:sldMasterId id="2147484092" r:id="rId7"/>
    <p:sldMasterId id="2147484188" r:id="rId8"/>
  </p:sldMasterIdLst>
  <p:notesMasterIdLst>
    <p:notesMasterId r:id="rId26"/>
  </p:notesMasterIdLst>
  <p:handoutMasterIdLst>
    <p:handoutMasterId r:id="rId27"/>
  </p:handoutMasterIdLst>
  <p:sldIdLst>
    <p:sldId id="975" r:id="rId9"/>
    <p:sldId id="1020" r:id="rId10"/>
    <p:sldId id="1024" r:id="rId11"/>
    <p:sldId id="1029" r:id="rId12"/>
    <p:sldId id="1028" r:id="rId13"/>
    <p:sldId id="1022" r:id="rId14"/>
    <p:sldId id="1039" r:id="rId15"/>
    <p:sldId id="1040" r:id="rId16"/>
    <p:sldId id="1037" r:id="rId17"/>
    <p:sldId id="1035" r:id="rId18"/>
    <p:sldId id="1025" r:id="rId19"/>
    <p:sldId id="1038" r:id="rId20"/>
    <p:sldId id="1032" r:id="rId21"/>
    <p:sldId id="1034" r:id="rId22"/>
    <p:sldId id="1041" r:id="rId23"/>
    <p:sldId id="1026" r:id="rId24"/>
    <p:sldId id="1027" r:id="rId25"/>
  </p:sldIdLst>
  <p:sldSz cx="9144000" cy="6858000" type="screen4x3"/>
  <p:notesSz cx="7023100" cy="9309100"/>
  <p:defaultTextStyle>
    <a:defPPr>
      <a:defRPr lang="en-US"/>
    </a:defPPr>
    <a:lvl1pPr algn="l" rtl="0" fontAlgn="base">
      <a:spcBef>
        <a:spcPct val="0"/>
      </a:spcBef>
      <a:spcAft>
        <a:spcPct val="0"/>
      </a:spcAft>
      <a:defRPr sz="1400" kern="1200">
        <a:solidFill>
          <a:schemeClr val="tx1"/>
        </a:solidFill>
        <a:latin typeface="Arial" charset="0"/>
        <a:ea typeface="+mn-ea"/>
        <a:cs typeface="Arial" charset="0"/>
      </a:defRPr>
    </a:lvl1pPr>
    <a:lvl2pPr marL="455613" indent="1588" algn="l" rtl="0" fontAlgn="base">
      <a:spcBef>
        <a:spcPct val="0"/>
      </a:spcBef>
      <a:spcAft>
        <a:spcPct val="0"/>
      </a:spcAft>
      <a:defRPr sz="1400" kern="1200">
        <a:solidFill>
          <a:schemeClr val="tx1"/>
        </a:solidFill>
        <a:latin typeface="Arial" charset="0"/>
        <a:ea typeface="+mn-ea"/>
        <a:cs typeface="Arial" charset="0"/>
      </a:defRPr>
    </a:lvl2pPr>
    <a:lvl3pPr marL="912813" indent="1588" algn="l" rtl="0" fontAlgn="base">
      <a:spcBef>
        <a:spcPct val="0"/>
      </a:spcBef>
      <a:spcAft>
        <a:spcPct val="0"/>
      </a:spcAft>
      <a:defRPr sz="1400" kern="1200">
        <a:solidFill>
          <a:schemeClr val="tx1"/>
        </a:solidFill>
        <a:latin typeface="Arial" charset="0"/>
        <a:ea typeface="+mn-ea"/>
        <a:cs typeface="Arial" charset="0"/>
      </a:defRPr>
    </a:lvl3pPr>
    <a:lvl4pPr marL="1370013" indent="1588" algn="l" rtl="0" fontAlgn="base">
      <a:spcBef>
        <a:spcPct val="0"/>
      </a:spcBef>
      <a:spcAft>
        <a:spcPct val="0"/>
      </a:spcAft>
      <a:defRPr sz="1400" kern="1200">
        <a:solidFill>
          <a:schemeClr val="tx1"/>
        </a:solidFill>
        <a:latin typeface="Arial" charset="0"/>
        <a:ea typeface="+mn-ea"/>
        <a:cs typeface="Arial" charset="0"/>
      </a:defRPr>
    </a:lvl4pPr>
    <a:lvl5pPr marL="1825625" indent="3175" algn="l" rtl="0" fontAlgn="base">
      <a:spcBef>
        <a:spcPct val="0"/>
      </a:spcBef>
      <a:spcAft>
        <a:spcPct val="0"/>
      </a:spcAft>
      <a:defRPr sz="1400" kern="1200">
        <a:solidFill>
          <a:schemeClr val="tx1"/>
        </a:solidFill>
        <a:latin typeface="Arial" charset="0"/>
        <a:ea typeface="+mn-ea"/>
        <a:cs typeface="Arial" charset="0"/>
      </a:defRPr>
    </a:lvl5pPr>
    <a:lvl6pPr marL="2286000" algn="l" defTabSz="914400" rtl="0" eaLnBrk="1" latinLnBrk="0" hangingPunct="1">
      <a:defRPr sz="1400" kern="1200">
        <a:solidFill>
          <a:schemeClr val="tx1"/>
        </a:solidFill>
        <a:latin typeface="Arial" charset="0"/>
        <a:ea typeface="+mn-ea"/>
        <a:cs typeface="Arial" charset="0"/>
      </a:defRPr>
    </a:lvl6pPr>
    <a:lvl7pPr marL="2743200" algn="l" defTabSz="914400" rtl="0" eaLnBrk="1" latinLnBrk="0" hangingPunct="1">
      <a:defRPr sz="1400" kern="1200">
        <a:solidFill>
          <a:schemeClr val="tx1"/>
        </a:solidFill>
        <a:latin typeface="Arial" charset="0"/>
        <a:ea typeface="+mn-ea"/>
        <a:cs typeface="Arial" charset="0"/>
      </a:defRPr>
    </a:lvl7pPr>
    <a:lvl8pPr marL="3200400" algn="l" defTabSz="914400" rtl="0" eaLnBrk="1" latinLnBrk="0" hangingPunct="1">
      <a:defRPr sz="1400" kern="1200">
        <a:solidFill>
          <a:schemeClr val="tx1"/>
        </a:solidFill>
        <a:latin typeface="Arial" charset="0"/>
        <a:ea typeface="+mn-ea"/>
        <a:cs typeface="Arial" charset="0"/>
      </a:defRPr>
    </a:lvl8pPr>
    <a:lvl9pPr marL="3657600" algn="l" defTabSz="914400" rtl="0" eaLnBrk="1" latinLnBrk="0" hangingPunct="1">
      <a:defRPr sz="1400"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888" userDrawn="1">
          <p15:clr>
            <a:srgbClr val="A4A3A4"/>
          </p15:clr>
        </p15:guide>
        <p15:guide id="2" pos="175">
          <p15:clr>
            <a:srgbClr val="A4A3A4"/>
          </p15:clr>
        </p15:guide>
      </p15:sldGuideLst>
    </p:ext>
    <p:ext uri="{2D200454-40CA-4A62-9FC3-DE9A4176ACB9}">
      <p15:notesGuideLst xmlns:p15="http://schemas.microsoft.com/office/powerpoint/2012/main">
        <p15:guide id="1" orient="horz" pos="2932" userDrawn="1">
          <p15:clr>
            <a:srgbClr val="A4A3A4"/>
          </p15:clr>
        </p15:guide>
        <p15:guide id="2" pos="2212"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Rodney.Brittenham" initials="R" lastIdx="1" clrIdx="0"/>
  <p:cmAuthor id="7" name="SMITH, PAULA P NH-04 USAF AFDW AFDW/PK" initials="SPPNUAA" lastIdx="6" clrIdx="7">
    <p:extLst>
      <p:ext uri="{19B8F6BF-5375-455C-9EA6-DF929625EA0E}">
        <p15:presenceInfo xmlns:p15="http://schemas.microsoft.com/office/powerpoint/2012/main" userId="S-1-5-21-1271409858-1095883707-2794662393-6356021" providerId="AD"/>
      </p:ext>
    </p:extLst>
  </p:cmAuthor>
  <p:cmAuthor id="1" name="Janet.Tweed" initials="J" lastIdx="11" clrIdx="1"/>
  <p:cmAuthor id="8" name="LAWSON, LIONEL R NH-04 USAF AFDW AFDW/PKP" initials="LLRNUAA [2]" lastIdx="8" clrIdx="8">
    <p:extLst>
      <p:ext uri="{19B8F6BF-5375-455C-9EA6-DF929625EA0E}">
        <p15:presenceInfo xmlns:p15="http://schemas.microsoft.com/office/powerpoint/2012/main" userId="S-1-5-21-1271409858-1095883707-2794662393-118530" providerId="AD"/>
      </p:ext>
    </p:extLst>
  </p:cmAuthor>
  <p:cmAuthor id="2" name="Samuel.Champlin" initials="S" lastIdx="2" clrIdx="2"/>
  <p:cmAuthor id="3" name="BUTLER, SHATAYA N CIV USAF HAF AFDW/PK" initials="BSNCUHA" lastIdx="2" clrIdx="3">
    <p:extLst>
      <p:ext uri="{19B8F6BF-5375-455C-9EA6-DF929625EA0E}">
        <p15:presenceInfo xmlns:p15="http://schemas.microsoft.com/office/powerpoint/2012/main" userId="S-1-5-21-1271409858-1095883707-2794662393-91911533" providerId="AD"/>
      </p:ext>
    </p:extLst>
  </p:cmAuthor>
  <p:cmAuthor id="4" name="SANTOS, MARGARET NH-04 USAF AFDW AFDW/PKH" initials="SMNUAA" lastIdx="182" clrIdx="4">
    <p:extLst>
      <p:ext uri="{19B8F6BF-5375-455C-9EA6-DF929625EA0E}">
        <p15:presenceInfo xmlns:p15="http://schemas.microsoft.com/office/powerpoint/2012/main" userId="S-1-5-21-1271409858-1095883707-2794662393-1239969" providerId="AD"/>
      </p:ext>
    </p:extLst>
  </p:cmAuthor>
  <p:cmAuthor id="5" name="LAWSON, LIONEL R NH-04 USAF AFDW AFDW/PKP" initials="LLRNUAA" lastIdx="9" clrIdx="5">
    <p:extLst>
      <p:ext uri="{19B8F6BF-5375-455C-9EA6-DF929625EA0E}">
        <p15:presenceInfo xmlns:p15="http://schemas.microsoft.com/office/powerpoint/2012/main" userId="LAWSON, LIONEL R NH-04 USAF AFDW AFDW/PKP" providerId="None"/>
      </p:ext>
    </p:extLst>
  </p:cmAuthor>
  <p:cmAuthor id="6" name="SOUTHERS, SUSAN L DO-03 USAF AFDW AFDW/PKP" initials="SSLDUAA" lastIdx="15" clrIdx="6">
    <p:extLst>
      <p:ext uri="{19B8F6BF-5375-455C-9EA6-DF929625EA0E}">
        <p15:presenceInfo xmlns:p15="http://schemas.microsoft.com/office/powerpoint/2012/main" userId="S-1-5-21-1271409858-1095883707-2794662393-1641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CCECFF"/>
    <a:srgbClr val="FFCC99"/>
    <a:srgbClr val="FFD44B"/>
    <a:srgbClr val="99CCFF"/>
    <a:srgbClr val="6600CC"/>
    <a:srgbClr val="DDDDDD"/>
    <a:srgbClr val="003399"/>
    <a:srgbClr val="000099"/>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01" autoAdjust="0"/>
    <p:restoredTop sz="96182" autoAdjust="0"/>
  </p:normalViewPr>
  <p:slideViewPr>
    <p:cSldViewPr snapToGrid="0">
      <p:cViewPr varScale="1">
        <p:scale>
          <a:sx n="78" d="100"/>
          <a:sy n="78" d="100"/>
        </p:scale>
        <p:origin x="1056" y="90"/>
      </p:cViewPr>
      <p:guideLst>
        <p:guide orient="horz" pos="888"/>
        <p:guide pos="175"/>
      </p:guideLst>
    </p:cSldViewPr>
  </p:slideViewPr>
  <p:outlineViewPr>
    <p:cViewPr>
      <p:scale>
        <a:sx n="33" d="100"/>
        <a:sy n="33" d="100"/>
      </p:scale>
      <p:origin x="0" y="-509"/>
    </p:cViewPr>
  </p:outlineViewPr>
  <p:notesTextViewPr>
    <p:cViewPr>
      <p:scale>
        <a:sx n="125" d="100"/>
        <a:sy n="125" d="100"/>
      </p:scale>
      <p:origin x="0" y="0"/>
    </p:cViewPr>
  </p:notesTextViewPr>
  <p:sorterViewPr>
    <p:cViewPr varScale="1">
      <p:scale>
        <a:sx n="1" d="1"/>
        <a:sy n="1" d="1"/>
      </p:scale>
      <p:origin x="0" y="0"/>
    </p:cViewPr>
  </p:sorterViewPr>
  <p:notesViewPr>
    <p:cSldViewPr snapToGrid="0">
      <p:cViewPr>
        <p:scale>
          <a:sx n="100" d="100"/>
          <a:sy n="100" d="100"/>
        </p:scale>
        <p:origin x="1195" y="-2842"/>
      </p:cViewPr>
      <p:guideLst>
        <p:guide orient="horz" pos="2932"/>
        <p:guide pos="2212"/>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3.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commentAuthors" Target="commentAuthor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handoutMaster" Target="handoutMasters/handout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2946" name="Rectangle 2"/>
          <p:cNvSpPr>
            <a:spLocks noGrp="1" noChangeArrowheads="1"/>
          </p:cNvSpPr>
          <p:nvPr>
            <p:ph type="hdr" sz="quarter"/>
          </p:nvPr>
        </p:nvSpPr>
        <p:spPr bwMode="auto">
          <a:xfrm>
            <a:off x="1" y="0"/>
            <a:ext cx="3043979" cy="461004"/>
          </a:xfrm>
          <a:prstGeom prst="rect">
            <a:avLst/>
          </a:prstGeom>
          <a:noFill/>
          <a:ln w="12700">
            <a:noFill/>
            <a:miter lim="800000"/>
            <a:headEnd/>
            <a:tailEnd/>
          </a:ln>
          <a:effectLst/>
        </p:spPr>
        <p:txBody>
          <a:bodyPr vert="horz" wrap="square" lIns="92739" tIns="46364" rIns="92739" bIns="46364" numCol="1" anchor="t" anchorCtr="0" compatLnSpc="1">
            <a:prstTxWarp prst="textNoShape">
              <a:avLst/>
            </a:prstTxWarp>
          </a:bodyPr>
          <a:lstStyle>
            <a:lvl1pPr algn="l" eaLnBrk="0" hangingPunct="0">
              <a:defRPr sz="1200">
                <a:cs typeface="+mn-cs"/>
              </a:defRPr>
            </a:lvl1pPr>
          </a:lstStyle>
          <a:p>
            <a:pPr>
              <a:defRPr/>
            </a:pPr>
            <a:endParaRPr lang="en-US" dirty="0"/>
          </a:p>
        </p:txBody>
      </p:sp>
      <p:sp>
        <p:nvSpPr>
          <p:cNvPr id="82947" name="Rectangle 3"/>
          <p:cNvSpPr>
            <a:spLocks noGrp="1" noChangeArrowheads="1"/>
          </p:cNvSpPr>
          <p:nvPr>
            <p:ph type="dt" sz="quarter" idx="1"/>
          </p:nvPr>
        </p:nvSpPr>
        <p:spPr bwMode="auto">
          <a:xfrm>
            <a:off x="3979121" y="0"/>
            <a:ext cx="3043979" cy="461004"/>
          </a:xfrm>
          <a:prstGeom prst="rect">
            <a:avLst/>
          </a:prstGeom>
          <a:noFill/>
          <a:ln w="12700">
            <a:noFill/>
            <a:miter lim="800000"/>
            <a:headEnd/>
            <a:tailEnd/>
          </a:ln>
          <a:effectLst/>
        </p:spPr>
        <p:txBody>
          <a:bodyPr vert="horz" wrap="square" lIns="92739" tIns="46364" rIns="92739" bIns="46364" numCol="1" anchor="t" anchorCtr="0" compatLnSpc="1">
            <a:prstTxWarp prst="textNoShape">
              <a:avLst/>
            </a:prstTxWarp>
          </a:bodyPr>
          <a:lstStyle>
            <a:lvl1pPr algn="r" eaLnBrk="0" hangingPunct="0">
              <a:defRPr sz="1200">
                <a:cs typeface="+mn-cs"/>
              </a:defRPr>
            </a:lvl1pPr>
          </a:lstStyle>
          <a:p>
            <a:pPr>
              <a:defRPr/>
            </a:pPr>
            <a:endParaRPr lang="en-US" dirty="0"/>
          </a:p>
        </p:txBody>
      </p:sp>
      <p:sp>
        <p:nvSpPr>
          <p:cNvPr id="82948" name="Rectangle 4"/>
          <p:cNvSpPr>
            <a:spLocks noGrp="1" noChangeArrowheads="1"/>
          </p:cNvSpPr>
          <p:nvPr>
            <p:ph type="ftr" sz="quarter" idx="2"/>
          </p:nvPr>
        </p:nvSpPr>
        <p:spPr bwMode="auto">
          <a:xfrm>
            <a:off x="1" y="8835379"/>
            <a:ext cx="3043979" cy="461004"/>
          </a:xfrm>
          <a:prstGeom prst="rect">
            <a:avLst/>
          </a:prstGeom>
          <a:noFill/>
          <a:ln w="12700">
            <a:noFill/>
            <a:miter lim="800000"/>
            <a:headEnd/>
            <a:tailEnd/>
          </a:ln>
          <a:effectLst/>
        </p:spPr>
        <p:txBody>
          <a:bodyPr vert="horz" wrap="square" lIns="92739" tIns="46364" rIns="92739" bIns="46364" numCol="1" anchor="b" anchorCtr="0" compatLnSpc="1">
            <a:prstTxWarp prst="textNoShape">
              <a:avLst/>
            </a:prstTxWarp>
          </a:bodyPr>
          <a:lstStyle>
            <a:lvl1pPr algn="l" eaLnBrk="0" hangingPunct="0">
              <a:defRPr sz="1200">
                <a:cs typeface="+mn-cs"/>
              </a:defRPr>
            </a:lvl1pPr>
          </a:lstStyle>
          <a:p>
            <a:pPr>
              <a:defRPr/>
            </a:pPr>
            <a:endParaRPr lang="en-US" dirty="0"/>
          </a:p>
        </p:txBody>
      </p:sp>
      <p:sp>
        <p:nvSpPr>
          <p:cNvPr id="82949" name="Rectangle 5"/>
          <p:cNvSpPr>
            <a:spLocks noGrp="1" noChangeArrowheads="1"/>
          </p:cNvSpPr>
          <p:nvPr>
            <p:ph type="sldNum" sz="quarter" idx="3"/>
          </p:nvPr>
        </p:nvSpPr>
        <p:spPr bwMode="auto">
          <a:xfrm>
            <a:off x="3979121" y="8835379"/>
            <a:ext cx="3043979" cy="461004"/>
          </a:xfrm>
          <a:prstGeom prst="rect">
            <a:avLst/>
          </a:prstGeom>
          <a:noFill/>
          <a:ln w="12700">
            <a:noFill/>
            <a:miter lim="800000"/>
            <a:headEnd/>
            <a:tailEnd/>
          </a:ln>
          <a:effectLst/>
        </p:spPr>
        <p:txBody>
          <a:bodyPr vert="horz" wrap="square" lIns="92739" tIns="46364" rIns="92739" bIns="46364" numCol="1" anchor="b" anchorCtr="0" compatLnSpc="1">
            <a:prstTxWarp prst="textNoShape">
              <a:avLst/>
            </a:prstTxWarp>
          </a:bodyPr>
          <a:lstStyle>
            <a:lvl1pPr algn="r" eaLnBrk="0" hangingPunct="0">
              <a:defRPr sz="1200">
                <a:cs typeface="+mn-cs"/>
              </a:defRPr>
            </a:lvl1pPr>
          </a:lstStyle>
          <a:p>
            <a:pPr>
              <a:defRPr/>
            </a:pPr>
            <a:fld id="{BC3F1D4C-39D0-4164-B654-5D75547FA26D}" type="slidenum">
              <a:rPr lang="en-US"/>
              <a:pPr>
                <a:defRPr/>
              </a:pPr>
              <a:t>‹#›</a:t>
            </a:fld>
            <a:endParaRPr lang="en-US" dirty="0"/>
          </a:p>
        </p:txBody>
      </p:sp>
    </p:spTree>
    <p:extLst>
      <p:ext uri="{BB962C8B-B14F-4D97-AF65-F5344CB8AC3E}">
        <p14:creationId xmlns:p14="http://schemas.microsoft.com/office/powerpoint/2010/main" val="1484969210"/>
      </p:ext>
    </p:extLst>
  </p:cSld>
  <p:clrMap bg1="lt1" tx1="dk1" bg2="lt2" tx2="dk2" accent1="accent1" accent2="accent2" accent3="accent3" accent4="accent4" accent5="accent5" accent6="accent6" hlink="hlink" folHlink="folHlink"/>
  <p:hf sldNum="0"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Rectangle 2"/>
          <p:cNvSpPr>
            <a:spLocks noGrp="1" noChangeArrowheads="1"/>
          </p:cNvSpPr>
          <p:nvPr>
            <p:ph type="hdr" sz="quarter"/>
          </p:nvPr>
        </p:nvSpPr>
        <p:spPr bwMode="auto">
          <a:xfrm>
            <a:off x="1" y="0"/>
            <a:ext cx="3043979" cy="465773"/>
          </a:xfrm>
          <a:prstGeom prst="rect">
            <a:avLst/>
          </a:prstGeom>
          <a:noFill/>
          <a:ln w="9525">
            <a:noFill/>
            <a:miter lim="800000"/>
            <a:headEnd/>
            <a:tailEnd/>
          </a:ln>
          <a:effectLst/>
        </p:spPr>
        <p:txBody>
          <a:bodyPr vert="horz" wrap="square" lIns="92739" tIns="46364" rIns="92739" bIns="46364" numCol="1" anchor="t" anchorCtr="0" compatLnSpc="1">
            <a:prstTxWarp prst="textNoShape">
              <a:avLst/>
            </a:prstTxWarp>
          </a:bodyPr>
          <a:lstStyle>
            <a:lvl1pPr algn="l" eaLnBrk="0" hangingPunct="0">
              <a:defRPr sz="1200">
                <a:cs typeface="+mn-cs"/>
              </a:defRPr>
            </a:lvl1pPr>
          </a:lstStyle>
          <a:p>
            <a:pPr>
              <a:defRPr/>
            </a:pPr>
            <a:endParaRPr lang="en-US" dirty="0"/>
          </a:p>
        </p:txBody>
      </p:sp>
      <p:sp>
        <p:nvSpPr>
          <p:cNvPr id="39939" name="Rectangle 3"/>
          <p:cNvSpPr>
            <a:spLocks noGrp="1" noChangeArrowheads="1"/>
          </p:cNvSpPr>
          <p:nvPr>
            <p:ph type="dt" idx="1"/>
          </p:nvPr>
        </p:nvSpPr>
        <p:spPr bwMode="auto">
          <a:xfrm>
            <a:off x="3979121" y="0"/>
            <a:ext cx="3043979" cy="465773"/>
          </a:xfrm>
          <a:prstGeom prst="rect">
            <a:avLst/>
          </a:prstGeom>
          <a:noFill/>
          <a:ln w="9525">
            <a:noFill/>
            <a:miter lim="800000"/>
            <a:headEnd/>
            <a:tailEnd/>
          </a:ln>
          <a:effectLst/>
        </p:spPr>
        <p:txBody>
          <a:bodyPr vert="horz" wrap="square" lIns="92739" tIns="46364" rIns="92739" bIns="46364" numCol="1" anchor="t" anchorCtr="0" compatLnSpc="1">
            <a:prstTxWarp prst="textNoShape">
              <a:avLst/>
            </a:prstTxWarp>
          </a:bodyPr>
          <a:lstStyle>
            <a:lvl1pPr algn="r" eaLnBrk="0" hangingPunct="0">
              <a:defRPr sz="1200">
                <a:cs typeface="+mn-cs"/>
              </a:defRPr>
            </a:lvl1pPr>
          </a:lstStyle>
          <a:p>
            <a:pPr>
              <a:defRPr/>
            </a:pPr>
            <a:endParaRPr lang="en-US" dirty="0"/>
          </a:p>
        </p:txBody>
      </p:sp>
      <p:sp>
        <p:nvSpPr>
          <p:cNvPr id="279556" name="Rectangle 4"/>
          <p:cNvSpPr>
            <a:spLocks noGrp="1" noRot="1" noChangeAspect="1" noChangeArrowheads="1" noTextEdit="1"/>
          </p:cNvSpPr>
          <p:nvPr>
            <p:ph type="sldImg" idx="2"/>
          </p:nvPr>
        </p:nvSpPr>
        <p:spPr bwMode="auto">
          <a:xfrm>
            <a:off x="1184275" y="698500"/>
            <a:ext cx="4654550" cy="3490913"/>
          </a:xfrm>
          <a:prstGeom prst="rect">
            <a:avLst/>
          </a:prstGeom>
          <a:noFill/>
          <a:ln w="9525">
            <a:solidFill>
              <a:srgbClr val="000000"/>
            </a:solidFill>
            <a:miter lim="800000"/>
            <a:headEnd/>
            <a:tailEnd/>
          </a:ln>
        </p:spPr>
      </p:sp>
      <p:sp>
        <p:nvSpPr>
          <p:cNvPr id="39941" name="Rectangle 5"/>
          <p:cNvSpPr>
            <a:spLocks noGrp="1" noChangeArrowheads="1"/>
          </p:cNvSpPr>
          <p:nvPr>
            <p:ph type="body" sz="quarter" idx="3"/>
          </p:nvPr>
        </p:nvSpPr>
        <p:spPr bwMode="auto">
          <a:xfrm>
            <a:off x="936733" y="4422459"/>
            <a:ext cx="5149637" cy="4188778"/>
          </a:xfrm>
          <a:prstGeom prst="rect">
            <a:avLst/>
          </a:prstGeom>
          <a:noFill/>
          <a:ln w="9525">
            <a:noFill/>
            <a:miter lim="800000"/>
            <a:headEnd/>
            <a:tailEnd/>
          </a:ln>
          <a:effectLst/>
        </p:spPr>
        <p:txBody>
          <a:bodyPr vert="horz" wrap="square" lIns="92739" tIns="46364" rIns="92739" bIns="4636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9942" name="Rectangle 6"/>
          <p:cNvSpPr>
            <a:spLocks noGrp="1" noChangeArrowheads="1"/>
          </p:cNvSpPr>
          <p:nvPr>
            <p:ph type="ftr" sz="quarter" idx="4"/>
          </p:nvPr>
        </p:nvSpPr>
        <p:spPr bwMode="auto">
          <a:xfrm>
            <a:off x="1" y="8843328"/>
            <a:ext cx="3043979" cy="465772"/>
          </a:xfrm>
          <a:prstGeom prst="rect">
            <a:avLst/>
          </a:prstGeom>
          <a:noFill/>
          <a:ln w="9525">
            <a:noFill/>
            <a:miter lim="800000"/>
            <a:headEnd/>
            <a:tailEnd/>
          </a:ln>
          <a:effectLst/>
        </p:spPr>
        <p:txBody>
          <a:bodyPr vert="horz" wrap="square" lIns="92739" tIns="46364" rIns="92739" bIns="46364" numCol="1" anchor="b" anchorCtr="0" compatLnSpc="1">
            <a:prstTxWarp prst="textNoShape">
              <a:avLst/>
            </a:prstTxWarp>
          </a:bodyPr>
          <a:lstStyle>
            <a:lvl1pPr algn="l" eaLnBrk="0" hangingPunct="0">
              <a:defRPr sz="1200">
                <a:cs typeface="+mn-cs"/>
              </a:defRPr>
            </a:lvl1pPr>
          </a:lstStyle>
          <a:p>
            <a:pPr>
              <a:defRPr/>
            </a:pPr>
            <a:endParaRPr lang="en-US" dirty="0"/>
          </a:p>
        </p:txBody>
      </p:sp>
      <p:sp>
        <p:nvSpPr>
          <p:cNvPr id="39943" name="Rectangle 7"/>
          <p:cNvSpPr>
            <a:spLocks noGrp="1" noChangeArrowheads="1"/>
          </p:cNvSpPr>
          <p:nvPr>
            <p:ph type="sldNum" sz="quarter" idx="5"/>
          </p:nvPr>
        </p:nvSpPr>
        <p:spPr bwMode="auto">
          <a:xfrm>
            <a:off x="3979121" y="8843328"/>
            <a:ext cx="3043979" cy="465772"/>
          </a:xfrm>
          <a:prstGeom prst="rect">
            <a:avLst/>
          </a:prstGeom>
          <a:noFill/>
          <a:ln w="9525">
            <a:noFill/>
            <a:miter lim="800000"/>
            <a:headEnd/>
            <a:tailEnd/>
          </a:ln>
          <a:effectLst/>
        </p:spPr>
        <p:txBody>
          <a:bodyPr vert="horz" wrap="square" lIns="92739" tIns="46364" rIns="92739" bIns="46364" numCol="1" anchor="b" anchorCtr="0" compatLnSpc="1">
            <a:prstTxWarp prst="textNoShape">
              <a:avLst/>
            </a:prstTxWarp>
          </a:bodyPr>
          <a:lstStyle>
            <a:lvl1pPr algn="r" eaLnBrk="0" hangingPunct="0">
              <a:defRPr sz="1200">
                <a:cs typeface="+mn-cs"/>
              </a:defRPr>
            </a:lvl1pPr>
          </a:lstStyle>
          <a:p>
            <a:pPr>
              <a:defRPr/>
            </a:pPr>
            <a:fld id="{7F70EDDB-A8EA-48B2-AA29-90AA363D48E0}" type="slidenum">
              <a:rPr lang="en-US"/>
              <a:pPr>
                <a:defRPr/>
              </a:pPr>
              <a:t>‹#›</a:t>
            </a:fld>
            <a:endParaRPr lang="en-US" dirty="0"/>
          </a:p>
        </p:txBody>
      </p:sp>
    </p:spTree>
    <p:extLst>
      <p:ext uri="{BB962C8B-B14F-4D97-AF65-F5344CB8AC3E}">
        <p14:creationId xmlns:p14="http://schemas.microsoft.com/office/powerpoint/2010/main" val="3876364636"/>
      </p:ext>
    </p:extLst>
  </p:cSld>
  <p:clrMap bg1="lt1" tx1="dk1" bg2="lt2" tx2="dk2" accent1="accent1" accent2="accent2" accent3="accent3" accent4="accent4" accent5="accent5" accent6="accent6" hlink="hlink" folHlink="folHlink"/>
  <p:hf sldNum="0" hdr="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5613"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2813"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0013"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5625"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3557" algn="l" defTabSz="913423" rtl="0" eaLnBrk="1" latinLnBrk="0" hangingPunct="1">
      <a:defRPr sz="1200" kern="1200">
        <a:solidFill>
          <a:schemeClr val="tx1"/>
        </a:solidFill>
        <a:latin typeface="+mn-lt"/>
        <a:ea typeface="+mn-ea"/>
        <a:cs typeface="+mn-cs"/>
      </a:defRPr>
    </a:lvl6pPr>
    <a:lvl7pPr marL="2740269" algn="l" defTabSz="913423" rtl="0" eaLnBrk="1" latinLnBrk="0" hangingPunct="1">
      <a:defRPr sz="1200" kern="1200">
        <a:solidFill>
          <a:schemeClr val="tx1"/>
        </a:solidFill>
        <a:latin typeface="+mn-lt"/>
        <a:ea typeface="+mn-ea"/>
        <a:cs typeface="+mn-cs"/>
      </a:defRPr>
    </a:lvl7pPr>
    <a:lvl8pPr marL="3196979" algn="l" defTabSz="913423" rtl="0" eaLnBrk="1" latinLnBrk="0" hangingPunct="1">
      <a:defRPr sz="1200" kern="1200">
        <a:solidFill>
          <a:schemeClr val="tx1"/>
        </a:solidFill>
        <a:latin typeface="+mn-lt"/>
        <a:ea typeface="+mn-ea"/>
        <a:cs typeface="+mn-cs"/>
      </a:defRPr>
    </a:lvl8pPr>
    <a:lvl9pPr marL="3653691" algn="l" defTabSz="913423"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9" name="Rectangle 2"/>
          <p:cNvSpPr>
            <a:spLocks noGrp="1" noRot="1" noChangeAspect="1" noChangeArrowheads="1" noTextEdit="1"/>
          </p:cNvSpPr>
          <p:nvPr>
            <p:ph type="sldImg"/>
          </p:nvPr>
        </p:nvSpPr>
        <p:spPr>
          <a:ln/>
        </p:spPr>
      </p:sp>
      <p:sp>
        <p:nvSpPr>
          <p:cNvPr id="280580" name="Rectangle 3"/>
          <p:cNvSpPr>
            <a:spLocks noGrp="1" noChangeArrowheads="1"/>
          </p:cNvSpPr>
          <p:nvPr>
            <p:ph type="body" idx="1"/>
          </p:nvPr>
        </p:nvSpPr>
        <p:spPr>
          <a:noFill/>
          <a:ln/>
        </p:spPr>
        <p:txBody>
          <a:bodyPr/>
          <a:lstStyle/>
          <a:p>
            <a:endParaRPr lang="en-US" dirty="0"/>
          </a:p>
        </p:txBody>
      </p:sp>
      <p:sp>
        <p:nvSpPr>
          <p:cNvPr id="2" name="Date Placeholder 1"/>
          <p:cNvSpPr>
            <a:spLocks noGrp="1"/>
          </p:cNvSpPr>
          <p:nvPr>
            <p:ph type="dt" idx="10"/>
          </p:nvPr>
        </p:nvSpPr>
        <p:spPr/>
        <p:txBody>
          <a:bodyPr/>
          <a:lstStyle/>
          <a:p>
            <a:pPr>
              <a:defRPr/>
            </a:pPr>
            <a:endParaRPr lang="en-US" dirty="0"/>
          </a:p>
        </p:txBody>
      </p:sp>
      <p:sp>
        <p:nvSpPr>
          <p:cNvPr id="3" name="Footer Placeholder 2"/>
          <p:cNvSpPr>
            <a:spLocks noGrp="1"/>
          </p:cNvSpPr>
          <p:nvPr>
            <p:ph type="ftr" sz="quarter" idx="11"/>
          </p:nvPr>
        </p:nvSpPr>
        <p:spPr/>
        <p:txBody>
          <a:bodyPr/>
          <a:lstStyle/>
          <a:p>
            <a:pPr>
              <a:defRPr/>
            </a:pPr>
            <a:endParaRPr lang="en-US" dirty="0"/>
          </a:p>
        </p:txBody>
      </p:sp>
    </p:spTree>
    <p:extLst>
      <p:ext uri="{BB962C8B-B14F-4D97-AF65-F5344CB8AC3E}">
        <p14:creationId xmlns:p14="http://schemas.microsoft.com/office/powerpoint/2010/main" val="36149304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Date Placeholder 4"/>
          <p:cNvSpPr>
            <a:spLocks noGrp="1"/>
          </p:cNvSpPr>
          <p:nvPr>
            <p:ph type="dt" idx="11"/>
          </p:nvPr>
        </p:nvSpPr>
        <p:spPr/>
        <p:txBody>
          <a:bodyPr/>
          <a:lstStyle/>
          <a:p>
            <a:pPr>
              <a:defRPr/>
            </a:pPr>
            <a:endParaRPr lang="en-US" dirty="0"/>
          </a:p>
        </p:txBody>
      </p:sp>
      <p:sp>
        <p:nvSpPr>
          <p:cNvPr id="6" name="Footer Placeholder 5"/>
          <p:cNvSpPr>
            <a:spLocks noGrp="1"/>
          </p:cNvSpPr>
          <p:nvPr>
            <p:ph type="ftr" sz="quarter" idx="12"/>
          </p:nvPr>
        </p:nvSpPr>
        <p:spPr/>
        <p:txBody>
          <a:bodyPr/>
          <a:lstStyle/>
          <a:p>
            <a:pPr>
              <a:defRPr/>
            </a:pPr>
            <a:endParaRPr lang="en-US" dirty="0"/>
          </a:p>
        </p:txBody>
      </p:sp>
    </p:spTree>
    <p:extLst>
      <p:ext uri="{BB962C8B-B14F-4D97-AF65-F5344CB8AC3E}">
        <p14:creationId xmlns:p14="http://schemas.microsoft.com/office/powerpoint/2010/main" val="19188176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Date Placeholder 4"/>
          <p:cNvSpPr>
            <a:spLocks noGrp="1"/>
          </p:cNvSpPr>
          <p:nvPr>
            <p:ph type="dt" idx="11"/>
          </p:nvPr>
        </p:nvSpPr>
        <p:spPr/>
        <p:txBody>
          <a:bodyPr/>
          <a:lstStyle/>
          <a:p>
            <a:pPr>
              <a:defRPr/>
            </a:pPr>
            <a:endParaRPr lang="en-US" dirty="0"/>
          </a:p>
        </p:txBody>
      </p:sp>
      <p:sp>
        <p:nvSpPr>
          <p:cNvPr id="6" name="Footer Placeholder 5"/>
          <p:cNvSpPr>
            <a:spLocks noGrp="1"/>
          </p:cNvSpPr>
          <p:nvPr>
            <p:ph type="ftr" sz="quarter" idx="12"/>
          </p:nvPr>
        </p:nvSpPr>
        <p:spPr/>
        <p:txBody>
          <a:bodyPr/>
          <a:lstStyle/>
          <a:p>
            <a:pPr>
              <a:defRPr/>
            </a:pPr>
            <a:endParaRPr lang="en-US" dirty="0"/>
          </a:p>
        </p:txBody>
      </p:sp>
    </p:spTree>
    <p:extLst>
      <p:ext uri="{BB962C8B-B14F-4D97-AF65-F5344CB8AC3E}">
        <p14:creationId xmlns:p14="http://schemas.microsoft.com/office/powerpoint/2010/main" val="13423016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2A1F3-269A-8B4C-1A89-DBBCC3B823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93DD04-7AC2-0035-2F10-D972DB663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9FA9B2-5C0A-EEAF-A0FC-AF10C6F574E1}"/>
              </a:ext>
            </a:extLst>
          </p:cNvPr>
          <p:cNvSpPr>
            <a:spLocks noGrp="1"/>
          </p:cNvSpPr>
          <p:nvPr>
            <p:ph type="body" idx="1"/>
          </p:nvPr>
        </p:nvSpPr>
        <p:spPr/>
        <p:txBody>
          <a:bodyPr/>
          <a:lstStyle/>
          <a:p>
            <a:endParaRPr lang="en-US" dirty="0"/>
          </a:p>
        </p:txBody>
      </p:sp>
      <p:sp>
        <p:nvSpPr>
          <p:cNvPr id="5" name="Date Placeholder 4">
            <a:extLst>
              <a:ext uri="{FF2B5EF4-FFF2-40B4-BE49-F238E27FC236}">
                <a16:creationId xmlns:a16="http://schemas.microsoft.com/office/drawing/2014/main" id="{FD666E6B-01A1-3BCE-F839-84C1CF86E0F7}"/>
              </a:ext>
            </a:extLst>
          </p:cNvPr>
          <p:cNvSpPr>
            <a:spLocks noGrp="1"/>
          </p:cNvSpPr>
          <p:nvPr>
            <p:ph type="dt" idx="11"/>
          </p:nvPr>
        </p:nvSpPr>
        <p:spPr/>
        <p:txBody>
          <a:bodyPr/>
          <a:lstStyle/>
          <a:p>
            <a:pPr>
              <a:defRPr/>
            </a:pPr>
            <a:endParaRPr lang="en-US" dirty="0"/>
          </a:p>
        </p:txBody>
      </p:sp>
      <p:sp>
        <p:nvSpPr>
          <p:cNvPr id="6" name="Footer Placeholder 5">
            <a:extLst>
              <a:ext uri="{FF2B5EF4-FFF2-40B4-BE49-F238E27FC236}">
                <a16:creationId xmlns:a16="http://schemas.microsoft.com/office/drawing/2014/main" id="{FF8F380E-88AB-6D91-6A9C-9C9AFF6D6F43}"/>
              </a:ext>
            </a:extLst>
          </p:cNvPr>
          <p:cNvSpPr>
            <a:spLocks noGrp="1"/>
          </p:cNvSpPr>
          <p:nvPr>
            <p:ph type="ftr" sz="quarter" idx="12"/>
          </p:nvPr>
        </p:nvSpPr>
        <p:spPr/>
        <p:txBody>
          <a:bodyPr/>
          <a:lstStyle/>
          <a:p>
            <a:pPr>
              <a:defRPr/>
            </a:pPr>
            <a:endParaRPr lang="en-US" dirty="0"/>
          </a:p>
        </p:txBody>
      </p:sp>
    </p:spTree>
    <p:extLst>
      <p:ext uri="{BB962C8B-B14F-4D97-AF65-F5344CB8AC3E}">
        <p14:creationId xmlns:p14="http://schemas.microsoft.com/office/powerpoint/2010/main" val="34454642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Date Placeholder 4"/>
          <p:cNvSpPr>
            <a:spLocks noGrp="1"/>
          </p:cNvSpPr>
          <p:nvPr>
            <p:ph type="dt" idx="11"/>
          </p:nvPr>
        </p:nvSpPr>
        <p:spPr/>
        <p:txBody>
          <a:bodyPr/>
          <a:lstStyle/>
          <a:p>
            <a:pPr>
              <a:defRPr/>
            </a:pPr>
            <a:endParaRPr lang="en-US" dirty="0"/>
          </a:p>
        </p:txBody>
      </p:sp>
      <p:sp>
        <p:nvSpPr>
          <p:cNvPr id="6" name="Footer Placeholder 5"/>
          <p:cNvSpPr>
            <a:spLocks noGrp="1"/>
          </p:cNvSpPr>
          <p:nvPr>
            <p:ph type="ftr" sz="quarter" idx="12"/>
          </p:nvPr>
        </p:nvSpPr>
        <p:spPr/>
        <p:txBody>
          <a:bodyPr/>
          <a:lstStyle/>
          <a:p>
            <a:pPr>
              <a:defRPr/>
            </a:pPr>
            <a:endParaRPr lang="en-US" dirty="0"/>
          </a:p>
        </p:txBody>
      </p:sp>
    </p:spTree>
    <p:extLst>
      <p:ext uri="{BB962C8B-B14F-4D97-AF65-F5344CB8AC3E}">
        <p14:creationId xmlns:p14="http://schemas.microsoft.com/office/powerpoint/2010/main" val="1947817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Date Placeholder 4"/>
          <p:cNvSpPr>
            <a:spLocks noGrp="1"/>
          </p:cNvSpPr>
          <p:nvPr>
            <p:ph type="dt" idx="11"/>
          </p:nvPr>
        </p:nvSpPr>
        <p:spPr/>
        <p:txBody>
          <a:bodyPr/>
          <a:lstStyle/>
          <a:p>
            <a:pPr>
              <a:defRPr/>
            </a:pPr>
            <a:endParaRPr lang="en-US" dirty="0"/>
          </a:p>
        </p:txBody>
      </p:sp>
      <p:sp>
        <p:nvSpPr>
          <p:cNvPr id="6" name="Footer Placeholder 5"/>
          <p:cNvSpPr>
            <a:spLocks noGrp="1"/>
          </p:cNvSpPr>
          <p:nvPr>
            <p:ph type="ftr" sz="quarter" idx="12"/>
          </p:nvPr>
        </p:nvSpPr>
        <p:spPr/>
        <p:txBody>
          <a:bodyPr/>
          <a:lstStyle/>
          <a:p>
            <a:pPr>
              <a:defRPr/>
            </a:pPr>
            <a:endParaRPr lang="en-US" dirty="0"/>
          </a:p>
        </p:txBody>
      </p:sp>
    </p:spTree>
    <p:extLst>
      <p:ext uri="{BB962C8B-B14F-4D97-AF65-F5344CB8AC3E}">
        <p14:creationId xmlns:p14="http://schemas.microsoft.com/office/powerpoint/2010/main" val="1493396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2089D-281D-32AF-8668-6B7E410DCB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AA257F-4722-3E77-EB8A-A84BD21E37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FA71C1-91E7-8E1F-7D15-1F0B7687FA61}"/>
              </a:ext>
            </a:extLst>
          </p:cNvPr>
          <p:cNvSpPr>
            <a:spLocks noGrp="1"/>
          </p:cNvSpPr>
          <p:nvPr>
            <p:ph type="body" idx="1"/>
          </p:nvPr>
        </p:nvSpPr>
        <p:spPr/>
        <p:txBody>
          <a:bodyPr/>
          <a:lstStyle/>
          <a:p>
            <a:endParaRPr lang="en-US" dirty="0"/>
          </a:p>
        </p:txBody>
      </p:sp>
      <p:sp>
        <p:nvSpPr>
          <p:cNvPr id="5" name="Date Placeholder 4">
            <a:extLst>
              <a:ext uri="{FF2B5EF4-FFF2-40B4-BE49-F238E27FC236}">
                <a16:creationId xmlns:a16="http://schemas.microsoft.com/office/drawing/2014/main" id="{E81AD52B-6283-B007-B221-0EA5E44DF5BE}"/>
              </a:ext>
            </a:extLst>
          </p:cNvPr>
          <p:cNvSpPr>
            <a:spLocks noGrp="1"/>
          </p:cNvSpPr>
          <p:nvPr>
            <p:ph type="dt" idx="11"/>
          </p:nvPr>
        </p:nvSpPr>
        <p:spPr/>
        <p:txBody>
          <a:bodyPr/>
          <a:lstStyle/>
          <a:p>
            <a:pPr>
              <a:defRPr/>
            </a:pPr>
            <a:endParaRPr lang="en-US" dirty="0"/>
          </a:p>
        </p:txBody>
      </p:sp>
      <p:sp>
        <p:nvSpPr>
          <p:cNvPr id="6" name="Footer Placeholder 5">
            <a:extLst>
              <a:ext uri="{FF2B5EF4-FFF2-40B4-BE49-F238E27FC236}">
                <a16:creationId xmlns:a16="http://schemas.microsoft.com/office/drawing/2014/main" id="{FCC6C1ED-E27F-1308-709B-4CF6084E3107}"/>
              </a:ext>
            </a:extLst>
          </p:cNvPr>
          <p:cNvSpPr>
            <a:spLocks noGrp="1"/>
          </p:cNvSpPr>
          <p:nvPr>
            <p:ph type="ftr" sz="quarter" idx="12"/>
          </p:nvPr>
        </p:nvSpPr>
        <p:spPr/>
        <p:txBody>
          <a:bodyPr/>
          <a:lstStyle/>
          <a:p>
            <a:pPr>
              <a:defRPr/>
            </a:pPr>
            <a:endParaRPr lang="en-US" dirty="0"/>
          </a:p>
        </p:txBody>
      </p:sp>
    </p:spTree>
    <p:extLst>
      <p:ext uri="{BB962C8B-B14F-4D97-AF65-F5344CB8AC3E}">
        <p14:creationId xmlns:p14="http://schemas.microsoft.com/office/powerpoint/2010/main" val="7911301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90652-4B52-F70D-51A3-1D2D2A2E81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7B05A4-7F23-A151-D4CC-B67A8C3743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76FFD5-3010-4C08-6A27-302C56632045}"/>
              </a:ext>
            </a:extLst>
          </p:cNvPr>
          <p:cNvSpPr>
            <a:spLocks noGrp="1"/>
          </p:cNvSpPr>
          <p:nvPr>
            <p:ph type="body" idx="1"/>
          </p:nvPr>
        </p:nvSpPr>
        <p:spPr/>
        <p:txBody>
          <a:bodyPr/>
          <a:lstStyle/>
          <a:p>
            <a:endParaRPr lang="en-US" dirty="0"/>
          </a:p>
        </p:txBody>
      </p:sp>
      <p:sp>
        <p:nvSpPr>
          <p:cNvPr id="5" name="Date Placeholder 4">
            <a:extLst>
              <a:ext uri="{FF2B5EF4-FFF2-40B4-BE49-F238E27FC236}">
                <a16:creationId xmlns:a16="http://schemas.microsoft.com/office/drawing/2014/main" id="{59BD1387-1A5A-F074-0261-2915B43083F9}"/>
              </a:ext>
            </a:extLst>
          </p:cNvPr>
          <p:cNvSpPr>
            <a:spLocks noGrp="1"/>
          </p:cNvSpPr>
          <p:nvPr>
            <p:ph type="dt" idx="11"/>
          </p:nvPr>
        </p:nvSpPr>
        <p:spPr/>
        <p:txBody>
          <a:bodyPr/>
          <a:lstStyle/>
          <a:p>
            <a:pPr>
              <a:defRPr/>
            </a:pPr>
            <a:endParaRPr lang="en-US" dirty="0"/>
          </a:p>
        </p:txBody>
      </p:sp>
      <p:sp>
        <p:nvSpPr>
          <p:cNvPr id="6" name="Footer Placeholder 5">
            <a:extLst>
              <a:ext uri="{FF2B5EF4-FFF2-40B4-BE49-F238E27FC236}">
                <a16:creationId xmlns:a16="http://schemas.microsoft.com/office/drawing/2014/main" id="{F2B2888D-C83A-EE1D-826A-DAE70932625C}"/>
              </a:ext>
            </a:extLst>
          </p:cNvPr>
          <p:cNvSpPr>
            <a:spLocks noGrp="1"/>
          </p:cNvSpPr>
          <p:nvPr>
            <p:ph type="ftr" sz="quarter" idx="12"/>
          </p:nvPr>
        </p:nvSpPr>
        <p:spPr/>
        <p:txBody>
          <a:bodyPr/>
          <a:lstStyle/>
          <a:p>
            <a:pPr>
              <a:defRPr/>
            </a:pPr>
            <a:endParaRPr lang="en-US" dirty="0"/>
          </a:p>
        </p:txBody>
      </p:sp>
    </p:spTree>
    <p:extLst>
      <p:ext uri="{BB962C8B-B14F-4D97-AF65-F5344CB8AC3E}">
        <p14:creationId xmlns:p14="http://schemas.microsoft.com/office/powerpoint/2010/main" val="35892744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ADB92-3E1A-D7AA-7FF0-48CF2F0A62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3E7345-E6D7-EF31-8FE3-A63446E041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F80132-32C3-3552-4780-558D89CFBA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28B0A6-2E2D-55B8-2E15-7CEE323ABEDC}"/>
              </a:ext>
            </a:extLst>
          </p:cNvPr>
          <p:cNvSpPr>
            <a:spLocks noGrp="1"/>
          </p:cNvSpPr>
          <p:nvPr>
            <p:ph type="sldNum" sz="quarter" idx="10"/>
          </p:nvPr>
        </p:nvSpPr>
        <p:spPr/>
        <p:txBody>
          <a:bodyPr/>
          <a:lstStyle/>
          <a:p>
            <a:fld id="{5D00C90A-46E3-4F6E-95A0-391D41793F45}" type="slidenum">
              <a:rPr lang="en-US" smtClean="0"/>
              <a:pPr/>
              <a:t>9</a:t>
            </a:fld>
            <a:endParaRPr lang="en-US"/>
          </a:p>
        </p:txBody>
      </p:sp>
    </p:spTree>
    <p:extLst>
      <p:ext uri="{BB962C8B-B14F-4D97-AF65-F5344CB8AC3E}">
        <p14:creationId xmlns:p14="http://schemas.microsoft.com/office/powerpoint/2010/main" val="12286235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A47D5-54E9-1835-F31F-A92B4E03DE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0D8DCE-DD76-24B8-948F-E7F85933FA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00AE6A-E9F2-9047-B47B-8CBC4063F8AD}"/>
              </a:ext>
            </a:extLst>
          </p:cNvPr>
          <p:cNvSpPr>
            <a:spLocks noGrp="1"/>
          </p:cNvSpPr>
          <p:nvPr>
            <p:ph type="body" idx="1"/>
          </p:nvPr>
        </p:nvSpPr>
        <p:spPr/>
        <p:txBody>
          <a:bodyPr/>
          <a:lstStyle/>
          <a:p>
            <a:endParaRPr lang="en-US" dirty="0"/>
          </a:p>
        </p:txBody>
      </p:sp>
      <p:sp>
        <p:nvSpPr>
          <p:cNvPr id="5" name="Date Placeholder 4">
            <a:extLst>
              <a:ext uri="{FF2B5EF4-FFF2-40B4-BE49-F238E27FC236}">
                <a16:creationId xmlns:a16="http://schemas.microsoft.com/office/drawing/2014/main" id="{2E0CE8D4-4752-1E6A-0493-C512A93F8888}"/>
              </a:ext>
            </a:extLst>
          </p:cNvPr>
          <p:cNvSpPr>
            <a:spLocks noGrp="1"/>
          </p:cNvSpPr>
          <p:nvPr>
            <p:ph type="dt" idx="11"/>
          </p:nvPr>
        </p:nvSpPr>
        <p:spPr/>
        <p:txBody>
          <a:bodyPr/>
          <a:lstStyle/>
          <a:p>
            <a:pPr>
              <a:defRPr/>
            </a:pPr>
            <a:endParaRPr lang="en-US" dirty="0"/>
          </a:p>
        </p:txBody>
      </p:sp>
      <p:sp>
        <p:nvSpPr>
          <p:cNvPr id="6" name="Footer Placeholder 5">
            <a:extLst>
              <a:ext uri="{FF2B5EF4-FFF2-40B4-BE49-F238E27FC236}">
                <a16:creationId xmlns:a16="http://schemas.microsoft.com/office/drawing/2014/main" id="{38720613-282C-9A98-E9BE-C98AEDE6FF54}"/>
              </a:ext>
            </a:extLst>
          </p:cNvPr>
          <p:cNvSpPr>
            <a:spLocks noGrp="1"/>
          </p:cNvSpPr>
          <p:nvPr>
            <p:ph type="ftr" sz="quarter" idx="12"/>
          </p:nvPr>
        </p:nvSpPr>
        <p:spPr/>
        <p:txBody>
          <a:bodyPr/>
          <a:lstStyle/>
          <a:p>
            <a:pPr>
              <a:defRPr/>
            </a:pPr>
            <a:endParaRPr lang="en-US" dirty="0"/>
          </a:p>
        </p:txBody>
      </p:sp>
    </p:spTree>
    <p:extLst>
      <p:ext uri="{BB962C8B-B14F-4D97-AF65-F5344CB8AC3E}">
        <p14:creationId xmlns:p14="http://schemas.microsoft.com/office/powerpoint/2010/main" val="31617125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Date Placeholder 4"/>
          <p:cNvSpPr>
            <a:spLocks noGrp="1"/>
          </p:cNvSpPr>
          <p:nvPr>
            <p:ph type="dt" idx="11"/>
          </p:nvPr>
        </p:nvSpPr>
        <p:spPr/>
        <p:txBody>
          <a:bodyPr/>
          <a:lstStyle/>
          <a:p>
            <a:pPr>
              <a:defRPr/>
            </a:pPr>
            <a:endParaRPr lang="en-US" dirty="0"/>
          </a:p>
        </p:txBody>
      </p:sp>
      <p:sp>
        <p:nvSpPr>
          <p:cNvPr id="6" name="Footer Placeholder 5"/>
          <p:cNvSpPr>
            <a:spLocks noGrp="1"/>
          </p:cNvSpPr>
          <p:nvPr>
            <p:ph type="ftr" sz="quarter" idx="12"/>
          </p:nvPr>
        </p:nvSpPr>
        <p:spPr/>
        <p:txBody>
          <a:bodyPr/>
          <a:lstStyle/>
          <a:p>
            <a:pPr>
              <a:defRPr/>
            </a:pPr>
            <a:endParaRPr lang="en-US" dirty="0"/>
          </a:p>
        </p:txBody>
      </p:sp>
    </p:spTree>
    <p:extLst>
      <p:ext uri="{BB962C8B-B14F-4D97-AF65-F5344CB8AC3E}">
        <p14:creationId xmlns:p14="http://schemas.microsoft.com/office/powerpoint/2010/main" val="34066950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20F41-F6EE-B5BD-4299-00DC4663AF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CB4A7C-4F67-60C7-37C8-B37491FEA0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6BAC62-022E-3364-8956-88E6F6FAC8BC}"/>
              </a:ext>
            </a:extLst>
          </p:cNvPr>
          <p:cNvSpPr>
            <a:spLocks noGrp="1"/>
          </p:cNvSpPr>
          <p:nvPr>
            <p:ph type="body" idx="1"/>
          </p:nvPr>
        </p:nvSpPr>
        <p:spPr/>
        <p:txBody>
          <a:bodyPr/>
          <a:lstStyle/>
          <a:p>
            <a:endParaRPr lang="en-US" dirty="0"/>
          </a:p>
        </p:txBody>
      </p:sp>
      <p:sp>
        <p:nvSpPr>
          <p:cNvPr id="5" name="Date Placeholder 4">
            <a:extLst>
              <a:ext uri="{FF2B5EF4-FFF2-40B4-BE49-F238E27FC236}">
                <a16:creationId xmlns:a16="http://schemas.microsoft.com/office/drawing/2014/main" id="{A52A115E-A7C4-604D-B5AA-41FDA90739B4}"/>
              </a:ext>
            </a:extLst>
          </p:cNvPr>
          <p:cNvSpPr>
            <a:spLocks noGrp="1"/>
          </p:cNvSpPr>
          <p:nvPr>
            <p:ph type="dt" idx="11"/>
          </p:nvPr>
        </p:nvSpPr>
        <p:spPr/>
        <p:txBody>
          <a:bodyPr/>
          <a:lstStyle/>
          <a:p>
            <a:pPr>
              <a:defRPr/>
            </a:pPr>
            <a:endParaRPr lang="en-US" dirty="0"/>
          </a:p>
        </p:txBody>
      </p:sp>
      <p:sp>
        <p:nvSpPr>
          <p:cNvPr id="6" name="Footer Placeholder 5">
            <a:extLst>
              <a:ext uri="{FF2B5EF4-FFF2-40B4-BE49-F238E27FC236}">
                <a16:creationId xmlns:a16="http://schemas.microsoft.com/office/drawing/2014/main" id="{CD60ACED-8EA3-23AF-BDFB-98EDABB84B68}"/>
              </a:ext>
            </a:extLst>
          </p:cNvPr>
          <p:cNvSpPr>
            <a:spLocks noGrp="1"/>
          </p:cNvSpPr>
          <p:nvPr>
            <p:ph type="ftr" sz="quarter" idx="12"/>
          </p:nvPr>
        </p:nvSpPr>
        <p:spPr/>
        <p:txBody>
          <a:bodyPr/>
          <a:lstStyle/>
          <a:p>
            <a:pPr>
              <a:defRPr/>
            </a:pPr>
            <a:endParaRPr lang="en-US" dirty="0"/>
          </a:p>
        </p:txBody>
      </p:sp>
    </p:spTree>
    <p:extLst>
      <p:ext uri="{BB962C8B-B14F-4D97-AF65-F5344CB8AC3E}">
        <p14:creationId xmlns:p14="http://schemas.microsoft.com/office/powerpoint/2010/main" val="5206563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E14AB-CEEE-1B6C-5455-CD78F9693A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2DB62E-72DD-2802-2C9D-FCE02219A9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900937-39BA-6E0C-3C3C-60286126CFCB}"/>
              </a:ext>
            </a:extLst>
          </p:cNvPr>
          <p:cNvSpPr>
            <a:spLocks noGrp="1"/>
          </p:cNvSpPr>
          <p:nvPr>
            <p:ph type="body" idx="1"/>
          </p:nvPr>
        </p:nvSpPr>
        <p:spPr/>
        <p:txBody>
          <a:bodyPr/>
          <a:lstStyle/>
          <a:p>
            <a:endParaRPr lang="en-US" dirty="0"/>
          </a:p>
        </p:txBody>
      </p:sp>
      <p:sp>
        <p:nvSpPr>
          <p:cNvPr id="5" name="Date Placeholder 4">
            <a:extLst>
              <a:ext uri="{FF2B5EF4-FFF2-40B4-BE49-F238E27FC236}">
                <a16:creationId xmlns:a16="http://schemas.microsoft.com/office/drawing/2014/main" id="{FA27DA07-F6E3-4146-4835-F89C1A3C63E0}"/>
              </a:ext>
            </a:extLst>
          </p:cNvPr>
          <p:cNvSpPr>
            <a:spLocks noGrp="1"/>
          </p:cNvSpPr>
          <p:nvPr>
            <p:ph type="dt" idx="11"/>
          </p:nvPr>
        </p:nvSpPr>
        <p:spPr/>
        <p:txBody>
          <a:bodyPr/>
          <a:lstStyle/>
          <a:p>
            <a:pPr>
              <a:defRPr/>
            </a:pPr>
            <a:endParaRPr lang="en-US" dirty="0"/>
          </a:p>
        </p:txBody>
      </p:sp>
      <p:sp>
        <p:nvSpPr>
          <p:cNvPr id="6" name="Footer Placeholder 5">
            <a:extLst>
              <a:ext uri="{FF2B5EF4-FFF2-40B4-BE49-F238E27FC236}">
                <a16:creationId xmlns:a16="http://schemas.microsoft.com/office/drawing/2014/main" id="{EC60149B-40A3-E91C-5EA3-FB017AE9A1EF}"/>
              </a:ext>
            </a:extLst>
          </p:cNvPr>
          <p:cNvSpPr>
            <a:spLocks noGrp="1"/>
          </p:cNvSpPr>
          <p:nvPr>
            <p:ph type="ftr" sz="quarter" idx="12"/>
          </p:nvPr>
        </p:nvSpPr>
        <p:spPr/>
        <p:txBody>
          <a:bodyPr/>
          <a:lstStyle/>
          <a:p>
            <a:pPr>
              <a:defRPr/>
            </a:pPr>
            <a:endParaRPr lang="en-US" dirty="0"/>
          </a:p>
        </p:txBody>
      </p:sp>
    </p:spTree>
    <p:extLst>
      <p:ext uri="{BB962C8B-B14F-4D97-AF65-F5344CB8AC3E}">
        <p14:creationId xmlns:p14="http://schemas.microsoft.com/office/powerpoint/2010/main" val="4946527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A8A7E-DB27-2B9B-B5A8-A4F4BFC04C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1697F9-5665-3C4D-4A06-C912A89C15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F5848D-A522-A7E4-EADD-F3DCE84E58EB}"/>
              </a:ext>
            </a:extLst>
          </p:cNvPr>
          <p:cNvSpPr>
            <a:spLocks noGrp="1"/>
          </p:cNvSpPr>
          <p:nvPr>
            <p:ph type="body" idx="1"/>
          </p:nvPr>
        </p:nvSpPr>
        <p:spPr/>
        <p:txBody>
          <a:bodyPr/>
          <a:lstStyle/>
          <a:p>
            <a:endParaRPr lang="en-US" dirty="0"/>
          </a:p>
        </p:txBody>
      </p:sp>
      <p:sp>
        <p:nvSpPr>
          <p:cNvPr id="5" name="Date Placeholder 4">
            <a:extLst>
              <a:ext uri="{FF2B5EF4-FFF2-40B4-BE49-F238E27FC236}">
                <a16:creationId xmlns:a16="http://schemas.microsoft.com/office/drawing/2014/main" id="{02248200-1EE2-C83F-9B55-F1AEDAC8CF97}"/>
              </a:ext>
            </a:extLst>
          </p:cNvPr>
          <p:cNvSpPr>
            <a:spLocks noGrp="1"/>
          </p:cNvSpPr>
          <p:nvPr>
            <p:ph type="dt" idx="11"/>
          </p:nvPr>
        </p:nvSpPr>
        <p:spPr/>
        <p:txBody>
          <a:bodyPr/>
          <a:lstStyle/>
          <a:p>
            <a:pPr>
              <a:defRPr/>
            </a:pPr>
            <a:endParaRPr lang="en-US" dirty="0"/>
          </a:p>
        </p:txBody>
      </p:sp>
      <p:sp>
        <p:nvSpPr>
          <p:cNvPr id="6" name="Footer Placeholder 5">
            <a:extLst>
              <a:ext uri="{FF2B5EF4-FFF2-40B4-BE49-F238E27FC236}">
                <a16:creationId xmlns:a16="http://schemas.microsoft.com/office/drawing/2014/main" id="{D7309662-43E4-DF61-16CB-99BB6B434664}"/>
              </a:ext>
            </a:extLst>
          </p:cNvPr>
          <p:cNvSpPr>
            <a:spLocks noGrp="1"/>
          </p:cNvSpPr>
          <p:nvPr>
            <p:ph type="ftr" sz="quarter" idx="12"/>
          </p:nvPr>
        </p:nvSpPr>
        <p:spPr/>
        <p:txBody>
          <a:bodyPr/>
          <a:lstStyle/>
          <a:p>
            <a:pPr>
              <a:defRPr/>
            </a:pPr>
            <a:endParaRPr lang="en-US" dirty="0"/>
          </a:p>
        </p:txBody>
      </p:sp>
    </p:spTree>
    <p:extLst>
      <p:ext uri="{BB962C8B-B14F-4D97-AF65-F5344CB8AC3E}">
        <p14:creationId xmlns:p14="http://schemas.microsoft.com/office/powerpoint/2010/main" val="6376521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5BD8D-E551-BEC5-F5DC-52650EFF98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E90D75-D0B3-C71D-BCB3-7974DD79C7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976629-E80E-57C2-F76E-E10E0A6CE3BB}"/>
              </a:ext>
            </a:extLst>
          </p:cNvPr>
          <p:cNvSpPr>
            <a:spLocks noGrp="1"/>
          </p:cNvSpPr>
          <p:nvPr>
            <p:ph type="body" idx="1"/>
          </p:nvPr>
        </p:nvSpPr>
        <p:spPr/>
        <p:txBody>
          <a:bodyPr/>
          <a:lstStyle/>
          <a:p>
            <a:endParaRPr lang="en-US" dirty="0"/>
          </a:p>
        </p:txBody>
      </p:sp>
      <p:sp>
        <p:nvSpPr>
          <p:cNvPr id="5" name="Date Placeholder 4">
            <a:extLst>
              <a:ext uri="{FF2B5EF4-FFF2-40B4-BE49-F238E27FC236}">
                <a16:creationId xmlns:a16="http://schemas.microsoft.com/office/drawing/2014/main" id="{DBEF397A-D687-1A95-C4AC-0A3BAFDB2640}"/>
              </a:ext>
            </a:extLst>
          </p:cNvPr>
          <p:cNvSpPr>
            <a:spLocks noGrp="1"/>
          </p:cNvSpPr>
          <p:nvPr>
            <p:ph type="dt" idx="11"/>
          </p:nvPr>
        </p:nvSpPr>
        <p:spPr/>
        <p:txBody>
          <a:bodyPr/>
          <a:lstStyle/>
          <a:p>
            <a:pPr>
              <a:defRPr/>
            </a:pPr>
            <a:endParaRPr lang="en-US" dirty="0"/>
          </a:p>
        </p:txBody>
      </p:sp>
      <p:sp>
        <p:nvSpPr>
          <p:cNvPr id="6" name="Footer Placeholder 5">
            <a:extLst>
              <a:ext uri="{FF2B5EF4-FFF2-40B4-BE49-F238E27FC236}">
                <a16:creationId xmlns:a16="http://schemas.microsoft.com/office/drawing/2014/main" id="{A1E8B0C0-F283-A023-7680-B3B278CCAC3C}"/>
              </a:ext>
            </a:extLst>
          </p:cNvPr>
          <p:cNvSpPr>
            <a:spLocks noGrp="1"/>
          </p:cNvSpPr>
          <p:nvPr>
            <p:ph type="ftr" sz="quarter" idx="12"/>
          </p:nvPr>
        </p:nvSpPr>
        <p:spPr/>
        <p:txBody>
          <a:bodyPr/>
          <a:lstStyle/>
          <a:p>
            <a:pPr>
              <a:defRPr/>
            </a:pPr>
            <a:endParaRPr lang="en-US" dirty="0"/>
          </a:p>
        </p:txBody>
      </p:sp>
    </p:spTree>
    <p:extLst>
      <p:ext uri="{BB962C8B-B14F-4D97-AF65-F5344CB8AC3E}">
        <p14:creationId xmlns:p14="http://schemas.microsoft.com/office/powerpoint/2010/main" val="419139049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 name="Line 2"/>
          <p:cNvSpPr>
            <a:spLocks noChangeShapeType="1"/>
          </p:cNvSpPr>
          <p:nvPr/>
        </p:nvSpPr>
        <p:spPr bwMode="auto">
          <a:xfrm>
            <a:off x="381000" y="6451600"/>
            <a:ext cx="8382000" cy="0"/>
          </a:xfrm>
          <a:prstGeom prst="line">
            <a:avLst/>
          </a:prstGeom>
          <a:noFill/>
          <a:ln w="57150">
            <a:solidFill>
              <a:srgbClr val="0C2D83"/>
            </a:solidFill>
            <a:round/>
            <a:headEnd/>
            <a:tailEnd/>
          </a:ln>
          <a:effectLst/>
        </p:spPr>
        <p:txBody>
          <a:bodyPr wrap="none" lIns="91340" tIns="45670" rIns="91340" bIns="45670" anchor="ctr"/>
          <a:lstStyle/>
          <a:p>
            <a:pPr algn="ctr" eaLnBrk="0" hangingPunct="0">
              <a:defRPr/>
            </a:pPr>
            <a:endParaRPr lang="en-US" dirty="0">
              <a:cs typeface="+mn-cs"/>
            </a:endParaRPr>
          </a:p>
        </p:txBody>
      </p:sp>
      <p:sp>
        <p:nvSpPr>
          <p:cNvPr id="5" name="Text Box 3"/>
          <p:cNvSpPr txBox="1">
            <a:spLocks noChangeArrowheads="1"/>
          </p:cNvSpPr>
          <p:nvPr/>
        </p:nvSpPr>
        <p:spPr bwMode="auto">
          <a:xfrm>
            <a:off x="1270000" y="1233488"/>
            <a:ext cx="6553200" cy="400050"/>
          </a:xfrm>
          <a:prstGeom prst="rect">
            <a:avLst/>
          </a:prstGeom>
          <a:noFill/>
          <a:ln w="9525">
            <a:noFill/>
            <a:miter lim="800000"/>
            <a:headEnd/>
            <a:tailEnd/>
          </a:ln>
          <a:effectLst/>
        </p:spPr>
        <p:txBody>
          <a:bodyPr lIns="91340" tIns="45670" rIns="91340" bIns="45670">
            <a:spAutoFit/>
          </a:bodyPr>
          <a:lstStyle/>
          <a:p>
            <a:pPr algn="ctr" eaLnBrk="0" hangingPunct="0">
              <a:spcBef>
                <a:spcPct val="50000"/>
              </a:spcBef>
              <a:defRPr/>
            </a:pPr>
            <a:r>
              <a:rPr lang="en-US" sz="2000" b="1" i="1" dirty="0">
                <a:latin typeface="Century Schoolbook" pitchFamily="18" charset="0"/>
                <a:cs typeface="+mn-cs"/>
              </a:rPr>
              <a:t>I n t e g r i t y  -  S e r v i c e  -  E x c e l l e n c e</a:t>
            </a:r>
          </a:p>
        </p:txBody>
      </p:sp>
      <p:sp>
        <p:nvSpPr>
          <p:cNvPr id="6" name="Line 5"/>
          <p:cNvSpPr>
            <a:spLocks noChangeShapeType="1"/>
          </p:cNvSpPr>
          <p:nvPr/>
        </p:nvSpPr>
        <p:spPr bwMode="auto">
          <a:xfrm>
            <a:off x="381000" y="1231900"/>
            <a:ext cx="8382000" cy="0"/>
          </a:xfrm>
          <a:prstGeom prst="line">
            <a:avLst/>
          </a:prstGeom>
          <a:noFill/>
          <a:ln w="57150">
            <a:solidFill>
              <a:srgbClr val="0C2D83"/>
            </a:solidFill>
            <a:round/>
            <a:headEnd/>
            <a:tailEnd/>
          </a:ln>
          <a:effectLst/>
        </p:spPr>
        <p:txBody>
          <a:bodyPr wrap="none" lIns="91340" tIns="45670" rIns="91340" bIns="45670" anchor="ctr"/>
          <a:lstStyle/>
          <a:p>
            <a:pPr algn="ctr" eaLnBrk="0" hangingPunct="0">
              <a:defRPr/>
            </a:pPr>
            <a:endParaRPr lang="en-US" dirty="0">
              <a:cs typeface="+mn-cs"/>
            </a:endParaRPr>
          </a:p>
        </p:txBody>
      </p:sp>
      <p:sp>
        <p:nvSpPr>
          <p:cNvPr id="7" name="Text Box 14"/>
          <p:cNvSpPr txBox="1">
            <a:spLocks noChangeArrowheads="1"/>
          </p:cNvSpPr>
          <p:nvPr/>
        </p:nvSpPr>
        <p:spPr bwMode="auto">
          <a:xfrm>
            <a:off x="1406525" y="500063"/>
            <a:ext cx="6323013" cy="646112"/>
          </a:xfrm>
          <a:prstGeom prst="rect">
            <a:avLst/>
          </a:prstGeom>
          <a:noFill/>
          <a:ln w="9525">
            <a:noFill/>
            <a:miter lim="800000"/>
            <a:headEnd/>
            <a:tailEnd/>
          </a:ln>
          <a:effectLst/>
        </p:spPr>
        <p:txBody>
          <a:bodyPr wrap="none" lIns="91340" tIns="45670" rIns="91340" bIns="45670">
            <a:spAutoFit/>
          </a:bodyPr>
          <a:lstStyle/>
          <a:p>
            <a:pPr algn="ctr" eaLnBrk="0" hangingPunct="0">
              <a:defRPr/>
            </a:pPr>
            <a:r>
              <a:rPr lang="en-US" sz="3600" b="1" i="1" dirty="0">
                <a:cs typeface="+mn-cs"/>
              </a:rPr>
              <a:t>Headquarters U.S. Air Force</a:t>
            </a:r>
          </a:p>
        </p:txBody>
      </p:sp>
      <p:sp>
        <p:nvSpPr>
          <p:cNvPr id="50191" name="Rectangle 15"/>
          <p:cNvSpPr>
            <a:spLocks noGrp="1" noChangeArrowheads="1"/>
          </p:cNvSpPr>
          <p:nvPr>
            <p:ph type="ctrTitle"/>
          </p:nvPr>
        </p:nvSpPr>
        <p:spPr>
          <a:xfrm>
            <a:off x="276233" y="1891126"/>
            <a:ext cx="8486775" cy="1600200"/>
          </a:xfrm>
        </p:spPr>
        <p:txBody>
          <a:bodyPr/>
          <a:lstStyle>
            <a:lvl1pPr>
              <a:defRPr sz="4400" i="0"/>
            </a:lvl1pPr>
          </a:lstStyle>
          <a:p>
            <a:r>
              <a:rPr lang="en-US"/>
              <a:t>Click to edit Master title style</a:t>
            </a:r>
          </a:p>
        </p:txBody>
      </p:sp>
      <p:sp>
        <p:nvSpPr>
          <p:cNvPr id="12" name="Rectangle 4"/>
          <p:cNvSpPr>
            <a:spLocks noGrp="1" noChangeArrowheads="1"/>
          </p:cNvSpPr>
          <p:nvPr>
            <p:ph type="subTitle" idx="1"/>
          </p:nvPr>
        </p:nvSpPr>
        <p:spPr bwMode="auto">
          <a:xfrm>
            <a:off x="5540828" y="4191000"/>
            <a:ext cx="2895600" cy="1828800"/>
          </a:xfrm>
          <a:prstGeom prst="rect">
            <a:avLst/>
          </a:prstGeom>
          <a:noFill/>
          <a:ln w="9525">
            <a:noFill/>
            <a:miter lim="800000"/>
            <a:headEnd/>
            <a:tailEnd/>
          </a:ln>
        </p:spPr>
        <p:txBody>
          <a:bodyPr/>
          <a:lstStyle>
            <a:lvl1pPr>
              <a:buNone/>
              <a:defRPr/>
            </a:lvl1pPr>
          </a:lstStyle>
          <a:p>
            <a:r>
              <a:rPr lang="en-US" dirty="0"/>
              <a:t>Rank, Name</a:t>
            </a:r>
          </a:p>
          <a:p>
            <a:r>
              <a:rPr lang="en-US" dirty="0"/>
              <a:t>Office Symbol</a:t>
            </a:r>
          </a:p>
          <a:p>
            <a:r>
              <a:rPr lang="en-US" dirty="0"/>
              <a:t>Date of Briefing</a:t>
            </a:r>
          </a:p>
          <a:p>
            <a:r>
              <a:rPr lang="en-US" dirty="0"/>
              <a:t>Version #</a:t>
            </a:r>
          </a:p>
        </p:txBody>
      </p:sp>
      <p:sp>
        <p:nvSpPr>
          <p:cNvPr id="9" name="Rectangle 6"/>
          <p:cNvSpPr>
            <a:spLocks noGrp="1" noChangeArrowheads="1"/>
          </p:cNvSpPr>
          <p:nvPr>
            <p:ph type="dt" sz="half" idx="10"/>
          </p:nvPr>
        </p:nvSpPr>
        <p:spPr/>
        <p:txBody>
          <a:bodyPr/>
          <a:lstStyle>
            <a:lvl1pPr>
              <a:defRPr/>
            </a:lvl1pPr>
          </a:lstStyle>
          <a:p>
            <a:pPr>
              <a:defRPr/>
            </a:pPr>
            <a:endParaRPr lang="en-US" dirty="0"/>
          </a:p>
        </p:txBody>
      </p:sp>
      <p:sp>
        <p:nvSpPr>
          <p:cNvPr id="10" name="Rectangle 7"/>
          <p:cNvSpPr>
            <a:spLocks noGrp="1" noChangeArrowheads="1"/>
          </p:cNvSpPr>
          <p:nvPr>
            <p:ph type="sldNum" sz="quarter" idx="11"/>
          </p:nvPr>
        </p:nvSpPr>
        <p:spPr/>
        <p:txBody>
          <a:bodyPr/>
          <a:lstStyle>
            <a:lvl1pPr>
              <a:defRPr/>
            </a:lvl1pPr>
          </a:lstStyle>
          <a:p>
            <a:pPr>
              <a:defRPr/>
            </a:pPr>
            <a:fld id="{70BBA4FD-097F-404C-B61C-91D972068BDC}" type="slidenum">
              <a:rPr lang="en-US"/>
              <a:pPr>
                <a:defRPr/>
              </a:pPr>
              <a:t>‹#›</a:t>
            </a:fld>
            <a:endParaRPr lang="en-US" dirty="0">
              <a:solidFill>
                <a:schemeClr val="bg2"/>
              </a:solidFill>
            </a:endParaRPr>
          </a:p>
        </p:txBody>
      </p:sp>
      <p:pic>
        <p:nvPicPr>
          <p:cNvPr id="3" name="Picture 2" descr="A close up of a logo&#10;&#10;Description automatically generated">
            <a:extLst>
              <a:ext uri="{FF2B5EF4-FFF2-40B4-BE49-F238E27FC236}">
                <a16:creationId xmlns:a16="http://schemas.microsoft.com/office/drawing/2014/main" id="{BEC7C962-77C7-48C8-A050-70C416400CE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350" y="3611048"/>
            <a:ext cx="2614307" cy="2746889"/>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Slide Number Placeholder 4"/>
          <p:cNvSpPr>
            <a:spLocks noGrp="1"/>
          </p:cNvSpPr>
          <p:nvPr>
            <p:ph type="sldNum" sz="quarter" idx="11"/>
          </p:nvPr>
        </p:nvSpPr>
        <p:spPr/>
        <p:txBody>
          <a:bodyPr/>
          <a:lstStyle>
            <a:lvl1pPr>
              <a:defRPr/>
            </a:lvl1pPr>
          </a:lstStyle>
          <a:p>
            <a:pPr>
              <a:defRPr/>
            </a:pPr>
            <a:fld id="{14161BE9-B9DE-4E98-9B43-FD8CC93418DD}" type="slidenum">
              <a:rPr lang="en-US"/>
              <a:pPr>
                <a:defRPr/>
              </a:pPr>
              <a:t>‹#›</a:t>
            </a:fld>
            <a:endParaRPr lang="en-US" dirty="0">
              <a:solidFill>
                <a:schemeClr val="bg2"/>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3"/>
            <a:ext cx="7772400" cy="1362075"/>
          </a:xfr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722313" y="2906726"/>
            <a:ext cx="7772400" cy="1500187"/>
          </a:xfrm>
        </p:spPr>
        <p:txBody>
          <a:bodyPr anchor="b"/>
          <a:lstStyle>
            <a:lvl1pPr marL="0" indent="0">
              <a:buNone/>
              <a:defRPr sz="2000"/>
            </a:lvl1pPr>
            <a:lvl2pPr marL="456710" indent="0">
              <a:buNone/>
              <a:defRPr sz="1800"/>
            </a:lvl2pPr>
            <a:lvl3pPr marL="913423" indent="0">
              <a:buNone/>
              <a:defRPr sz="1600"/>
            </a:lvl3pPr>
            <a:lvl4pPr marL="1370130" indent="0">
              <a:buNone/>
              <a:defRPr sz="1400"/>
            </a:lvl4pPr>
            <a:lvl5pPr marL="1826844" indent="0">
              <a:buNone/>
              <a:defRPr sz="1400"/>
            </a:lvl5pPr>
            <a:lvl6pPr marL="2283557" indent="0">
              <a:buNone/>
              <a:defRPr sz="1400"/>
            </a:lvl6pPr>
            <a:lvl7pPr marL="2740269" indent="0">
              <a:buNone/>
              <a:defRPr sz="1400"/>
            </a:lvl7pPr>
            <a:lvl8pPr marL="3196979" indent="0">
              <a:buNone/>
              <a:defRPr sz="1400"/>
            </a:lvl8pPr>
            <a:lvl9pPr marL="3653691" indent="0">
              <a:buNone/>
              <a:defRPr sz="1400"/>
            </a:lvl9pPr>
          </a:lstStyle>
          <a:p>
            <a:pPr lvl="0"/>
            <a:r>
              <a:rPr lang="en-US" dirty="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Slide Number Placeholder 4"/>
          <p:cNvSpPr>
            <a:spLocks noGrp="1"/>
          </p:cNvSpPr>
          <p:nvPr>
            <p:ph type="sldNum" sz="quarter" idx="11"/>
          </p:nvPr>
        </p:nvSpPr>
        <p:spPr/>
        <p:txBody>
          <a:bodyPr/>
          <a:lstStyle>
            <a:lvl1pPr>
              <a:defRPr/>
            </a:lvl1pPr>
          </a:lstStyle>
          <a:p>
            <a:pPr>
              <a:defRPr/>
            </a:pPr>
            <a:fld id="{29D25195-A4D4-42EC-9A0A-7DCBC3C563B7}" type="slidenum">
              <a:rPr lang="en-US"/>
              <a:pPr>
                <a:defRPr/>
              </a:pPr>
              <a:t>‹#›</a:t>
            </a:fld>
            <a:endParaRPr lang="en-US" dirty="0">
              <a:solidFill>
                <a:schemeClr val="bg2"/>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76230" y="1504950"/>
            <a:ext cx="4122739" cy="4743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51372" y="1504950"/>
            <a:ext cx="4122737" cy="4743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pPr>
              <a:defRPr/>
            </a:pPr>
            <a:endParaRPr lang="en-US" dirty="0"/>
          </a:p>
        </p:txBody>
      </p:sp>
      <p:sp>
        <p:nvSpPr>
          <p:cNvPr id="6" name="Slide Number Placeholder 5"/>
          <p:cNvSpPr>
            <a:spLocks noGrp="1"/>
          </p:cNvSpPr>
          <p:nvPr>
            <p:ph type="sldNum" sz="quarter" idx="11"/>
          </p:nvPr>
        </p:nvSpPr>
        <p:spPr/>
        <p:txBody>
          <a:bodyPr/>
          <a:lstStyle>
            <a:lvl1pPr>
              <a:defRPr/>
            </a:lvl1pPr>
          </a:lstStyle>
          <a:p>
            <a:pPr>
              <a:defRPr/>
            </a:pPr>
            <a:fld id="{5A6AB138-B0E7-4196-A5A9-99F805256C6B}" type="slidenum">
              <a:rPr lang="en-US"/>
              <a:pPr>
                <a:defRPr/>
              </a:pPr>
              <a:t>‹#›</a:t>
            </a:fld>
            <a:endParaRPr lang="en-US" dirty="0">
              <a:solidFill>
                <a:schemeClr val="bg2"/>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7"/>
            <a:ext cx="4040188" cy="639762"/>
          </a:xfrm>
        </p:spPr>
        <p:txBody>
          <a:bodyPr anchor="b"/>
          <a:lstStyle>
            <a:lvl1pPr marL="0" indent="0">
              <a:buNone/>
              <a:defRPr sz="2400" b="1"/>
            </a:lvl1pPr>
            <a:lvl2pPr marL="456710" indent="0">
              <a:buNone/>
              <a:defRPr sz="2000" b="1"/>
            </a:lvl2pPr>
            <a:lvl3pPr marL="913423" indent="0">
              <a:buNone/>
              <a:defRPr sz="1800" b="1"/>
            </a:lvl3pPr>
            <a:lvl4pPr marL="1370130" indent="0">
              <a:buNone/>
              <a:defRPr sz="1600" b="1"/>
            </a:lvl4pPr>
            <a:lvl5pPr marL="1826844" indent="0">
              <a:buNone/>
              <a:defRPr sz="1600" b="1"/>
            </a:lvl5pPr>
            <a:lvl6pPr marL="2283557" indent="0">
              <a:buNone/>
              <a:defRPr sz="1600" b="1"/>
            </a:lvl6pPr>
            <a:lvl7pPr marL="2740269" indent="0">
              <a:buNone/>
              <a:defRPr sz="1600" b="1"/>
            </a:lvl7pPr>
            <a:lvl8pPr marL="3196979" indent="0">
              <a:buNone/>
              <a:defRPr sz="1600" b="1"/>
            </a:lvl8pPr>
            <a:lvl9pPr marL="3653691"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9"/>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3" y="1535117"/>
            <a:ext cx="4041775" cy="639762"/>
          </a:xfrm>
        </p:spPr>
        <p:txBody>
          <a:bodyPr anchor="b"/>
          <a:lstStyle>
            <a:lvl1pPr marL="0" indent="0">
              <a:buNone/>
              <a:defRPr sz="2400" b="1"/>
            </a:lvl1pPr>
            <a:lvl2pPr marL="456710" indent="0">
              <a:buNone/>
              <a:defRPr sz="2000" b="1"/>
            </a:lvl2pPr>
            <a:lvl3pPr marL="913423" indent="0">
              <a:buNone/>
              <a:defRPr sz="1800" b="1"/>
            </a:lvl3pPr>
            <a:lvl4pPr marL="1370130" indent="0">
              <a:buNone/>
              <a:defRPr sz="1600" b="1"/>
            </a:lvl4pPr>
            <a:lvl5pPr marL="1826844" indent="0">
              <a:buNone/>
              <a:defRPr sz="1600" b="1"/>
            </a:lvl5pPr>
            <a:lvl6pPr marL="2283557" indent="0">
              <a:buNone/>
              <a:defRPr sz="1600" b="1"/>
            </a:lvl6pPr>
            <a:lvl7pPr marL="2740269" indent="0">
              <a:buNone/>
              <a:defRPr sz="1600" b="1"/>
            </a:lvl7pPr>
            <a:lvl8pPr marL="3196979" indent="0">
              <a:buNone/>
              <a:defRPr sz="1600" b="1"/>
            </a:lvl8pPr>
            <a:lvl9pPr marL="3653691"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3" y="2174879"/>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pPr>
              <a:defRPr/>
            </a:pPr>
            <a:endParaRPr lang="en-US" dirty="0"/>
          </a:p>
        </p:txBody>
      </p:sp>
      <p:sp>
        <p:nvSpPr>
          <p:cNvPr id="8" name="Slide Number Placeholder 7"/>
          <p:cNvSpPr>
            <a:spLocks noGrp="1"/>
          </p:cNvSpPr>
          <p:nvPr>
            <p:ph type="sldNum" sz="quarter" idx="11"/>
          </p:nvPr>
        </p:nvSpPr>
        <p:spPr/>
        <p:txBody>
          <a:bodyPr/>
          <a:lstStyle>
            <a:lvl1pPr>
              <a:defRPr/>
            </a:lvl1pPr>
          </a:lstStyle>
          <a:p>
            <a:pPr>
              <a:defRPr/>
            </a:pPr>
            <a:fld id="{2DFC7AA5-9B6B-4F55-A5FD-5DD1D176E99E}" type="slidenum">
              <a:rPr lang="en-US"/>
              <a:pPr>
                <a:defRPr/>
              </a:pPr>
              <a:t>‹#›</a:t>
            </a:fld>
            <a:endParaRPr lang="en-US" dirty="0">
              <a:solidFill>
                <a:schemeClr val="bg2"/>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pPr>
              <a:defRPr/>
            </a:pPr>
            <a:endParaRPr lang="en-US" dirty="0"/>
          </a:p>
        </p:txBody>
      </p:sp>
      <p:sp>
        <p:nvSpPr>
          <p:cNvPr id="4" name="Slide Number Placeholder 3"/>
          <p:cNvSpPr>
            <a:spLocks noGrp="1"/>
          </p:cNvSpPr>
          <p:nvPr>
            <p:ph type="sldNum" sz="quarter" idx="11"/>
          </p:nvPr>
        </p:nvSpPr>
        <p:spPr/>
        <p:txBody>
          <a:bodyPr/>
          <a:lstStyle>
            <a:lvl1pPr>
              <a:defRPr/>
            </a:lvl1pPr>
          </a:lstStyle>
          <a:p>
            <a:pPr>
              <a:defRPr/>
            </a:pPr>
            <a:fld id="{F32E4AA9-9022-41FA-B0B0-2B1E4A0FB8C6}" type="slidenum">
              <a:rPr lang="en-US"/>
              <a:pPr>
                <a:defRPr/>
              </a:pPr>
              <a:t>‹#›</a:t>
            </a:fld>
            <a:endParaRPr lang="en-US" dirty="0">
              <a:solidFill>
                <a:schemeClr val="bg2"/>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endParaRPr lang="en-US" dirty="0"/>
          </a:p>
        </p:txBody>
      </p:sp>
      <p:sp>
        <p:nvSpPr>
          <p:cNvPr id="3" name="Slide Number Placeholder 2"/>
          <p:cNvSpPr>
            <a:spLocks noGrp="1"/>
          </p:cNvSpPr>
          <p:nvPr>
            <p:ph type="sldNum" sz="quarter" idx="11"/>
          </p:nvPr>
        </p:nvSpPr>
        <p:spPr/>
        <p:txBody>
          <a:bodyPr/>
          <a:lstStyle>
            <a:lvl1pPr>
              <a:defRPr/>
            </a:lvl1pPr>
          </a:lstStyle>
          <a:p>
            <a:pPr>
              <a:defRPr/>
            </a:pPr>
            <a:fld id="{895441C4-8F65-4E08-8E0D-862738819E52}" type="slidenum">
              <a:rPr lang="en-US"/>
              <a:pPr>
                <a:defRPr/>
              </a:pPr>
              <a:t>‹#›</a:t>
            </a:fld>
            <a:endParaRPr lang="en-US" dirty="0">
              <a:solidFill>
                <a:schemeClr val="bg2"/>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13"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62" y="273063"/>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13" y="1435113"/>
            <a:ext cx="3008313" cy="4691063"/>
          </a:xfrm>
        </p:spPr>
        <p:txBody>
          <a:bodyPr/>
          <a:lstStyle>
            <a:lvl1pPr marL="0" indent="0">
              <a:buNone/>
              <a:defRPr sz="1400"/>
            </a:lvl1pPr>
            <a:lvl2pPr marL="456710" indent="0">
              <a:buNone/>
              <a:defRPr sz="1200"/>
            </a:lvl2pPr>
            <a:lvl3pPr marL="913423" indent="0">
              <a:buNone/>
              <a:defRPr sz="1000"/>
            </a:lvl3pPr>
            <a:lvl4pPr marL="1370130" indent="0">
              <a:buNone/>
              <a:defRPr sz="900"/>
            </a:lvl4pPr>
            <a:lvl5pPr marL="1826844" indent="0">
              <a:buNone/>
              <a:defRPr sz="900"/>
            </a:lvl5pPr>
            <a:lvl6pPr marL="2283557" indent="0">
              <a:buNone/>
              <a:defRPr sz="900"/>
            </a:lvl6pPr>
            <a:lvl7pPr marL="2740269" indent="0">
              <a:buNone/>
              <a:defRPr sz="900"/>
            </a:lvl7pPr>
            <a:lvl8pPr marL="3196979" indent="0">
              <a:buNone/>
              <a:defRPr sz="900"/>
            </a:lvl8pPr>
            <a:lvl9pPr marL="3653691"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a:defRPr/>
            </a:pPr>
            <a:endParaRPr lang="en-US" dirty="0"/>
          </a:p>
        </p:txBody>
      </p:sp>
      <p:sp>
        <p:nvSpPr>
          <p:cNvPr id="6" name="Slide Number Placeholder 5"/>
          <p:cNvSpPr>
            <a:spLocks noGrp="1"/>
          </p:cNvSpPr>
          <p:nvPr>
            <p:ph type="sldNum" sz="quarter" idx="11"/>
          </p:nvPr>
        </p:nvSpPr>
        <p:spPr/>
        <p:txBody>
          <a:bodyPr/>
          <a:lstStyle>
            <a:lvl1pPr>
              <a:defRPr/>
            </a:lvl1pPr>
          </a:lstStyle>
          <a:p>
            <a:pPr>
              <a:defRPr/>
            </a:pPr>
            <a:fld id="{D8FC5553-25A1-423F-A211-1FB6C7BE54CE}" type="slidenum">
              <a:rPr lang="en-US"/>
              <a:pPr>
                <a:defRPr/>
              </a:pPr>
              <a:t>‹#›</a:t>
            </a:fld>
            <a:endParaRPr lang="en-US" dirty="0">
              <a:solidFill>
                <a:schemeClr val="bg2"/>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4"/>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6710" indent="0">
              <a:buNone/>
              <a:defRPr sz="2800"/>
            </a:lvl2pPr>
            <a:lvl3pPr marL="913423" indent="0">
              <a:buNone/>
              <a:defRPr sz="2400"/>
            </a:lvl3pPr>
            <a:lvl4pPr marL="1370130" indent="0">
              <a:buNone/>
              <a:defRPr sz="2000"/>
            </a:lvl4pPr>
            <a:lvl5pPr marL="1826844" indent="0">
              <a:buNone/>
              <a:defRPr sz="2000"/>
            </a:lvl5pPr>
            <a:lvl6pPr marL="2283557" indent="0">
              <a:buNone/>
              <a:defRPr sz="2000"/>
            </a:lvl6pPr>
            <a:lvl7pPr marL="2740269" indent="0">
              <a:buNone/>
              <a:defRPr sz="2000"/>
            </a:lvl7pPr>
            <a:lvl8pPr marL="3196979" indent="0">
              <a:buNone/>
              <a:defRPr sz="2000"/>
            </a:lvl8pPr>
            <a:lvl9pPr marL="3653691" indent="0">
              <a:buNone/>
              <a:defRPr sz="2000"/>
            </a:lvl9pPr>
          </a:lstStyle>
          <a:p>
            <a:pPr lvl="0"/>
            <a:endParaRPr lang="en-US" noProof="0" dirty="0"/>
          </a:p>
        </p:txBody>
      </p:sp>
      <p:sp>
        <p:nvSpPr>
          <p:cNvPr id="4" name="Text Placeholder 3"/>
          <p:cNvSpPr>
            <a:spLocks noGrp="1"/>
          </p:cNvSpPr>
          <p:nvPr>
            <p:ph type="body" sz="half" idx="2"/>
          </p:nvPr>
        </p:nvSpPr>
        <p:spPr>
          <a:xfrm>
            <a:off x="1792288" y="5367342"/>
            <a:ext cx="5486400" cy="804862"/>
          </a:xfrm>
        </p:spPr>
        <p:txBody>
          <a:bodyPr/>
          <a:lstStyle>
            <a:lvl1pPr marL="0" indent="0">
              <a:buNone/>
              <a:defRPr sz="1400"/>
            </a:lvl1pPr>
            <a:lvl2pPr marL="456710" indent="0">
              <a:buNone/>
              <a:defRPr sz="1200"/>
            </a:lvl2pPr>
            <a:lvl3pPr marL="913423" indent="0">
              <a:buNone/>
              <a:defRPr sz="1000"/>
            </a:lvl3pPr>
            <a:lvl4pPr marL="1370130" indent="0">
              <a:buNone/>
              <a:defRPr sz="900"/>
            </a:lvl4pPr>
            <a:lvl5pPr marL="1826844" indent="0">
              <a:buNone/>
              <a:defRPr sz="900"/>
            </a:lvl5pPr>
            <a:lvl6pPr marL="2283557" indent="0">
              <a:buNone/>
              <a:defRPr sz="900"/>
            </a:lvl6pPr>
            <a:lvl7pPr marL="2740269" indent="0">
              <a:buNone/>
              <a:defRPr sz="900"/>
            </a:lvl7pPr>
            <a:lvl8pPr marL="3196979" indent="0">
              <a:buNone/>
              <a:defRPr sz="900"/>
            </a:lvl8pPr>
            <a:lvl9pPr marL="3653691"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a:defRPr/>
            </a:pPr>
            <a:endParaRPr lang="en-US" dirty="0"/>
          </a:p>
        </p:txBody>
      </p:sp>
      <p:sp>
        <p:nvSpPr>
          <p:cNvPr id="6" name="Slide Number Placeholder 5"/>
          <p:cNvSpPr>
            <a:spLocks noGrp="1"/>
          </p:cNvSpPr>
          <p:nvPr>
            <p:ph type="sldNum" sz="quarter" idx="11"/>
          </p:nvPr>
        </p:nvSpPr>
        <p:spPr/>
        <p:txBody>
          <a:bodyPr/>
          <a:lstStyle>
            <a:lvl1pPr>
              <a:defRPr/>
            </a:lvl1pPr>
          </a:lstStyle>
          <a:p>
            <a:pPr>
              <a:defRPr/>
            </a:pPr>
            <a:fld id="{03B906D3-CB43-449B-8772-930931F2ACF4}" type="slidenum">
              <a:rPr lang="en-US"/>
              <a:pPr>
                <a:defRPr/>
              </a:pPr>
              <a:t>‹#›</a:t>
            </a:fld>
            <a:endParaRPr lang="en-US" dirty="0">
              <a:solidFill>
                <a:schemeClr val="bg2"/>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Slide Number Placeholder 4"/>
          <p:cNvSpPr>
            <a:spLocks noGrp="1"/>
          </p:cNvSpPr>
          <p:nvPr>
            <p:ph type="sldNum" sz="quarter" idx="11"/>
          </p:nvPr>
        </p:nvSpPr>
        <p:spPr/>
        <p:txBody>
          <a:bodyPr/>
          <a:lstStyle>
            <a:lvl1pPr>
              <a:defRPr/>
            </a:lvl1pPr>
          </a:lstStyle>
          <a:p>
            <a:pPr>
              <a:defRPr/>
            </a:pPr>
            <a:fld id="{183CFEBD-4339-4A8F-9249-EC1872363F29}" type="slidenum">
              <a:rPr lang="en-US"/>
              <a:pPr>
                <a:defRPr/>
              </a:pPr>
              <a:t>‹#›</a:t>
            </a:fld>
            <a:endParaRPr lang="en-US" dirty="0">
              <a:solidFill>
                <a:schemeClr val="bg2"/>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75444" y="76200"/>
            <a:ext cx="2132012" cy="6172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76233" y="76200"/>
            <a:ext cx="6246813" cy="6172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Slide Number Placeholder 4"/>
          <p:cNvSpPr>
            <a:spLocks noGrp="1"/>
          </p:cNvSpPr>
          <p:nvPr>
            <p:ph type="sldNum" sz="quarter" idx="11"/>
          </p:nvPr>
        </p:nvSpPr>
        <p:spPr/>
        <p:txBody>
          <a:bodyPr/>
          <a:lstStyle>
            <a:lvl1pPr>
              <a:defRPr/>
            </a:lvl1pPr>
          </a:lstStyle>
          <a:p>
            <a:pPr>
              <a:defRPr/>
            </a:pPr>
            <a:fld id="{D7C32C8B-62C3-42A5-BC46-73C3AACDE1A7}" type="slidenum">
              <a:rPr lang="en-US"/>
              <a:pPr>
                <a:defRPr/>
              </a:pPr>
              <a:t>‹#›</a:t>
            </a:fld>
            <a:endParaRPr lang="en-US" dirty="0">
              <a:solidFill>
                <a:schemeClr val="bg2"/>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38"/>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6710" indent="0" algn="ctr">
              <a:buNone/>
              <a:defRPr>
                <a:solidFill>
                  <a:schemeClr val="tx1">
                    <a:tint val="75000"/>
                  </a:schemeClr>
                </a:solidFill>
              </a:defRPr>
            </a:lvl2pPr>
            <a:lvl3pPr marL="913423" indent="0" algn="ctr">
              <a:buNone/>
              <a:defRPr>
                <a:solidFill>
                  <a:schemeClr val="tx1">
                    <a:tint val="75000"/>
                  </a:schemeClr>
                </a:solidFill>
              </a:defRPr>
            </a:lvl3pPr>
            <a:lvl4pPr marL="1370130" indent="0" algn="ctr">
              <a:buNone/>
              <a:defRPr>
                <a:solidFill>
                  <a:schemeClr val="tx1">
                    <a:tint val="75000"/>
                  </a:schemeClr>
                </a:solidFill>
              </a:defRPr>
            </a:lvl4pPr>
            <a:lvl5pPr marL="1826844" indent="0" algn="ctr">
              <a:buNone/>
              <a:defRPr>
                <a:solidFill>
                  <a:schemeClr val="tx1">
                    <a:tint val="75000"/>
                  </a:schemeClr>
                </a:solidFill>
              </a:defRPr>
            </a:lvl5pPr>
            <a:lvl6pPr marL="2283557" indent="0" algn="ctr">
              <a:buNone/>
              <a:defRPr>
                <a:solidFill>
                  <a:schemeClr val="tx1">
                    <a:tint val="75000"/>
                  </a:schemeClr>
                </a:solidFill>
              </a:defRPr>
            </a:lvl6pPr>
            <a:lvl7pPr marL="2740269" indent="0" algn="ctr">
              <a:buNone/>
              <a:defRPr>
                <a:solidFill>
                  <a:schemeClr val="tx1">
                    <a:tint val="75000"/>
                  </a:schemeClr>
                </a:solidFill>
              </a:defRPr>
            </a:lvl7pPr>
            <a:lvl8pPr marL="3196979" indent="0" algn="ctr">
              <a:buNone/>
              <a:defRPr>
                <a:solidFill>
                  <a:schemeClr val="tx1">
                    <a:tint val="75000"/>
                  </a:schemeClr>
                </a:solidFill>
              </a:defRPr>
            </a:lvl8pPr>
            <a:lvl9pPr marL="3653691"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lIns="91340" tIns="45670" rIns="91340" bIns="45670"/>
          <a:lstStyle>
            <a:lvl1pPr algn="ctr" eaLnBrk="0" hangingPunct="0">
              <a:defRPr>
                <a:cs typeface="+mn-cs"/>
              </a:defRPr>
            </a:lvl1pPr>
          </a:lstStyle>
          <a:p>
            <a:pPr>
              <a:defRPr/>
            </a:pPr>
            <a:r>
              <a:rPr lang="en-US" dirty="0"/>
              <a:t>CUI</a:t>
            </a:r>
          </a:p>
        </p:txBody>
      </p:sp>
      <p:sp>
        <p:nvSpPr>
          <p:cNvPr id="6" name="Slide Number Placeholder 5"/>
          <p:cNvSpPr>
            <a:spLocks noGrp="1"/>
          </p:cNvSpPr>
          <p:nvPr>
            <p:ph type="sldNum" sz="quarter" idx="12"/>
          </p:nvPr>
        </p:nvSpPr>
        <p:spPr/>
        <p:txBody>
          <a:bodyPr/>
          <a:lstStyle>
            <a:lvl1pPr>
              <a:defRPr/>
            </a:lvl1pPr>
          </a:lstStyle>
          <a:p>
            <a:pPr>
              <a:defRPr/>
            </a:pPr>
            <a:fld id="{CD1F80EB-42D0-4B10-A4EF-C72AE39C0BD5}" type="slidenum">
              <a:rPr lang="en-US"/>
              <a:pPr>
                <a:defRPr/>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4" name="Line 2"/>
          <p:cNvSpPr>
            <a:spLocks noChangeShapeType="1"/>
          </p:cNvSpPr>
          <p:nvPr/>
        </p:nvSpPr>
        <p:spPr bwMode="auto">
          <a:xfrm>
            <a:off x="381000" y="6451600"/>
            <a:ext cx="8382000" cy="0"/>
          </a:xfrm>
          <a:prstGeom prst="line">
            <a:avLst/>
          </a:prstGeom>
          <a:noFill/>
          <a:ln w="57150">
            <a:solidFill>
              <a:srgbClr val="0C2D83"/>
            </a:solidFill>
            <a:round/>
            <a:headEnd/>
            <a:tailEnd/>
          </a:ln>
          <a:effectLst/>
        </p:spPr>
        <p:txBody>
          <a:bodyPr wrap="none" lIns="91324" tIns="45662" rIns="91324" bIns="45662" anchor="ctr"/>
          <a:lstStyle/>
          <a:p>
            <a:pPr algn="ctr" eaLnBrk="0" hangingPunct="0">
              <a:defRPr/>
            </a:pPr>
            <a:endParaRPr lang="en-US" dirty="0">
              <a:solidFill>
                <a:srgbClr val="000000"/>
              </a:solidFill>
              <a:cs typeface="+mn-cs"/>
            </a:endParaRPr>
          </a:p>
        </p:txBody>
      </p:sp>
      <p:sp>
        <p:nvSpPr>
          <p:cNvPr id="5" name="Text Box 3"/>
          <p:cNvSpPr txBox="1">
            <a:spLocks noChangeArrowheads="1"/>
          </p:cNvSpPr>
          <p:nvPr/>
        </p:nvSpPr>
        <p:spPr bwMode="auto">
          <a:xfrm>
            <a:off x="1270000" y="1233488"/>
            <a:ext cx="6553200" cy="385762"/>
          </a:xfrm>
          <a:prstGeom prst="rect">
            <a:avLst/>
          </a:prstGeom>
          <a:noFill/>
          <a:ln w="9525">
            <a:noFill/>
            <a:miter lim="800000"/>
            <a:headEnd/>
            <a:tailEnd/>
          </a:ln>
          <a:effectLst/>
        </p:spPr>
        <p:txBody>
          <a:bodyPr lIns="91324" tIns="45662" rIns="91324" bIns="45662">
            <a:spAutoFit/>
          </a:bodyPr>
          <a:lstStyle/>
          <a:p>
            <a:pPr algn="ctr" eaLnBrk="0" hangingPunct="0">
              <a:spcBef>
                <a:spcPct val="50000"/>
              </a:spcBef>
              <a:defRPr/>
            </a:pPr>
            <a:r>
              <a:rPr lang="en-US" sz="1900" b="1" i="1" dirty="0">
                <a:solidFill>
                  <a:srgbClr val="000000"/>
                </a:solidFill>
                <a:latin typeface="Century Schoolbook" pitchFamily="18" charset="0"/>
                <a:cs typeface="+mn-cs"/>
              </a:rPr>
              <a:t>I n t e g r i t y  -  S e r v i c e  -  E x c e l l e n c e</a:t>
            </a:r>
          </a:p>
        </p:txBody>
      </p:sp>
      <p:sp>
        <p:nvSpPr>
          <p:cNvPr id="6" name="Line 5"/>
          <p:cNvSpPr>
            <a:spLocks noChangeShapeType="1"/>
          </p:cNvSpPr>
          <p:nvPr/>
        </p:nvSpPr>
        <p:spPr bwMode="auto">
          <a:xfrm>
            <a:off x="381000" y="1231900"/>
            <a:ext cx="8382000" cy="0"/>
          </a:xfrm>
          <a:prstGeom prst="line">
            <a:avLst/>
          </a:prstGeom>
          <a:noFill/>
          <a:ln w="57150">
            <a:solidFill>
              <a:srgbClr val="0C2D83"/>
            </a:solidFill>
            <a:round/>
            <a:headEnd/>
            <a:tailEnd/>
          </a:ln>
          <a:effectLst/>
        </p:spPr>
        <p:txBody>
          <a:bodyPr wrap="none" lIns="91324" tIns="45662" rIns="91324" bIns="45662" anchor="ctr"/>
          <a:lstStyle/>
          <a:p>
            <a:pPr algn="ctr" eaLnBrk="0" hangingPunct="0">
              <a:defRPr/>
            </a:pPr>
            <a:endParaRPr lang="en-US" dirty="0">
              <a:solidFill>
                <a:srgbClr val="000000"/>
              </a:solidFill>
              <a:cs typeface="+mn-cs"/>
            </a:endParaRPr>
          </a:p>
        </p:txBody>
      </p:sp>
      <p:sp>
        <p:nvSpPr>
          <p:cNvPr id="7" name="Text Box 14"/>
          <p:cNvSpPr txBox="1">
            <a:spLocks noChangeArrowheads="1"/>
          </p:cNvSpPr>
          <p:nvPr userDrawn="1"/>
        </p:nvSpPr>
        <p:spPr bwMode="auto">
          <a:xfrm>
            <a:off x="1514475" y="604838"/>
            <a:ext cx="6032500" cy="609600"/>
          </a:xfrm>
          <a:prstGeom prst="rect">
            <a:avLst/>
          </a:prstGeom>
          <a:noFill/>
          <a:ln w="9525">
            <a:noFill/>
            <a:miter lim="800000"/>
            <a:headEnd/>
            <a:tailEnd/>
          </a:ln>
          <a:effectLst/>
        </p:spPr>
        <p:txBody>
          <a:bodyPr wrap="none" lIns="91324" tIns="45662" rIns="91324" bIns="45662">
            <a:spAutoFit/>
          </a:bodyPr>
          <a:lstStyle/>
          <a:p>
            <a:pPr algn="ctr" eaLnBrk="0" hangingPunct="0">
              <a:defRPr/>
            </a:pPr>
            <a:r>
              <a:rPr lang="en-US" sz="3400" b="1" i="1" dirty="0">
                <a:solidFill>
                  <a:srgbClr val="000000"/>
                </a:solidFill>
                <a:cs typeface="+mn-cs"/>
              </a:rPr>
              <a:t>Headquarters U.S. Air Force</a:t>
            </a:r>
          </a:p>
        </p:txBody>
      </p:sp>
      <p:pic>
        <p:nvPicPr>
          <p:cNvPr id="8" name="Picture 14" descr="YoAFF%20Vert%202%20clr.png"/>
          <p:cNvPicPr>
            <a:picLocks noChangeAspect="1"/>
          </p:cNvPicPr>
          <p:nvPr userDrawn="1"/>
        </p:nvPicPr>
        <p:blipFill>
          <a:blip r:embed="rId2" cstate="print"/>
          <a:srcRect/>
          <a:stretch>
            <a:fillRect/>
          </a:stretch>
        </p:blipFill>
        <p:spPr bwMode="auto">
          <a:xfrm>
            <a:off x="652463" y="4864100"/>
            <a:ext cx="4568825" cy="1200150"/>
          </a:xfrm>
          <a:prstGeom prst="rect">
            <a:avLst/>
          </a:prstGeom>
          <a:noFill/>
          <a:ln w="9525">
            <a:noFill/>
            <a:miter lim="800000"/>
            <a:headEnd/>
            <a:tailEnd/>
          </a:ln>
        </p:spPr>
      </p:pic>
      <p:sp>
        <p:nvSpPr>
          <p:cNvPr id="50191" name="Rectangle 15"/>
          <p:cNvSpPr>
            <a:spLocks noGrp="1" noChangeArrowheads="1"/>
          </p:cNvSpPr>
          <p:nvPr>
            <p:ph type="ctrTitle"/>
          </p:nvPr>
        </p:nvSpPr>
        <p:spPr>
          <a:xfrm>
            <a:off x="276233" y="1962150"/>
            <a:ext cx="8486775" cy="1600200"/>
          </a:xfrm>
        </p:spPr>
        <p:txBody>
          <a:bodyPr/>
          <a:lstStyle>
            <a:lvl1pPr>
              <a:defRPr sz="4200" i="0"/>
            </a:lvl1pPr>
          </a:lstStyle>
          <a:p>
            <a:r>
              <a:rPr lang="en-US" dirty="0"/>
              <a:t>Click to edit Master title style</a:t>
            </a:r>
          </a:p>
        </p:txBody>
      </p:sp>
      <p:sp>
        <p:nvSpPr>
          <p:cNvPr id="12" name="Rectangle 4"/>
          <p:cNvSpPr>
            <a:spLocks noGrp="1" noChangeArrowheads="1"/>
          </p:cNvSpPr>
          <p:nvPr>
            <p:ph type="subTitle" idx="1"/>
          </p:nvPr>
        </p:nvSpPr>
        <p:spPr bwMode="auto">
          <a:xfrm>
            <a:off x="6676572" y="4143375"/>
            <a:ext cx="2249714" cy="1828800"/>
          </a:xfrm>
          <a:prstGeom prst="rect">
            <a:avLst/>
          </a:prstGeom>
          <a:noFill/>
          <a:ln w="9525">
            <a:noFill/>
            <a:miter lim="800000"/>
            <a:headEnd/>
            <a:tailEnd/>
          </a:ln>
        </p:spPr>
        <p:txBody>
          <a:bodyPr/>
          <a:lstStyle>
            <a:lvl1pPr algn="r">
              <a:buNone/>
              <a:defRPr/>
            </a:lvl1pPr>
          </a:lstStyle>
          <a:p>
            <a:r>
              <a:rPr lang="en-US" dirty="0"/>
              <a:t>Rank, Name</a:t>
            </a:r>
          </a:p>
          <a:p>
            <a:r>
              <a:rPr lang="en-US" dirty="0"/>
              <a:t>Office Symbol</a:t>
            </a:r>
          </a:p>
          <a:p>
            <a:r>
              <a:rPr lang="en-US" dirty="0"/>
              <a:t>Date of Briefing</a:t>
            </a:r>
          </a:p>
          <a:p>
            <a:r>
              <a:rPr lang="en-US" dirty="0"/>
              <a:t>Version #</a:t>
            </a:r>
          </a:p>
        </p:txBody>
      </p:sp>
      <p:sp>
        <p:nvSpPr>
          <p:cNvPr id="9" name="Rectangle 6"/>
          <p:cNvSpPr>
            <a:spLocks noGrp="1" noChangeArrowheads="1"/>
          </p:cNvSpPr>
          <p:nvPr>
            <p:ph type="dt" sz="half" idx="10"/>
          </p:nvPr>
        </p:nvSpPr>
        <p:spPr>
          <a:xfrm>
            <a:off x="0" y="6524625"/>
            <a:ext cx="1219200" cy="304800"/>
          </a:xfrm>
          <a:prstGeom prst="rect">
            <a:avLst/>
          </a:prstGeom>
        </p:spPr>
        <p:txBody>
          <a:bodyPr lIns="91324" tIns="45662" rIns="91324" bIns="45662"/>
          <a:lstStyle>
            <a:lvl1pPr algn="ctr" eaLnBrk="0" hangingPunct="0">
              <a:defRPr>
                <a:solidFill>
                  <a:srgbClr val="000000"/>
                </a:solidFill>
                <a:cs typeface="+mn-cs"/>
              </a:defRPr>
            </a:lvl1pPr>
          </a:lstStyle>
          <a:p>
            <a:pPr>
              <a:defRPr/>
            </a:pPr>
            <a:endParaRPr lang="en-US" dirty="0"/>
          </a:p>
        </p:txBody>
      </p:sp>
      <p:sp>
        <p:nvSpPr>
          <p:cNvPr id="10" name="Rectangle 7"/>
          <p:cNvSpPr>
            <a:spLocks noGrp="1" noChangeArrowheads="1"/>
          </p:cNvSpPr>
          <p:nvPr>
            <p:ph type="sldNum" sz="quarter" idx="11"/>
          </p:nvPr>
        </p:nvSpPr>
        <p:spPr>
          <a:xfrm>
            <a:off x="8382000" y="6524625"/>
            <a:ext cx="749300" cy="333375"/>
          </a:xfrm>
        </p:spPr>
        <p:txBody>
          <a:bodyPr/>
          <a:lstStyle>
            <a:lvl1pPr eaLnBrk="1" hangingPunct="1">
              <a:defRPr/>
            </a:lvl1pPr>
          </a:lstStyle>
          <a:p>
            <a:pPr>
              <a:defRPr/>
            </a:pPr>
            <a:fld id="{2E022E03-27AE-4860-B335-A6EB0B045B7E}" type="slidenum">
              <a:rPr lang="en-US"/>
              <a:pPr>
                <a:defRPr/>
              </a:pPr>
              <a:t>‹#›</a:t>
            </a:fld>
            <a:endParaRPr lang="en-US" dirty="0">
              <a:solidFill>
                <a:srgbClr val="808080"/>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410857" y="142875"/>
            <a:ext cx="5340048" cy="1143000"/>
          </a:xfrm>
        </p:spPr>
        <p:txBody>
          <a:bodyPr/>
          <a:lstStyle>
            <a:lvl1pPr>
              <a:defRPr sz="3400"/>
            </a:lvl1pPr>
          </a:lstStyle>
          <a:p>
            <a:r>
              <a:rPr lang="en-US" dirty="0"/>
              <a:t>Click to edit Master title style</a:t>
            </a:r>
          </a:p>
        </p:txBody>
      </p:sp>
      <p:sp>
        <p:nvSpPr>
          <p:cNvPr id="3" name="Content Placeholder 2"/>
          <p:cNvSpPr>
            <a:spLocks noGrp="1"/>
          </p:cNvSpPr>
          <p:nvPr>
            <p:ph idx="1"/>
          </p:nvPr>
        </p:nvSpPr>
        <p:spPr/>
        <p:txBody>
          <a:bodyPr/>
          <a:lstStyle>
            <a:lvl1pPr>
              <a:spcBef>
                <a:spcPts val="500"/>
              </a:spcBef>
              <a:defRPr sz="1900" b="1"/>
            </a:lvl1pPr>
            <a:lvl2pPr>
              <a:spcBef>
                <a:spcPts val="25"/>
              </a:spcBef>
              <a:defRPr sz="1900" b="1"/>
            </a:lvl2pPr>
            <a:lvl3pPr>
              <a:spcBef>
                <a:spcPts val="25"/>
              </a:spcBef>
              <a:buClr>
                <a:schemeClr val="accent6">
                  <a:lumMod val="50000"/>
                </a:schemeClr>
              </a:buClr>
              <a:defRPr sz="1900" b="1"/>
            </a:lvl3pPr>
            <a:lvl4pPr>
              <a:spcBef>
                <a:spcPts val="25"/>
              </a:spcBef>
              <a:buClr>
                <a:schemeClr val="accent6">
                  <a:lumMod val="50000"/>
                </a:schemeClr>
              </a:buClr>
              <a:defRPr sz="1900" b="1"/>
            </a:lvl4pPr>
            <a:lvl5pPr>
              <a:spcBef>
                <a:spcPts val="25"/>
              </a:spcBef>
              <a:buClr>
                <a:schemeClr val="accent6">
                  <a:lumMod val="50000"/>
                </a:schemeClr>
              </a:buClr>
              <a:defRPr sz="1900" b="1"/>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1028"/>
          <p:cNvSpPr>
            <a:spLocks noGrp="1" noChangeArrowheads="1"/>
          </p:cNvSpPr>
          <p:nvPr>
            <p:ph type="sldNum" sz="quarter" idx="10"/>
          </p:nvPr>
        </p:nvSpPr>
        <p:spPr>
          <a:xfrm>
            <a:off x="8001000" y="6553200"/>
            <a:ext cx="1143000" cy="304800"/>
          </a:xfrm>
        </p:spPr>
        <p:txBody>
          <a:bodyPr/>
          <a:lstStyle>
            <a:lvl1pPr eaLnBrk="1" hangingPunct="1">
              <a:defRPr/>
            </a:lvl1pPr>
          </a:lstStyle>
          <a:p>
            <a:pPr>
              <a:defRPr/>
            </a:pPr>
            <a:fld id="{61270A14-E950-4AC7-A01E-FDCFCFDEBBD2}" type="slidenum">
              <a:rPr lang="en-US"/>
              <a:pPr>
                <a:defRPr/>
              </a:pPr>
              <a:t>‹#›</a:t>
            </a:fld>
            <a:endParaRPr lang="en-US" dirty="0">
              <a:solidFill>
                <a:srgbClr val="808080"/>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3"/>
            <a:ext cx="7772400" cy="1362075"/>
          </a:xfrm>
        </p:spPr>
        <p:txBody>
          <a:bodyPr anchor="t"/>
          <a:lstStyle>
            <a:lvl1pPr algn="l">
              <a:defRPr sz="1900" b="1" cap="all"/>
            </a:lvl1pPr>
          </a:lstStyle>
          <a:p>
            <a:r>
              <a:rPr lang="en-US" dirty="0"/>
              <a:t>Click to edit Master title style</a:t>
            </a:r>
          </a:p>
        </p:txBody>
      </p:sp>
      <p:sp>
        <p:nvSpPr>
          <p:cNvPr id="3" name="Text Placeholder 2"/>
          <p:cNvSpPr>
            <a:spLocks noGrp="1"/>
          </p:cNvSpPr>
          <p:nvPr>
            <p:ph type="body" idx="1"/>
          </p:nvPr>
        </p:nvSpPr>
        <p:spPr>
          <a:xfrm>
            <a:off x="722313" y="2906719"/>
            <a:ext cx="7772400" cy="1500188"/>
          </a:xfrm>
        </p:spPr>
        <p:txBody>
          <a:bodyPr anchor="b"/>
          <a:lstStyle>
            <a:lvl1pPr marL="0" indent="0">
              <a:buNone/>
              <a:defRPr sz="1900"/>
            </a:lvl1pPr>
            <a:lvl2pPr marL="456628" indent="0">
              <a:buNone/>
              <a:defRPr sz="1800"/>
            </a:lvl2pPr>
            <a:lvl3pPr marL="913260" indent="0">
              <a:buNone/>
              <a:defRPr sz="1600"/>
            </a:lvl3pPr>
            <a:lvl4pPr marL="1369885" indent="0">
              <a:buNone/>
              <a:defRPr sz="1400"/>
            </a:lvl4pPr>
            <a:lvl5pPr marL="1826518" indent="0">
              <a:buNone/>
              <a:defRPr sz="1400"/>
            </a:lvl5pPr>
            <a:lvl6pPr marL="2283149" indent="0">
              <a:buNone/>
              <a:defRPr sz="1400"/>
            </a:lvl6pPr>
            <a:lvl7pPr marL="2739779" indent="0">
              <a:buNone/>
              <a:defRPr sz="1400"/>
            </a:lvl7pPr>
            <a:lvl8pPr marL="3196410" indent="0">
              <a:buNone/>
              <a:defRPr sz="1400"/>
            </a:lvl8pPr>
            <a:lvl9pPr marL="3653040" indent="0">
              <a:buNone/>
              <a:defRPr sz="1400"/>
            </a:lvl9pPr>
          </a:lstStyle>
          <a:p>
            <a:pPr lvl="0"/>
            <a:r>
              <a:rPr lang="en-US" dirty="0"/>
              <a:t>Click to edit Master text styles</a:t>
            </a:r>
          </a:p>
        </p:txBody>
      </p:sp>
      <p:sp>
        <p:nvSpPr>
          <p:cNvPr id="4" name="Rectangle 1028"/>
          <p:cNvSpPr>
            <a:spLocks noGrp="1" noChangeArrowheads="1"/>
          </p:cNvSpPr>
          <p:nvPr>
            <p:ph type="sldNum" sz="quarter" idx="10"/>
          </p:nvPr>
        </p:nvSpPr>
        <p:spPr/>
        <p:txBody>
          <a:bodyPr/>
          <a:lstStyle>
            <a:lvl1pPr eaLnBrk="1" hangingPunct="1">
              <a:defRPr/>
            </a:lvl1pPr>
          </a:lstStyle>
          <a:p>
            <a:pPr>
              <a:defRPr/>
            </a:pPr>
            <a:fld id="{AF543642-4F81-4C43-AE14-13E93D93AAC8}" type="slidenum">
              <a:rPr lang="en-US"/>
              <a:pPr>
                <a:defRPr/>
              </a:pPr>
              <a:t>‹#›</a:t>
            </a:fld>
            <a:endParaRPr lang="en-US" dirty="0">
              <a:solidFill>
                <a:srgbClr val="808080"/>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369902" y="1363679"/>
            <a:ext cx="4105275" cy="4860925"/>
          </a:xfrm>
        </p:spPr>
        <p:txBody>
          <a:bodyPr/>
          <a:lstStyle>
            <a:lvl1pPr>
              <a:spcBef>
                <a:spcPts val="500"/>
              </a:spcBef>
              <a:buClr>
                <a:schemeClr val="accent6">
                  <a:lumMod val="50000"/>
                </a:schemeClr>
              </a:buClr>
              <a:defRPr sz="1900" b="0"/>
            </a:lvl1pPr>
            <a:lvl2pPr>
              <a:spcBef>
                <a:spcPts val="25"/>
              </a:spcBef>
              <a:buClr>
                <a:schemeClr val="accent6">
                  <a:lumMod val="50000"/>
                </a:schemeClr>
              </a:buClr>
              <a:defRPr sz="1900" b="0"/>
            </a:lvl2pPr>
            <a:lvl3pPr>
              <a:spcBef>
                <a:spcPts val="25"/>
              </a:spcBef>
              <a:buClr>
                <a:schemeClr val="accent6">
                  <a:lumMod val="50000"/>
                </a:schemeClr>
              </a:buClr>
              <a:defRPr sz="1900" b="0"/>
            </a:lvl3pPr>
            <a:lvl4pPr>
              <a:spcBef>
                <a:spcPts val="25"/>
              </a:spcBef>
              <a:buClr>
                <a:schemeClr val="accent6">
                  <a:lumMod val="50000"/>
                </a:schemeClr>
              </a:buClr>
              <a:defRPr sz="1900" b="0"/>
            </a:lvl4pPr>
            <a:lvl5pPr>
              <a:spcBef>
                <a:spcPts val="25"/>
              </a:spcBef>
              <a:buClr>
                <a:schemeClr val="accent6">
                  <a:lumMod val="50000"/>
                </a:schemeClr>
              </a:buClr>
              <a:defRPr sz="1900" b="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27581" y="1363679"/>
            <a:ext cx="4105275" cy="4860925"/>
          </a:xfrm>
        </p:spPr>
        <p:txBody>
          <a:bodyPr/>
          <a:lstStyle>
            <a:lvl1pPr>
              <a:spcBef>
                <a:spcPts val="500"/>
              </a:spcBef>
              <a:buClr>
                <a:schemeClr val="accent6">
                  <a:lumMod val="50000"/>
                </a:schemeClr>
              </a:buClr>
              <a:defRPr sz="1900" b="1"/>
            </a:lvl1pPr>
            <a:lvl2pPr>
              <a:spcBef>
                <a:spcPts val="25"/>
              </a:spcBef>
              <a:buClr>
                <a:schemeClr val="accent6">
                  <a:lumMod val="50000"/>
                </a:schemeClr>
              </a:buClr>
              <a:defRPr sz="1900" b="1"/>
            </a:lvl2pPr>
            <a:lvl3pPr>
              <a:spcBef>
                <a:spcPts val="25"/>
              </a:spcBef>
              <a:buClr>
                <a:schemeClr val="accent6">
                  <a:lumMod val="50000"/>
                </a:schemeClr>
              </a:buClr>
              <a:defRPr sz="1900" b="1"/>
            </a:lvl3pPr>
            <a:lvl4pPr>
              <a:spcBef>
                <a:spcPts val="25"/>
              </a:spcBef>
              <a:buClr>
                <a:schemeClr val="accent6">
                  <a:lumMod val="50000"/>
                </a:schemeClr>
              </a:buClr>
              <a:defRPr sz="1900" b="1"/>
            </a:lvl4pPr>
            <a:lvl5pPr>
              <a:spcBef>
                <a:spcPts val="25"/>
              </a:spcBef>
              <a:buClr>
                <a:schemeClr val="accent6">
                  <a:lumMod val="50000"/>
                </a:schemeClr>
              </a:buClr>
              <a:defRPr sz="1900" b="1"/>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1028"/>
          <p:cNvSpPr>
            <a:spLocks noGrp="1" noChangeArrowheads="1"/>
          </p:cNvSpPr>
          <p:nvPr>
            <p:ph type="sldNum" sz="quarter" idx="10"/>
          </p:nvPr>
        </p:nvSpPr>
        <p:spPr/>
        <p:txBody>
          <a:bodyPr/>
          <a:lstStyle>
            <a:lvl1pPr eaLnBrk="1" hangingPunct="1">
              <a:defRPr/>
            </a:lvl1pPr>
          </a:lstStyle>
          <a:p>
            <a:pPr>
              <a:defRPr/>
            </a:pPr>
            <a:fld id="{46972FB8-FA90-4952-93C4-B4370B4C59E8}" type="slidenum">
              <a:rPr lang="en-US"/>
              <a:pPr>
                <a:defRPr/>
              </a:pPr>
              <a:t>‹#›</a:t>
            </a:fld>
            <a:endParaRPr lang="en-US" dirty="0">
              <a:solidFill>
                <a:srgbClr val="808080"/>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457200" y="1535114"/>
            <a:ext cx="4040188" cy="639763"/>
          </a:xfrm>
        </p:spPr>
        <p:txBody>
          <a:bodyPr anchor="b"/>
          <a:lstStyle>
            <a:lvl1pPr marL="0" indent="0">
              <a:buNone/>
              <a:defRPr sz="2400" b="1"/>
            </a:lvl1pPr>
            <a:lvl2pPr marL="456628" indent="0">
              <a:buNone/>
              <a:defRPr sz="2000" b="1"/>
            </a:lvl2pPr>
            <a:lvl3pPr marL="913260" indent="0">
              <a:buNone/>
              <a:defRPr sz="1800" b="1"/>
            </a:lvl3pPr>
            <a:lvl4pPr marL="1369885" indent="0">
              <a:buNone/>
              <a:defRPr sz="1600" b="1"/>
            </a:lvl4pPr>
            <a:lvl5pPr marL="1826518" indent="0">
              <a:buNone/>
              <a:defRPr sz="1600" b="1"/>
            </a:lvl5pPr>
            <a:lvl6pPr marL="2283149" indent="0">
              <a:buNone/>
              <a:defRPr sz="1600" b="1"/>
            </a:lvl6pPr>
            <a:lvl7pPr marL="2739779" indent="0">
              <a:buNone/>
              <a:defRPr sz="1600" b="1"/>
            </a:lvl7pPr>
            <a:lvl8pPr marL="3196410" indent="0">
              <a:buNone/>
              <a:defRPr sz="1600" b="1"/>
            </a:lvl8pPr>
            <a:lvl9pPr marL="365304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9"/>
            <a:ext cx="4040188" cy="3951288"/>
          </a:xfrm>
        </p:spPr>
        <p:txBody>
          <a:bodyPr/>
          <a:lstStyle>
            <a:lvl1pPr>
              <a:spcBef>
                <a:spcPts val="500"/>
              </a:spcBef>
              <a:buClr>
                <a:schemeClr val="accent6">
                  <a:lumMod val="50000"/>
                </a:schemeClr>
              </a:buClr>
              <a:defRPr sz="1900" b="1"/>
            </a:lvl1pPr>
            <a:lvl2pPr>
              <a:spcBef>
                <a:spcPts val="25"/>
              </a:spcBef>
              <a:buClr>
                <a:schemeClr val="accent6">
                  <a:lumMod val="50000"/>
                </a:schemeClr>
              </a:buClr>
              <a:defRPr sz="1900" b="1"/>
            </a:lvl2pPr>
            <a:lvl3pPr>
              <a:spcBef>
                <a:spcPts val="25"/>
              </a:spcBef>
              <a:buClr>
                <a:schemeClr val="accent6">
                  <a:lumMod val="50000"/>
                </a:schemeClr>
              </a:buClr>
              <a:defRPr sz="1900" b="1"/>
            </a:lvl3pPr>
            <a:lvl4pPr>
              <a:spcBef>
                <a:spcPts val="25"/>
              </a:spcBef>
              <a:buClr>
                <a:schemeClr val="accent6">
                  <a:lumMod val="50000"/>
                </a:schemeClr>
              </a:buClr>
              <a:defRPr sz="1900" b="1"/>
            </a:lvl4pPr>
            <a:lvl5pPr>
              <a:spcBef>
                <a:spcPts val="25"/>
              </a:spcBef>
              <a:buClr>
                <a:schemeClr val="accent6">
                  <a:lumMod val="50000"/>
                </a:schemeClr>
              </a:buClr>
              <a:defRPr sz="1900" b="1"/>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33" y="1535114"/>
            <a:ext cx="4041775" cy="639763"/>
          </a:xfrm>
        </p:spPr>
        <p:txBody>
          <a:bodyPr anchor="b"/>
          <a:lstStyle>
            <a:lvl1pPr marL="0" indent="0">
              <a:buNone/>
              <a:defRPr sz="2400" b="1"/>
            </a:lvl1pPr>
            <a:lvl2pPr marL="456628" indent="0">
              <a:buNone/>
              <a:defRPr sz="2000" b="1"/>
            </a:lvl2pPr>
            <a:lvl3pPr marL="913260" indent="0">
              <a:buNone/>
              <a:defRPr sz="1800" b="1"/>
            </a:lvl3pPr>
            <a:lvl4pPr marL="1369885" indent="0">
              <a:buNone/>
              <a:defRPr sz="1600" b="1"/>
            </a:lvl4pPr>
            <a:lvl5pPr marL="1826518" indent="0">
              <a:buNone/>
              <a:defRPr sz="1600" b="1"/>
            </a:lvl5pPr>
            <a:lvl6pPr marL="2283149" indent="0">
              <a:buNone/>
              <a:defRPr sz="1600" b="1"/>
            </a:lvl6pPr>
            <a:lvl7pPr marL="2739779" indent="0">
              <a:buNone/>
              <a:defRPr sz="1600" b="1"/>
            </a:lvl7pPr>
            <a:lvl8pPr marL="3196410" indent="0">
              <a:buNone/>
              <a:defRPr sz="1600" b="1"/>
            </a:lvl8pPr>
            <a:lvl9pPr marL="365304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33" y="2174879"/>
            <a:ext cx="4041775" cy="3951288"/>
          </a:xfrm>
        </p:spPr>
        <p:txBody>
          <a:bodyPr/>
          <a:lstStyle>
            <a:lvl1pPr>
              <a:spcBef>
                <a:spcPts val="500"/>
              </a:spcBef>
              <a:buClr>
                <a:schemeClr val="accent6">
                  <a:lumMod val="50000"/>
                </a:schemeClr>
              </a:buClr>
              <a:defRPr sz="1900"/>
            </a:lvl1pPr>
            <a:lvl2pPr>
              <a:spcBef>
                <a:spcPts val="25"/>
              </a:spcBef>
              <a:buClr>
                <a:schemeClr val="accent6">
                  <a:lumMod val="50000"/>
                </a:schemeClr>
              </a:buClr>
              <a:defRPr sz="1900" b="1"/>
            </a:lvl2pPr>
            <a:lvl3pPr>
              <a:spcBef>
                <a:spcPts val="25"/>
              </a:spcBef>
              <a:buClr>
                <a:schemeClr val="accent6">
                  <a:lumMod val="50000"/>
                </a:schemeClr>
              </a:buClr>
              <a:defRPr sz="1900" b="1"/>
            </a:lvl3pPr>
            <a:lvl4pPr>
              <a:spcBef>
                <a:spcPts val="25"/>
              </a:spcBef>
              <a:buClr>
                <a:schemeClr val="accent6">
                  <a:lumMod val="50000"/>
                </a:schemeClr>
              </a:buClr>
              <a:defRPr sz="1900" b="1"/>
            </a:lvl4pPr>
            <a:lvl5pPr>
              <a:spcBef>
                <a:spcPts val="25"/>
              </a:spcBef>
              <a:buClr>
                <a:schemeClr val="accent6">
                  <a:lumMod val="50000"/>
                </a:schemeClr>
              </a:buClr>
              <a:defRPr sz="1900" b="1"/>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1028"/>
          <p:cNvSpPr>
            <a:spLocks noGrp="1" noChangeArrowheads="1"/>
          </p:cNvSpPr>
          <p:nvPr>
            <p:ph type="sldNum" sz="quarter" idx="10"/>
          </p:nvPr>
        </p:nvSpPr>
        <p:spPr/>
        <p:txBody>
          <a:bodyPr/>
          <a:lstStyle>
            <a:lvl1pPr eaLnBrk="1" hangingPunct="1">
              <a:defRPr/>
            </a:lvl1pPr>
          </a:lstStyle>
          <a:p>
            <a:pPr>
              <a:defRPr/>
            </a:pPr>
            <a:fld id="{F0CC881A-7A97-43AC-A681-9CB36988592E}" type="slidenum">
              <a:rPr lang="en-US"/>
              <a:pPr>
                <a:defRPr/>
              </a:pPr>
              <a:t>‹#›</a:t>
            </a:fld>
            <a:endParaRPr lang="en-US" dirty="0">
              <a:solidFill>
                <a:srgbClr val="808080"/>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Rectangle 1028"/>
          <p:cNvSpPr>
            <a:spLocks noGrp="1" noChangeArrowheads="1"/>
          </p:cNvSpPr>
          <p:nvPr>
            <p:ph type="sldNum" sz="quarter" idx="10"/>
          </p:nvPr>
        </p:nvSpPr>
        <p:spPr/>
        <p:txBody>
          <a:bodyPr/>
          <a:lstStyle>
            <a:lvl1pPr eaLnBrk="1" hangingPunct="1">
              <a:defRPr/>
            </a:lvl1pPr>
          </a:lstStyle>
          <a:p>
            <a:pPr>
              <a:defRPr/>
            </a:pPr>
            <a:fld id="{5F7CEDF4-B709-4E82-936A-3B343BB2450B}" type="slidenum">
              <a:rPr lang="en-US"/>
              <a:pPr>
                <a:defRPr/>
              </a:pPr>
              <a:t>‹#›</a:t>
            </a:fld>
            <a:endParaRPr lang="en-US" dirty="0">
              <a:solidFill>
                <a:srgbClr val="808080"/>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28"/>
          <p:cNvSpPr>
            <a:spLocks noGrp="1" noChangeArrowheads="1"/>
          </p:cNvSpPr>
          <p:nvPr>
            <p:ph type="sldNum" sz="quarter" idx="10"/>
          </p:nvPr>
        </p:nvSpPr>
        <p:spPr/>
        <p:txBody>
          <a:bodyPr/>
          <a:lstStyle>
            <a:lvl1pPr eaLnBrk="1" hangingPunct="1">
              <a:defRPr/>
            </a:lvl1pPr>
          </a:lstStyle>
          <a:p>
            <a:pPr>
              <a:defRPr/>
            </a:pPr>
            <a:fld id="{1220F122-D915-492C-B902-7808EB1E687C}" type="slidenum">
              <a:rPr lang="en-US"/>
              <a:pPr>
                <a:defRPr/>
              </a:pPr>
              <a:t>‹#›</a:t>
            </a:fld>
            <a:endParaRPr lang="en-US" dirty="0">
              <a:solidFill>
                <a:srgbClr val="808080"/>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991435" y="1357313"/>
            <a:ext cx="4136571" cy="4572000"/>
          </a:xfrm>
        </p:spPr>
        <p:txBody>
          <a:bodyPr/>
          <a:lstStyle>
            <a:lvl1pPr>
              <a:spcBef>
                <a:spcPts val="500"/>
              </a:spcBef>
              <a:buClr>
                <a:schemeClr val="accent6">
                  <a:lumMod val="50000"/>
                </a:schemeClr>
              </a:buClr>
              <a:defRPr sz="1900"/>
            </a:lvl1pPr>
            <a:lvl2pPr>
              <a:spcBef>
                <a:spcPts val="25"/>
              </a:spcBef>
              <a:buClr>
                <a:schemeClr val="accent6">
                  <a:lumMod val="50000"/>
                </a:schemeClr>
              </a:buClr>
              <a:defRPr sz="1900" b="1"/>
            </a:lvl2pPr>
            <a:lvl3pPr>
              <a:spcBef>
                <a:spcPts val="25"/>
              </a:spcBef>
              <a:buClr>
                <a:schemeClr val="accent6">
                  <a:lumMod val="50000"/>
                </a:schemeClr>
              </a:buClr>
              <a:defRPr sz="1900" b="1"/>
            </a:lvl3pPr>
            <a:lvl4pPr>
              <a:spcBef>
                <a:spcPts val="25"/>
              </a:spcBef>
              <a:buClr>
                <a:schemeClr val="accent6">
                  <a:lumMod val="50000"/>
                </a:schemeClr>
              </a:buClr>
              <a:defRPr sz="1900" b="1"/>
            </a:lvl4pPr>
            <a:lvl5pPr>
              <a:spcBef>
                <a:spcPts val="25"/>
              </a:spcBef>
              <a:buClr>
                <a:schemeClr val="accent6">
                  <a:lumMod val="50000"/>
                </a:schemeClr>
              </a:buClr>
              <a:defRPr sz="1900" b="1"/>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08003" y="1500201"/>
            <a:ext cx="3008313" cy="4691063"/>
          </a:xfrm>
        </p:spPr>
        <p:txBody>
          <a:bodyPr/>
          <a:lstStyle>
            <a:lvl1pPr marL="0" indent="0">
              <a:buNone/>
              <a:defRPr sz="1900"/>
            </a:lvl1pPr>
            <a:lvl2pPr marL="456628" indent="0">
              <a:buNone/>
              <a:defRPr sz="1200"/>
            </a:lvl2pPr>
            <a:lvl3pPr marL="913260" indent="0">
              <a:buNone/>
              <a:defRPr sz="1000"/>
            </a:lvl3pPr>
            <a:lvl4pPr marL="1369885" indent="0">
              <a:buNone/>
              <a:defRPr sz="900"/>
            </a:lvl4pPr>
            <a:lvl5pPr marL="1826518" indent="0">
              <a:buNone/>
              <a:defRPr sz="900"/>
            </a:lvl5pPr>
            <a:lvl6pPr marL="2283149" indent="0">
              <a:buNone/>
              <a:defRPr sz="900"/>
            </a:lvl6pPr>
            <a:lvl7pPr marL="2739779" indent="0">
              <a:buNone/>
              <a:defRPr sz="900"/>
            </a:lvl7pPr>
            <a:lvl8pPr marL="3196410" indent="0">
              <a:buNone/>
              <a:defRPr sz="900"/>
            </a:lvl8pPr>
            <a:lvl9pPr marL="3653040" indent="0">
              <a:buNone/>
              <a:defRPr sz="900"/>
            </a:lvl9pPr>
          </a:lstStyle>
          <a:p>
            <a:pPr lvl="0"/>
            <a:r>
              <a:rPr lang="en-US" dirty="0"/>
              <a:t>Click to edit Master text styles</a:t>
            </a:r>
          </a:p>
        </p:txBody>
      </p:sp>
      <p:sp>
        <p:nvSpPr>
          <p:cNvPr id="5" name="Rectangle 1028"/>
          <p:cNvSpPr>
            <a:spLocks noGrp="1" noChangeArrowheads="1"/>
          </p:cNvSpPr>
          <p:nvPr>
            <p:ph type="sldNum" sz="quarter" idx="10"/>
          </p:nvPr>
        </p:nvSpPr>
        <p:spPr/>
        <p:txBody>
          <a:bodyPr/>
          <a:lstStyle>
            <a:lvl1pPr eaLnBrk="1" hangingPunct="1">
              <a:defRPr/>
            </a:lvl1pPr>
          </a:lstStyle>
          <a:p>
            <a:pPr>
              <a:defRPr/>
            </a:pPr>
            <a:fld id="{FBCC70BE-5E2B-413C-833B-3639E7E17862}" type="slidenum">
              <a:rPr lang="en-US"/>
              <a:pPr>
                <a:defRPr/>
              </a:pPr>
              <a:t>‹#›</a:t>
            </a:fld>
            <a:endParaRPr lang="en-US" dirty="0">
              <a:solidFill>
                <a:srgbClr val="808080"/>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4"/>
            <a:ext cx="5486400" cy="566738"/>
          </a:xfrm>
        </p:spPr>
        <p:txBody>
          <a:bodyPr anchor="b"/>
          <a:lstStyle>
            <a:lvl1pPr algn="l">
              <a:defRPr sz="1900" b="1"/>
            </a:lvl1pPr>
          </a:lstStyle>
          <a:p>
            <a:r>
              <a:rPr lang="en-US" dirty="0"/>
              <a:t>Click to edit Master title style</a:t>
            </a:r>
          </a:p>
        </p:txBody>
      </p:sp>
      <p:sp>
        <p:nvSpPr>
          <p:cNvPr id="4" name="Text Placeholder 3"/>
          <p:cNvSpPr>
            <a:spLocks noGrp="1"/>
          </p:cNvSpPr>
          <p:nvPr>
            <p:ph type="body" sz="half" idx="2"/>
          </p:nvPr>
        </p:nvSpPr>
        <p:spPr>
          <a:xfrm>
            <a:off x="1792288" y="5367353"/>
            <a:ext cx="5486400" cy="804863"/>
          </a:xfrm>
        </p:spPr>
        <p:txBody>
          <a:bodyPr/>
          <a:lstStyle>
            <a:lvl1pPr marL="0" indent="0">
              <a:buNone/>
              <a:defRPr sz="1900"/>
            </a:lvl1pPr>
            <a:lvl2pPr marL="456628" indent="0">
              <a:buNone/>
              <a:defRPr sz="1200"/>
            </a:lvl2pPr>
            <a:lvl3pPr marL="913260" indent="0">
              <a:buNone/>
              <a:defRPr sz="1000"/>
            </a:lvl3pPr>
            <a:lvl4pPr marL="1369885" indent="0">
              <a:buNone/>
              <a:defRPr sz="900"/>
            </a:lvl4pPr>
            <a:lvl5pPr marL="1826518" indent="0">
              <a:buNone/>
              <a:defRPr sz="900"/>
            </a:lvl5pPr>
            <a:lvl6pPr marL="2283149" indent="0">
              <a:buNone/>
              <a:defRPr sz="900"/>
            </a:lvl6pPr>
            <a:lvl7pPr marL="2739779" indent="0">
              <a:buNone/>
              <a:defRPr sz="900"/>
            </a:lvl7pPr>
            <a:lvl8pPr marL="3196410" indent="0">
              <a:buNone/>
              <a:defRPr sz="900"/>
            </a:lvl8pPr>
            <a:lvl9pPr marL="3653040" indent="0">
              <a:buNone/>
              <a:defRPr sz="900"/>
            </a:lvl9pPr>
          </a:lstStyle>
          <a:p>
            <a:pPr lvl="0"/>
            <a:r>
              <a:rPr lang="en-US" dirty="0"/>
              <a:t>Click to edit Master text styles</a:t>
            </a:r>
          </a:p>
        </p:txBody>
      </p:sp>
      <p:sp>
        <p:nvSpPr>
          <p:cNvPr id="5" name="Rectangle 1028"/>
          <p:cNvSpPr>
            <a:spLocks noGrp="1" noChangeArrowheads="1"/>
          </p:cNvSpPr>
          <p:nvPr>
            <p:ph type="sldNum" sz="quarter" idx="10"/>
          </p:nvPr>
        </p:nvSpPr>
        <p:spPr/>
        <p:txBody>
          <a:bodyPr/>
          <a:lstStyle>
            <a:lvl1pPr eaLnBrk="1" hangingPunct="1">
              <a:defRPr/>
            </a:lvl1pPr>
          </a:lstStyle>
          <a:p>
            <a:pPr>
              <a:defRPr/>
            </a:pPr>
            <a:fld id="{535D72B9-028B-4CF2-97AE-E65FD536B84D}" type="slidenum">
              <a:rPr lang="en-US"/>
              <a:pPr>
                <a:defRPr/>
              </a:pPr>
              <a:t>‹#›</a:t>
            </a:fld>
            <a:endParaRPr lang="en-US" dirty="0">
              <a:solidFill>
                <a:srgbClr val="808080"/>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spcBef>
                <a:spcPts val="500"/>
              </a:spcBef>
              <a:buClr>
                <a:schemeClr val="accent6">
                  <a:lumMod val="50000"/>
                </a:schemeClr>
              </a:buClr>
              <a:defRPr sz="1900" b="1"/>
            </a:lvl1pPr>
            <a:lvl2pPr>
              <a:spcBef>
                <a:spcPts val="25"/>
              </a:spcBef>
              <a:buClr>
                <a:schemeClr val="accent6">
                  <a:lumMod val="50000"/>
                </a:schemeClr>
              </a:buClr>
              <a:defRPr sz="1900" b="1"/>
            </a:lvl2pPr>
            <a:lvl3pPr>
              <a:spcBef>
                <a:spcPts val="25"/>
              </a:spcBef>
              <a:buClr>
                <a:schemeClr val="accent6">
                  <a:lumMod val="50000"/>
                </a:schemeClr>
              </a:buClr>
              <a:defRPr sz="1900" b="1"/>
            </a:lvl3pPr>
            <a:lvl4pPr>
              <a:spcBef>
                <a:spcPts val="25"/>
              </a:spcBef>
              <a:buClr>
                <a:schemeClr val="accent6">
                  <a:lumMod val="50000"/>
                </a:schemeClr>
              </a:buClr>
              <a:defRPr sz="1900" b="1"/>
            </a:lvl4pPr>
            <a:lvl5pPr>
              <a:spcBef>
                <a:spcPts val="25"/>
              </a:spcBef>
              <a:buClr>
                <a:schemeClr val="accent6">
                  <a:lumMod val="50000"/>
                </a:schemeClr>
              </a:buClr>
              <a:defRPr sz="1900" b="1"/>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1028"/>
          <p:cNvSpPr>
            <a:spLocks noGrp="1" noChangeArrowheads="1"/>
          </p:cNvSpPr>
          <p:nvPr>
            <p:ph type="sldNum" sz="quarter" idx="10"/>
          </p:nvPr>
        </p:nvSpPr>
        <p:spPr/>
        <p:txBody>
          <a:bodyPr/>
          <a:lstStyle>
            <a:lvl1pPr eaLnBrk="1" hangingPunct="1">
              <a:defRPr/>
            </a:lvl1pPr>
          </a:lstStyle>
          <a:p>
            <a:pPr>
              <a:defRPr/>
            </a:pPr>
            <a:fld id="{B7937E5B-7C0A-44EE-B9BF-7186781E9513}" type="slidenum">
              <a:rPr lang="en-US"/>
              <a:pPr>
                <a:defRPr/>
              </a:pPr>
              <a:t>‹#›</a:t>
            </a:fld>
            <a:endParaRPr lang="en-US" dirty="0">
              <a:solidFill>
                <a:srgbClr val="808080"/>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56388" y="76203"/>
            <a:ext cx="2093912" cy="614838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290286" y="1571629"/>
            <a:ext cx="6134100" cy="6148388"/>
          </a:xfrm>
        </p:spPr>
        <p:txBody>
          <a:bodyPr vert="eaVert"/>
          <a:lstStyle>
            <a:lvl1pPr>
              <a:spcBef>
                <a:spcPts val="500"/>
              </a:spcBef>
              <a:buClr>
                <a:schemeClr val="accent6">
                  <a:lumMod val="50000"/>
                </a:schemeClr>
              </a:buClr>
              <a:defRPr sz="1900" b="1"/>
            </a:lvl1pPr>
            <a:lvl2pPr>
              <a:spcBef>
                <a:spcPts val="25"/>
              </a:spcBef>
              <a:buClr>
                <a:schemeClr val="accent6">
                  <a:lumMod val="50000"/>
                </a:schemeClr>
              </a:buClr>
              <a:defRPr sz="1900" b="1"/>
            </a:lvl2pPr>
            <a:lvl3pPr>
              <a:spcBef>
                <a:spcPts val="25"/>
              </a:spcBef>
              <a:buClr>
                <a:schemeClr val="accent6">
                  <a:lumMod val="50000"/>
                </a:schemeClr>
              </a:buClr>
              <a:defRPr sz="1900" b="1"/>
            </a:lvl3pPr>
            <a:lvl4pPr>
              <a:spcBef>
                <a:spcPts val="25"/>
              </a:spcBef>
              <a:buClr>
                <a:schemeClr val="accent6">
                  <a:lumMod val="50000"/>
                </a:schemeClr>
              </a:buClr>
              <a:defRPr sz="1900" b="1"/>
            </a:lvl4pPr>
            <a:lvl5pPr>
              <a:spcBef>
                <a:spcPts val="25"/>
              </a:spcBef>
              <a:buClr>
                <a:schemeClr val="accent6">
                  <a:lumMod val="50000"/>
                </a:schemeClr>
              </a:buClr>
              <a:defRPr sz="1900" b="1"/>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1028"/>
          <p:cNvSpPr>
            <a:spLocks noGrp="1" noChangeArrowheads="1"/>
          </p:cNvSpPr>
          <p:nvPr>
            <p:ph type="sldNum" sz="quarter" idx="10"/>
          </p:nvPr>
        </p:nvSpPr>
        <p:spPr/>
        <p:txBody>
          <a:bodyPr/>
          <a:lstStyle>
            <a:lvl1pPr eaLnBrk="1" hangingPunct="1">
              <a:defRPr/>
            </a:lvl1pPr>
          </a:lstStyle>
          <a:p>
            <a:pPr>
              <a:defRPr/>
            </a:pPr>
            <a:fld id="{DEE1CC71-602E-4B20-9A44-99F489164A01}" type="slidenum">
              <a:rPr lang="en-US"/>
              <a:pPr>
                <a:defRPr/>
              </a:pPr>
              <a:t>‹#›</a:t>
            </a:fld>
            <a:endParaRPr lang="en-US" dirty="0">
              <a:solidFill>
                <a:srgbClr val="808080"/>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3120584" y="357187"/>
            <a:ext cx="5629729" cy="857250"/>
          </a:xfrm>
        </p:spPr>
        <p:txBody>
          <a:bodyPr/>
          <a:lstStyle>
            <a:lvl1pPr>
              <a:defRPr sz="3400"/>
            </a:lvl1pPr>
          </a:lstStyle>
          <a:p>
            <a:r>
              <a:rPr lang="en-US" dirty="0"/>
              <a:t>Click to edit Master title style</a:t>
            </a:r>
          </a:p>
        </p:txBody>
      </p:sp>
      <p:sp>
        <p:nvSpPr>
          <p:cNvPr id="3" name="Table Placeholder 2"/>
          <p:cNvSpPr>
            <a:spLocks noGrp="1"/>
          </p:cNvSpPr>
          <p:nvPr>
            <p:ph type="tbl" idx="1"/>
          </p:nvPr>
        </p:nvSpPr>
        <p:spPr>
          <a:xfrm>
            <a:off x="369888" y="1363679"/>
            <a:ext cx="8362950" cy="4860925"/>
          </a:xfrm>
        </p:spPr>
        <p:txBody>
          <a:bodyPr/>
          <a:lstStyle>
            <a:lvl1pPr>
              <a:defRPr b="0"/>
            </a:lvl1pPr>
          </a:lstStyle>
          <a:p>
            <a:pPr lvl="0"/>
            <a:endParaRPr lang="en-US" noProof="0" dirty="0"/>
          </a:p>
        </p:txBody>
      </p:sp>
      <p:sp>
        <p:nvSpPr>
          <p:cNvPr id="4" name="Rectangle 1028"/>
          <p:cNvSpPr>
            <a:spLocks noGrp="1" noChangeArrowheads="1"/>
          </p:cNvSpPr>
          <p:nvPr>
            <p:ph type="sldNum" sz="quarter" idx="10"/>
          </p:nvPr>
        </p:nvSpPr>
        <p:spPr/>
        <p:txBody>
          <a:bodyPr/>
          <a:lstStyle>
            <a:lvl1pPr eaLnBrk="1" hangingPunct="1">
              <a:defRPr/>
            </a:lvl1pPr>
          </a:lstStyle>
          <a:p>
            <a:pPr>
              <a:defRPr/>
            </a:pPr>
            <a:fld id="{854C3CA5-6508-43ED-8359-A0448823BA1D}" type="slidenum">
              <a:rPr lang="en-US"/>
              <a:pPr>
                <a:defRPr/>
              </a:pPr>
              <a:t>‹#›</a:t>
            </a:fld>
            <a:endParaRPr lang="en-US" dirty="0">
              <a:solidFill>
                <a:srgbClr val="808080"/>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362864" y="1357313"/>
            <a:ext cx="8380412" cy="6148388"/>
          </a:xfrm>
        </p:spPr>
        <p:txBody>
          <a:bodyPr/>
          <a:lstStyle>
            <a:lvl1pPr>
              <a:spcBef>
                <a:spcPts val="500"/>
              </a:spcBef>
              <a:buClr>
                <a:schemeClr val="accent6">
                  <a:lumMod val="50000"/>
                </a:schemeClr>
              </a:buClr>
              <a:defRPr sz="1900" b="1"/>
            </a:lvl1pPr>
            <a:lvl2pPr>
              <a:spcBef>
                <a:spcPts val="25"/>
              </a:spcBef>
              <a:buClr>
                <a:schemeClr val="accent6">
                  <a:lumMod val="50000"/>
                </a:schemeClr>
              </a:buClr>
              <a:defRPr sz="1900" b="1"/>
            </a:lvl2pPr>
            <a:lvl3pPr>
              <a:spcBef>
                <a:spcPts val="25"/>
              </a:spcBef>
              <a:buClr>
                <a:schemeClr val="accent6">
                  <a:lumMod val="50000"/>
                </a:schemeClr>
              </a:buClr>
              <a:defRPr sz="1900" b="1"/>
            </a:lvl3pPr>
            <a:lvl4pPr>
              <a:spcBef>
                <a:spcPts val="25"/>
              </a:spcBef>
              <a:buClr>
                <a:schemeClr val="accent6">
                  <a:lumMod val="50000"/>
                </a:schemeClr>
              </a:buClr>
              <a:defRPr sz="1900" b="1"/>
            </a:lvl4pPr>
            <a:lvl5pPr>
              <a:spcBef>
                <a:spcPts val="25"/>
              </a:spcBef>
              <a:buClr>
                <a:schemeClr val="accent6">
                  <a:lumMod val="50000"/>
                </a:schemeClr>
              </a:buClr>
              <a:defRPr sz="1900" b="1"/>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Rectangle 1028"/>
          <p:cNvSpPr>
            <a:spLocks noGrp="1" noChangeArrowheads="1"/>
          </p:cNvSpPr>
          <p:nvPr>
            <p:ph type="sldNum" sz="quarter" idx="10"/>
          </p:nvPr>
        </p:nvSpPr>
        <p:spPr/>
        <p:txBody>
          <a:bodyPr/>
          <a:lstStyle>
            <a:lvl1pPr eaLnBrk="1" hangingPunct="1">
              <a:defRPr/>
            </a:lvl1pPr>
          </a:lstStyle>
          <a:p>
            <a:pPr>
              <a:defRPr/>
            </a:pPr>
            <a:fld id="{5DFC06B9-2D37-4BA5-9E4C-1FFF82E7B71F}" type="slidenum">
              <a:rPr lang="en-US"/>
              <a:pPr>
                <a:defRPr/>
              </a:pPr>
              <a:t>‹#›</a:t>
            </a:fld>
            <a:endParaRPr lang="en-US" dirty="0">
              <a:solidFill>
                <a:srgbClr val="808080"/>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3120574" y="218791"/>
            <a:ext cx="5630333" cy="1138535"/>
          </a:xfrm>
        </p:spPr>
        <p:txBody>
          <a:bodyPr/>
          <a:lstStyle/>
          <a:p>
            <a:r>
              <a:rPr lang="en-US" dirty="0"/>
              <a:t>Click to edit Master title style</a:t>
            </a:r>
          </a:p>
        </p:txBody>
      </p:sp>
      <p:sp>
        <p:nvSpPr>
          <p:cNvPr id="3" name="Rectangle 6"/>
          <p:cNvSpPr>
            <a:spLocks noGrp="1" noChangeArrowheads="1"/>
          </p:cNvSpPr>
          <p:nvPr>
            <p:ph type="sldNum" sz="quarter" idx="10"/>
          </p:nvPr>
        </p:nvSpPr>
        <p:spPr/>
        <p:txBody>
          <a:bodyPr/>
          <a:lstStyle>
            <a:lvl1pPr eaLnBrk="1" hangingPunct="1">
              <a:defRPr/>
            </a:lvl1pPr>
          </a:lstStyle>
          <a:p>
            <a:pPr>
              <a:defRPr/>
            </a:pPr>
            <a:fld id="{13D4E1BF-7CD9-4A9C-9464-92C6FD020C58}" type="slidenum">
              <a:rPr lang="en-US"/>
              <a:pPr>
                <a:defRPr/>
              </a:pPr>
              <a:t>‹#›</a:t>
            </a:fld>
            <a:endParaRPr 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410857" y="357188"/>
            <a:ext cx="5493657" cy="868362"/>
          </a:xfrm>
        </p:spPr>
        <p:txBody>
          <a:bodyPr/>
          <a:lstStyle>
            <a:lvl1pPr>
              <a:defRPr sz="3400"/>
            </a:lvl1pPr>
          </a:lstStyle>
          <a:p>
            <a:r>
              <a:rPr lang="en-US" dirty="0"/>
              <a:t>Click to edit Master title style</a:t>
            </a:r>
          </a:p>
        </p:txBody>
      </p:sp>
      <p:sp>
        <p:nvSpPr>
          <p:cNvPr id="3" name="Content Placeholder 2"/>
          <p:cNvSpPr>
            <a:spLocks noGrp="1"/>
          </p:cNvSpPr>
          <p:nvPr>
            <p:ph sz="half" idx="1"/>
          </p:nvPr>
        </p:nvSpPr>
        <p:spPr>
          <a:xfrm>
            <a:off x="457200" y="1600209"/>
            <a:ext cx="4038600" cy="4525963"/>
          </a:xfrm>
          <a:prstGeom prst="rect">
            <a:avLst/>
          </a:prstGeom>
        </p:spPr>
        <p:txBody>
          <a:bodyPr/>
          <a:lstStyle>
            <a:lvl1pPr>
              <a:spcBef>
                <a:spcPts val="500"/>
              </a:spcBef>
              <a:defRPr sz="1900">
                <a:latin typeface="Arial" pitchFamily="34" charset="0"/>
                <a:cs typeface="Arial" pitchFamily="34" charset="0"/>
              </a:defRPr>
            </a:lvl1pPr>
            <a:lvl2pPr>
              <a:spcBef>
                <a:spcPts val="25"/>
              </a:spcBef>
              <a:defRPr sz="1900">
                <a:latin typeface="Arial" pitchFamily="34" charset="0"/>
                <a:cs typeface="Arial" pitchFamily="34" charset="0"/>
              </a:defRPr>
            </a:lvl2pPr>
            <a:lvl3pPr>
              <a:spcBef>
                <a:spcPts val="25"/>
              </a:spcBef>
              <a:defRPr sz="1900">
                <a:latin typeface="Arial" pitchFamily="34" charset="0"/>
                <a:cs typeface="Arial" pitchFamily="34" charset="0"/>
              </a:defRPr>
            </a:lvl3pPr>
            <a:lvl4pPr>
              <a:spcBef>
                <a:spcPts val="25"/>
              </a:spcBef>
              <a:defRPr sz="1900">
                <a:latin typeface="Arial" pitchFamily="34" charset="0"/>
                <a:cs typeface="Arial" pitchFamily="34" charset="0"/>
              </a:defRPr>
            </a:lvl4pPr>
            <a:lvl5pPr>
              <a:spcBef>
                <a:spcPts val="25"/>
              </a:spcBef>
              <a:defRPr sz="1900">
                <a:latin typeface="Arial" pitchFamily="34" charset="0"/>
                <a:cs typeface="Arial"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3"/>
          </p:nvPr>
        </p:nvSpPr>
        <p:spPr>
          <a:xfrm>
            <a:off x="4648200" y="3938604"/>
            <a:ext cx="4038600" cy="2187575"/>
          </a:xfrm>
          <a:prstGeom prst="rect">
            <a:avLst/>
          </a:prstGeom>
        </p:spPr>
        <p:txBody>
          <a:bodyPr/>
          <a:lstStyle>
            <a:lvl1pPr>
              <a:spcBef>
                <a:spcPts val="500"/>
              </a:spcBef>
              <a:buClr>
                <a:srgbClr val="002060"/>
              </a:buClr>
              <a:defRPr>
                <a:latin typeface="Arial" pitchFamily="34" charset="0"/>
                <a:cs typeface="Arial" pitchFamily="34" charset="0"/>
              </a:defRPr>
            </a:lvl1pPr>
            <a:lvl2pPr>
              <a:spcBef>
                <a:spcPts val="25"/>
              </a:spcBef>
              <a:buClr>
                <a:srgbClr val="002060"/>
              </a:buClr>
              <a:defRPr>
                <a:latin typeface="Arial" pitchFamily="34" charset="0"/>
                <a:cs typeface="Arial" pitchFamily="34" charset="0"/>
              </a:defRPr>
            </a:lvl2pPr>
            <a:lvl3pPr>
              <a:spcBef>
                <a:spcPts val="25"/>
              </a:spcBef>
              <a:buClr>
                <a:srgbClr val="002060"/>
              </a:buClr>
              <a:defRPr>
                <a:latin typeface="Arial" pitchFamily="34" charset="0"/>
                <a:cs typeface="Arial" pitchFamily="34" charset="0"/>
              </a:defRPr>
            </a:lvl3pPr>
            <a:lvl4pPr>
              <a:spcBef>
                <a:spcPts val="25"/>
              </a:spcBef>
              <a:buClr>
                <a:srgbClr val="002060"/>
              </a:buClr>
              <a:defRPr>
                <a:latin typeface="Arial" pitchFamily="34" charset="0"/>
                <a:cs typeface="Arial" pitchFamily="34" charset="0"/>
              </a:defRPr>
            </a:lvl4pPr>
            <a:lvl5pPr>
              <a:spcBef>
                <a:spcPts val="25"/>
              </a:spcBef>
              <a:buClr>
                <a:srgbClr val="002060"/>
              </a:buClr>
              <a:defRPr>
                <a:latin typeface="Arial" pitchFamily="34" charset="0"/>
                <a:cs typeface="Arial"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4"/>
          <p:cNvSpPr>
            <a:spLocks noGrp="1"/>
          </p:cNvSpPr>
          <p:nvPr>
            <p:ph sz="quarter" idx="13"/>
          </p:nvPr>
        </p:nvSpPr>
        <p:spPr>
          <a:xfrm>
            <a:off x="4724400" y="1600215"/>
            <a:ext cx="4038600" cy="2187575"/>
          </a:xfrm>
          <a:prstGeom prst="rect">
            <a:avLst/>
          </a:prstGeom>
        </p:spPr>
        <p:txBody>
          <a:bodyPr/>
          <a:lstStyle>
            <a:lvl1pPr>
              <a:spcBef>
                <a:spcPts val="500"/>
              </a:spcBef>
              <a:buClr>
                <a:srgbClr val="002060"/>
              </a:buClr>
              <a:defRPr sz="1900">
                <a:latin typeface="Arial" pitchFamily="34" charset="0"/>
                <a:cs typeface="Arial" pitchFamily="34" charset="0"/>
              </a:defRPr>
            </a:lvl1pPr>
            <a:lvl2pPr>
              <a:spcBef>
                <a:spcPts val="25"/>
              </a:spcBef>
              <a:buClr>
                <a:srgbClr val="002060"/>
              </a:buClr>
              <a:defRPr sz="1900">
                <a:latin typeface="Arial" pitchFamily="34" charset="0"/>
                <a:cs typeface="Arial" pitchFamily="34" charset="0"/>
              </a:defRPr>
            </a:lvl2pPr>
            <a:lvl3pPr>
              <a:spcBef>
                <a:spcPts val="25"/>
              </a:spcBef>
              <a:buClr>
                <a:srgbClr val="002060"/>
              </a:buClr>
              <a:defRPr sz="1900">
                <a:latin typeface="Arial" pitchFamily="34" charset="0"/>
                <a:cs typeface="Arial" pitchFamily="34" charset="0"/>
              </a:defRPr>
            </a:lvl3pPr>
            <a:lvl4pPr>
              <a:spcBef>
                <a:spcPts val="25"/>
              </a:spcBef>
              <a:buClr>
                <a:srgbClr val="002060"/>
              </a:buClr>
              <a:defRPr sz="1900">
                <a:latin typeface="Arial" pitchFamily="34" charset="0"/>
                <a:cs typeface="Arial" pitchFamily="34" charset="0"/>
              </a:defRPr>
            </a:lvl4pPr>
            <a:lvl5pPr>
              <a:spcBef>
                <a:spcPts val="25"/>
              </a:spcBef>
              <a:buClr>
                <a:srgbClr val="002060"/>
              </a:buClr>
              <a:defRPr sz="1900">
                <a:latin typeface="Arial" pitchFamily="34" charset="0"/>
                <a:cs typeface="Arial"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p:cNvSpPr>
            <a:spLocks noGrp="1" noChangeArrowheads="1"/>
          </p:cNvSpPr>
          <p:nvPr>
            <p:ph type="sldNum" sz="quarter" idx="14"/>
          </p:nvPr>
        </p:nvSpPr>
        <p:spPr/>
        <p:txBody>
          <a:bodyPr/>
          <a:lstStyle>
            <a:lvl1pPr eaLnBrk="1" hangingPunct="1">
              <a:defRPr/>
            </a:lvl1pPr>
          </a:lstStyle>
          <a:p>
            <a:pPr>
              <a:defRPr/>
            </a:pPr>
            <a:fld id="{85AD83ED-E170-4F0E-B70C-0638EF23E811}" type="slidenum">
              <a:rPr lang="en-US"/>
              <a:pPr>
                <a:defRPr/>
              </a:pPr>
              <a:t>‹#›</a:t>
            </a:fld>
            <a:endParaRPr lang="en-US" dirty="0"/>
          </a:p>
        </p:txBody>
      </p:sp>
      <p:sp>
        <p:nvSpPr>
          <p:cNvPr id="7" name="Footer Placeholder 4"/>
          <p:cNvSpPr>
            <a:spLocks noGrp="1"/>
          </p:cNvSpPr>
          <p:nvPr>
            <p:ph type="ftr" sz="quarter" idx="15"/>
          </p:nvPr>
        </p:nvSpPr>
        <p:spPr>
          <a:xfrm>
            <a:off x="1143000" y="6356350"/>
            <a:ext cx="7010400" cy="365125"/>
          </a:xfrm>
          <a:prstGeom prst="rect">
            <a:avLst/>
          </a:prstGeom>
        </p:spPr>
        <p:txBody>
          <a:bodyPr lIns="91324" tIns="45662" rIns="91324" bIns="45662"/>
          <a:lstStyle>
            <a:lvl1pPr algn="ctr" eaLnBrk="0" fontAlgn="auto" hangingPunct="0">
              <a:spcBef>
                <a:spcPts val="0"/>
              </a:spcBef>
              <a:spcAft>
                <a:spcPts val="0"/>
              </a:spcAft>
              <a:defRPr sz="1400" b="1">
                <a:solidFill>
                  <a:srgbClr val="FF0000"/>
                </a:solidFill>
                <a:latin typeface="Arial" pitchFamily="34" charset="0"/>
                <a:cs typeface="Arial" pitchFamily="34" charset="0"/>
              </a:defRPr>
            </a:lvl1pPr>
          </a:lstStyle>
          <a:p>
            <a:pPr>
              <a:defRPr/>
            </a:pPr>
            <a:r>
              <a:rPr lang="en-US" dirty="0"/>
              <a:t>CUI</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96686" y="428625"/>
            <a:ext cx="8229600" cy="1143000"/>
          </a:xfrm>
        </p:spPr>
        <p:txBody>
          <a:bodyPr/>
          <a:lstStyle/>
          <a:p>
            <a:r>
              <a:rPr lang="en-US" dirty="0"/>
              <a:t>Click to edit Master title style</a:t>
            </a:r>
          </a:p>
        </p:txBody>
      </p:sp>
      <p:sp>
        <p:nvSpPr>
          <p:cNvPr id="9" name="Content Placeholder 2"/>
          <p:cNvSpPr>
            <a:spLocks noGrp="1"/>
          </p:cNvSpPr>
          <p:nvPr>
            <p:ph sz="half" idx="13"/>
          </p:nvPr>
        </p:nvSpPr>
        <p:spPr>
          <a:xfrm>
            <a:off x="533400" y="1600209"/>
            <a:ext cx="4038600" cy="4525963"/>
          </a:xfrm>
          <a:prstGeom prst="rect">
            <a:avLst/>
          </a:prstGeom>
        </p:spPr>
        <p:txBody>
          <a:bodyPr/>
          <a:lstStyle>
            <a:lvl1pPr>
              <a:spcBef>
                <a:spcPts val="500"/>
              </a:spcBef>
              <a:defRPr>
                <a:latin typeface="Arial" pitchFamily="34" charset="0"/>
                <a:cs typeface="Arial" pitchFamily="34" charset="0"/>
              </a:defRPr>
            </a:lvl1pPr>
            <a:lvl2pPr>
              <a:spcBef>
                <a:spcPts val="25"/>
              </a:spcBef>
              <a:defRPr>
                <a:latin typeface="Arial" pitchFamily="34" charset="0"/>
                <a:cs typeface="Arial" pitchFamily="34" charset="0"/>
              </a:defRPr>
            </a:lvl2pPr>
            <a:lvl3pPr>
              <a:spcBef>
                <a:spcPts val="25"/>
              </a:spcBef>
              <a:defRPr>
                <a:latin typeface="Arial" pitchFamily="34" charset="0"/>
                <a:cs typeface="Arial" pitchFamily="34" charset="0"/>
              </a:defRPr>
            </a:lvl3pPr>
            <a:lvl4pPr>
              <a:spcBef>
                <a:spcPts val="25"/>
              </a:spcBef>
              <a:buNone/>
              <a:defRPr>
                <a:latin typeface="Arial" pitchFamily="34" charset="0"/>
                <a:cs typeface="Arial" pitchFamily="34" charset="0"/>
              </a:defRPr>
            </a:lvl4pPr>
            <a:lvl5pPr>
              <a:spcBef>
                <a:spcPts val="25"/>
              </a:spcBef>
              <a:defRPr>
                <a:latin typeface="Arial" pitchFamily="34" charset="0"/>
                <a:cs typeface="Arial"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4"/>
          <p:cNvSpPr>
            <a:spLocks noGrp="1"/>
          </p:cNvSpPr>
          <p:nvPr>
            <p:ph sz="quarter" idx="14"/>
          </p:nvPr>
        </p:nvSpPr>
        <p:spPr>
          <a:xfrm>
            <a:off x="4724400" y="1600215"/>
            <a:ext cx="4038600" cy="2187575"/>
          </a:xfrm>
          <a:prstGeom prst="rect">
            <a:avLst/>
          </a:prstGeom>
        </p:spPr>
        <p:txBody>
          <a:bodyPr/>
          <a:lstStyle>
            <a:lvl1pPr>
              <a:spcBef>
                <a:spcPts val="500"/>
              </a:spcBef>
              <a:buClr>
                <a:srgbClr val="002060"/>
              </a:buClr>
              <a:defRPr>
                <a:latin typeface="Arial" pitchFamily="34" charset="0"/>
                <a:cs typeface="Arial" pitchFamily="34" charset="0"/>
              </a:defRPr>
            </a:lvl1pPr>
            <a:lvl2pPr>
              <a:spcBef>
                <a:spcPts val="25"/>
              </a:spcBef>
              <a:buClr>
                <a:srgbClr val="002060"/>
              </a:buClr>
              <a:defRPr>
                <a:latin typeface="Arial" pitchFamily="34" charset="0"/>
                <a:cs typeface="Arial" pitchFamily="34" charset="0"/>
              </a:defRPr>
            </a:lvl2pPr>
            <a:lvl3pPr>
              <a:spcBef>
                <a:spcPts val="25"/>
              </a:spcBef>
              <a:buClr>
                <a:srgbClr val="002060"/>
              </a:buClr>
              <a:defRPr>
                <a:latin typeface="Arial" pitchFamily="34" charset="0"/>
                <a:cs typeface="Arial" pitchFamily="34" charset="0"/>
              </a:defRPr>
            </a:lvl3pPr>
            <a:lvl4pPr>
              <a:spcBef>
                <a:spcPts val="25"/>
              </a:spcBef>
              <a:buClr>
                <a:srgbClr val="002060"/>
              </a:buClr>
              <a:defRPr>
                <a:latin typeface="Arial" pitchFamily="34" charset="0"/>
                <a:cs typeface="Arial" pitchFamily="34" charset="0"/>
              </a:defRPr>
            </a:lvl4pPr>
            <a:lvl5pPr>
              <a:spcBef>
                <a:spcPts val="25"/>
              </a:spcBef>
              <a:buClr>
                <a:srgbClr val="002060"/>
              </a:buClr>
              <a:defRPr>
                <a:latin typeface="Arial" pitchFamily="34" charset="0"/>
                <a:cs typeface="Arial"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4"/>
          <p:cNvSpPr>
            <a:spLocks noGrp="1"/>
          </p:cNvSpPr>
          <p:nvPr>
            <p:ph sz="quarter" idx="15"/>
          </p:nvPr>
        </p:nvSpPr>
        <p:spPr>
          <a:xfrm>
            <a:off x="4724400" y="3886215"/>
            <a:ext cx="4038600" cy="2187575"/>
          </a:xfrm>
          <a:prstGeom prst="rect">
            <a:avLst/>
          </a:prstGeom>
        </p:spPr>
        <p:txBody>
          <a:bodyPr/>
          <a:lstStyle>
            <a:lvl1pPr>
              <a:spcBef>
                <a:spcPts val="500"/>
              </a:spcBef>
              <a:buClr>
                <a:srgbClr val="002060"/>
              </a:buClr>
              <a:defRPr>
                <a:latin typeface="Arial" pitchFamily="34" charset="0"/>
                <a:cs typeface="Arial" pitchFamily="34" charset="0"/>
              </a:defRPr>
            </a:lvl1pPr>
            <a:lvl2pPr>
              <a:spcBef>
                <a:spcPts val="25"/>
              </a:spcBef>
              <a:buClr>
                <a:srgbClr val="002060"/>
              </a:buClr>
              <a:defRPr>
                <a:latin typeface="Arial" pitchFamily="34" charset="0"/>
                <a:cs typeface="Arial" pitchFamily="34" charset="0"/>
              </a:defRPr>
            </a:lvl2pPr>
            <a:lvl3pPr>
              <a:spcBef>
                <a:spcPts val="25"/>
              </a:spcBef>
              <a:buClr>
                <a:srgbClr val="002060"/>
              </a:buClr>
              <a:defRPr>
                <a:latin typeface="Arial" pitchFamily="34" charset="0"/>
                <a:cs typeface="Arial" pitchFamily="34" charset="0"/>
              </a:defRPr>
            </a:lvl3pPr>
            <a:lvl4pPr>
              <a:spcBef>
                <a:spcPts val="25"/>
              </a:spcBef>
              <a:buClr>
                <a:srgbClr val="002060"/>
              </a:buClr>
              <a:defRPr>
                <a:latin typeface="Arial" pitchFamily="34" charset="0"/>
                <a:cs typeface="Arial" pitchFamily="34" charset="0"/>
              </a:defRPr>
            </a:lvl4pPr>
            <a:lvl5pPr>
              <a:spcBef>
                <a:spcPts val="25"/>
              </a:spcBef>
              <a:buClr>
                <a:srgbClr val="002060"/>
              </a:buClr>
              <a:defRPr>
                <a:latin typeface="Arial" pitchFamily="34" charset="0"/>
                <a:cs typeface="Arial"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p:cNvSpPr>
            <a:spLocks noGrp="1" noChangeArrowheads="1"/>
          </p:cNvSpPr>
          <p:nvPr>
            <p:ph type="sldNum" sz="quarter" idx="16"/>
          </p:nvPr>
        </p:nvSpPr>
        <p:spPr/>
        <p:txBody>
          <a:bodyPr/>
          <a:lstStyle>
            <a:lvl1pPr eaLnBrk="1" hangingPunct="1">
              <a:defRPr/>
            </a:lvl1pPr>
          </a:lstStyle>
          <a:p>
            <a:pPr>
              <a:defRPr/>
            </a:pPr>
            <a:fld id="{708ADEB8-0BCB-4F54-9F4C-5606594C1395}" type="slidenum">
              <a:rPr lang="en-US"/>
              <a:pPr>
                <a:defRPr/>
              </a:pPr>
              <a:t>‹#›</a:t>
            </a:fld>
            <a:endParaRPr 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6033" y="2130134"/>
            <a:ext cx="7771963" cy="1470288"/>
          </a:xfrm>
        </p:spPr>
        <p:txBody>
          <a:bodyPr/>
          <a:lstStyle/>
          <a:p>
            <a:r>
              <a:rPr lang="en-US"/>
              <a:t>Click to edit Master title style</a:t>
            </a:r>
          </a:p>
        </p:txBody>
      </p:sp>
      <p:sp>
        <p:nvSpPr>
          <p:cNvPr id="3" name="Subtitle 2"/>
          <p:cNvSpPr>
            <a:spLocks noGrp="1"/>
          </p:cNvSpPr>
          <p:nvPr>
            <p:ph type="subTitle" idx="1"/>
          </p:nvPr>
        </p:nvSpPr>
        <p:spPr>
          <a:xfrm>
            <a:off x="1372037" y="3885869"/>
            <a:ext cx="6399926" cy="1752871"/>
          </a:xfrm>
        </p:spPr>
        <p:txBody>
          <a:bodyPr/>
          <a:lstStyle>
            <a:lvl1pPr marL="0" indent="0" algn="ctr">
              <a:buNone/>
              <a:defRPr/>
            </a:lvl1pPr>
            <a:lvl2pPr marL="416162" indent="0" algn="ctr">
              <a:buNone/>
              <a:defRPr/>
            </a:lvl2pPr>
            <a:lvl3pPr marL="832321" indent="0" algn="ctr">
              <a:buNone/>
              <a:defRPr/>
            </a:lvl3pPr>
            <a:lvl4pPr marL="1248482" indent="0" algn="ctr">
              <a:buNone/>
              <a:defRPr/>
            </a:lvl4pPr>
            <a:lvl5pPr marL="1664644" indent="0" algn="ctr">
              <a:buNone/>
              <a:defRPr/>
            </a:lvl5pPr>
            <a:lvl6pPr marL="2080803" indent="0" algn="ctr">
              <a:buNone/>
              <a:defRPr/>
            </a:lvl6pPr>
            <a:lvl7pPr marL="2496966" indent="0" algn="ctr">
              <a:buNone/>
              <a:defRPr/>
            </a:lvl7pPr>
            <a:lvl8pPr marL="2913128" indent="0" algn="ctr">
              <a:buNone/>
              <a:defRPr/>
            </a:lvl8pPr>
            <a:lvl9pPr marL="3329285"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lvl1pPr>
              <a:defRPr>
                <a:cs typeface="Arial" charset="0"/>
              </a:defRPr>
            </a:lvl1pPr>
          </a:lstStyle>
          <a:p>
            <a:pPr>
              <a:defRPr/>
            </a:pPr>
            <a:endParaRPr lang="en-US" dirty="0"/>
          </a:p>
        </p:txBody>
      </p:sp>
      <p:sp>
        <p:nvSpPr>
          <p:cNvPr id="5" name="Rectangle 5"/>
          <p:cNvSpPr>
            <a:spLocks noGrp="1" noChangeArrowheads="1"/>
          </p:cNvSpPr>
          <p:nvPr>
            <p:ph type="ftr" sz="quarter" idx="11"/>
          </p:nvPr>
        </p:nvSpPr>
        <p:spPr/>
        <p:txBody>
          <a:bodyPr/>
          <a:lstStyle>
            <a:lvl1pPr>
              <a:defRPr>
                <a:cs typeface="Arial" charset="0"/>
              </a:defRPr>
            </a:lvl1pPr>
          </a:lstStyle>
          <a:p>
            <a:pPr>
              <a:defRPr/>
            </a:pPr>
            <a:r>
              <a:rPr lang="en-US" dirty="0"/>
              <a:t>CUI</a:t>
            </a:r>
          </a:p>
        </p:txBody>
      </p:sp>
      <p:sp>
        <p:nvSpPr>
          <p:cNvPr id="6" name="Rectangle 6"/>
          <p:cNvSpPr>
            <a:spLocks noGrp="1" noChangeArrowheads="1"/>
          </p:cNvSpPr>
          <p:nvPr>
            <p:ph type="sldNum" sz="quarter" idx="12"/>
          </p:nvPr>
        </p:nvSpPr>
        <p:spPr/>
        <p:txBody>
          <a:bodyPr/>
          <a:lstStyle>
            <a:lvl1pPr>
              <a:defRPr>
                <a:cs typeface="Arial" charset="0"/>
              </a:defRPr>
            </a:lvl1pPr>
          </a:lstStyle>
          <a:p>
            <a:pPr>
              <a:defRPr/>
            </a:pPr>
            <a:fld id="{01428A22-CBD2-4D60-81F6-2C1BA763251A}" type="slidenum">
              <a:rPr lang="en-US"/>
              <a:pPr>
                <a:defRPr/>
              </a:pPr>
              <a:t>‹#›</a:t>
            </a:fld>
            <a:endParaRPr lang="en-US" dirty="0"/>
          </a:p>
        </p:txBody>
      </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438" y="4406565"/>
            <a:ext cx="7771963" cy="1362706"/>
          </a:xfrm>
        </p:spPr>
        <p:txBody>
          <a:bodyPr anchor="t"/>
          <a:lstStyle>
            <a:lvl1pPr algn="l">
              <a:defRPr sz="3600" b="1" cap="all"/>
            </a:lvl1pPr>
          </a:lstStyle>
          <a:p>
            <a:r>
              <a:rPr lang="en-US"/>
              <a:t>Click to edit Master title style</a:t>
            </a:r>
          </a:p>
        </p:txBody>
      </p:sp>
      <p:sp>
        <p:nvSpPr>
          <p:cNvPr id="3" name="Text Placeholder 2"/>
          <p:cNvSpPr>
            <a:spLocks noGrp="1"/>
          </p:cNvSpPr>
          <p:nvPr>
            <p:ph type="body" idx="1"/>
          </p:nvPr>
        </p:nvSpPr>
        <p:spPr>
          <a:xfrm>
            <a:off x="722438" y="2906157"/>
            <a:ext cx="7771963" cy="1500412"/>
          </a:xfrm>
        </p:spPr>
        <p:txBody>
          <a:bodyPr anchor="b"/>
          <a:lstStyle>
            <a:lvl1pPr marL="0" indent="0">
              <a:buNone/>
              <a:defRPr sz="1800"/>
            </a:lvl1pPr>
            <a:lvl2pPr marL="416162" indent="0">
              <a:buNone/>
              <a:defRPr sz="1600"/>
            </a:lvl2pPr>
            <a:lvl3pPr marL="832321" indent="0">
              <a:buNone/>
              <a:defRPr sz="1500"/>
            </a:lvl3pPr>
            <a:lvl4pPr marL="1248482" indent="0">
              <a:buNone/>
              <a:defRPr sz="1300"/>
            </a:lvl4pPr>
            <a:lvl5pPr marL="1664644" indent="0">
              <a:buNone/>
              <a:defRPr sz="1300"/>
            </a:lvl5pPr>
            <a:lvl6pPr marL="2080803" indent="0">
              <a:buNone/>
              <a:defRPr sz="1300"/>
            </a:lvl6pPr>
            <a:lvl7pPr marL="2496966" indent="0">
              <a:buNone/>
              <a:defRPr sz="1300"/>
            </a:lvl7pPr>
            <a:lvl8pPr marL="2913128" indent="0">
              <a:buNone/>
              <a:defRPr sz="1300"/>
            </a:lvl8pPr>
            <a:lvl9pPr marL="3329285" indent="0">
              <a:buNone/>
              <a:defRPr sz="1300"/>
            </a:lvl9pPr>
          </a:lstStyle>
          <a:p>
            <a:pPr lvl="0"/>
            <a:r>
              <a:rPr lang="en-US"/>
              <a:t>Click to edit Master text styles</a:t>
            </a:r>
          </a:p>
        </p:txBody>
      </p:sp>
      <p:sp>
        <p:nvSpPr>
          <p:cNvPr id="4" name="Rectangle 4"/>
          <p:cNvSpPr>
            <a:spLocks noGrp="1" noChangeArrowheads="1"/>
          </p:cNvSpPr>
          <p:nvPr>
            <p:ph type="dt" sz="half" idx="10"/>
          </p:nvPr>
        </p:nvSpPr>
        <p:spPr/>
        <p:txBody>
          <a:bodyPr/>
          <a:lstStyle>
            <a:lvl1pPr>
              <a:defRPr>
                <a:cs typeface="Arial" charset="0"/>
              </a:defRPr>
            </a:lvl1pPr>
          </a:lstStyle>
          <a:p>
            <a:pPr>
              <a:defRPr/>
            </a:pPr>
            <a:endParaRPr lang="en-US" dirty="0"/>
          </a:p>
        </p:txBody>
      </p:sp>
      <p:sp>
        <p:nvSpPr>
          <p:cNvPr id="5" name="Rectangle 5"/>
          <p:cNvSpPr>
            <a:spLocks noGrp="1" noChangeArrowheads="1"/>
          </p:cNvSpPr>
          <p:nvPr>
            <p:ph type="ftr" sz="quarter" idx="11"/>
          </p:nvPr>
        </p:nvSpPr>
        <p:spPr/>
        <p:txBody>
          <a:bodyPr/>
          <a:lstStyle>
            <a:lvl1pPr>
              <a:defRPr>
                <a:cs typeface="Arial" charset="0"/>
              </a:defRPr>
            </a:lvl1pPr>
          </a:lstStyle>
          <a:p>
            <a:pPr>
              <a:defRPr/>
            </a:pPr>
            <a:r>
              <a:rPr lang="en-US" dirty="0"/>
              <a:t>CUI</a:t>
            </a:r>
          </a:p>
        </p:txBody>
      </p:sp>
      <p:sp>
        <p:nvSpPr>
          <p:cNvPr id="6" name="Rectangle 6"/>
          <p:cNvSpPr>
            <a:spLocks noGrp="1" noChangeArrowheads="1"/>
          </p:cNvSpPr>
          <p:nvPr>
            <p:ph type="sldNum" sz="quarter" idx="12"/>
          </p:nvPr>
        </p:nvSpPr>
        <p:spPr/>
        <p:txBody>
          <a:bodyPr/>
          <a:lstStyle>
            <a:lvl1pPr>
              <a:defRPr>
                <a:cs typeface="Arial" charset="0"/>
              </a:defRPr>
            </a:lvl1pPr>
          </a:lstStyle>
          <a:p>
            <a:pPr>
              <a:defRPr/>
            </a:pPr>
            <a:fld id="{C9E13BE7-A5E4-4B99-82DB-25B2A90DA762}" type="slidenum">
              <a:rPr lang="en-US"/>
              <a:pPr>
                <a:defRPr/>
              </a:pPr>
              <a:t>‹#›</a:t>
            </a:fld>
            <a:endParaRPr lang="en-US" dirty="0"/>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88892" y="1550631"/>
            <a:ext cx="3816069" cy="4115373"/>
          </a:xfrm>
        </p:spPr>
        <p:txBody>
          <a:bodyPr/>
          <a:lstStyle>
            <a:lvl1pPr>
              <a:defRPr sz="2600"/>
            </a:lvl1pPr>
            <a:lvl2pPr>
              <a:defRPr sz="22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44786" y="1550631"/>
            <a:ext cx="3816069" cy="4115373"/>
          </a:xfrm>
        </p:spPr>
        <p:txBody>
          <a:bodyPr/>
          <a:lstStyle>
            <a:lvl1pPr>
              <a:defRPr sz="2600"/>
            </a:lvl1pPr>
            <a:lvl2pPr>
              <a:defRPr sz="22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lvl1pPr>
              <a:defRPr>
                <a:cs typeface="Arial" charset="0"/>
              </a:defRPr>
            </a:lvl1pPr>
          </a:lstStyle>
          <a:p>
            <a:pPr>
              <a:defRPr/>
            </a:pPr>
            <a:endParaRPr lang="en-US" dirty="0"/>
          </a:p>
        </p:txBody>
      </p:sp>
      <p:sp>
        <p:nvSpPr>
          <p:cNvPr id="6" name="Rectangle 5"/>
          <p:cNvSpPr>
            <a:spLocks noGrp="1" noChangeArrowheads="1"/>
          </p:cNvSpPr>
          <p:nvPr>
            <p:ph type="ftr" sz="quarter" idx="11"/>
          </p:nvPr>
        </p:nvSpPr>
        <p:spPr/>
        <p:txBody>
          <a:bodyPr/>
          <a:lstStyle>
            <a:lvl1pPr>
              <a:defRPr>
                <a:cs typeface="Arial" charset="0"/>
              </a:defRPr>
            </a:lvl1pPr>
          </a:lstStyle>
          <a:p>
            <a:pPr>
              <a:defRPr/>
            </a:pPr>
            <a:r>
              <a:rPr lang="en-US" dirty="0"/>
              <a:t>CUI</a:t>
            </a:r>
          </a:p>
        </p:txBody>
      </p:sp>
      <p:sp>
        <p:nvSpPr>
          <p:cNvPr id="7" name="Rectangle 6"/>
          <p:cNvSpPr>
            <a:spLocks noGrp="1" noChangeArrowheads="1"/>
          </p:cNvSpPr>
          <p:nvPr>
            <p:ph type="sldNum" sz="quarter" idx="12"/>
          </p:nvPr>
        </p:nvSpPr>
        <p:spPr/>
        <p:txBody>
          <a:bodyPr/>
          <a:lstStyle>
            <a:lvl1pPr>
              <a:defRPr>
                <a:cs typeface="Arial" charset="0"/>
              </a:defRPr>
            </a:lvl1pPr>
          </a:lstStyle>
          <a:p>
            <a:pPr>
              <a:defRPr/>
            </a:pPr>
            <a:fld id="{65ECD161-72D5-42E1-830B-33592EA006EF}" type="slidenum">
              <a:rPr lang="en-US"/>
              <a:pPr>
                <a:defRPr/>
              </a:pPr>
              <a:t>‹#›</a:t>
            </a:fld>
            <a:endParaRPr lang="en-US" dirty="0"/>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348" y="273988"/>
            <a:ext cx="8229309" cy="1143239"/>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346" y="1534852"/>
            <a:ext cx="4040372" cy="639755"/>
          </a:xfrm>
        </p:spPr>
        <p:txBody>
          <a:bodyPr anchor="b"/>
          <a:lstStyle>
            <a:lvl1pPr marL="0" indent="0">
              <a:buNone/>
              <a:defRPr sz="2200" b="1"/>
            </a:lvl1pPr>
            <a:lvl2pPr marL="416162" indent="0">
              <a:buNone/>
              <a:defRPr sz="1800" b="1"/>
            </a:lvl2pPr>
            <a:lvl3pPr marL="832321" indent="0">
              <a:buNone/>
              <a:defRPr sz="1600" b="1"/>
            </a:lvl3pPr>
            <a:lvl4pPr marL="1248482" indent="0">
              <a:buNone/>
              <a:defRPr sz="1500" b="1"/>
            </a:lvl4pPr>
            <a:lvl5pPr marL="1664644" indent="0">
              <a:buNone/>
              <a:defRPr sz="1500" b="1"/>
            </a:lvl5pPr>
            <a:lvl6pPr marL="2080803" indent="0">
              <a:buNone/>
              <a:defRPr sz="1500" b="1"/>
            </a:lvl6pPr>
            <a:lvl7pPr marL="2496966" indent="0">
              <a:buNone/>
              <a:defRPr sz="1500" b="1"/>
            </a:lvl7pPr>
            <a:lvl8pPr marL="2913128" indent="0">
              <a:buNone/>
              <a:defRPr sz="1500" b="1"/>
            </a:lvl8pPr>
            <a:lvl9pPr marL="3329285" indent="0">
              <a:buNone/>
              <a:defRPr sz="1500" b="1"/>
            </a:lvl9pPr>
          </a:lstStyle>
          <a:p>
            <a:pPr lvl="0"/>
            <a:r>
              <a:rPr lang="en-US"/>
              <a:t>Click to edit Master text styles</a:t>
            </a:r>
          </a:p>
        </p:txBody>
      </p:sp>
      <p:sp>
        <p:nvSpPr>
          <p:cNvPr id="4" name="Content Placeholder 3"/>
          <p:cNvSpPr>
            <a:spLocks noGrp="1"/>
          </p:cNvSpPr>
          <p:nvPr>
            <p:ph sz="half" idx="2"/>
          </p:nvPr>
        </p:nvSpPr>
        <p:spPr>
          <a:xfrm>
            <a:off x="457346" y="2174595"/>
            <a:ext cx="4040372" cy="3951849"/>
          </a:xfrm>
        </p:spPr>
        <p:txBody>
          <a:bodyPr/>
          <a:lstStyle>
            <a:lvl1pPr>
              <a:defRPr sz="2200"/>
            </a:lvl1pPr>
            <a:lvl2pPr>
              <a:defRPr sz="1800"/>
            </a:lvl2pPr>
            <a:lvl3pPr>
              <a:defRPr sz="16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4836" y="1534852"/>
            <a:ext cx="4041828" cy="639755"/>
          </a:xfrm>
        </p:spPr>
        <p:txBody>
          <a:bodyPr anchor="b"/>
          <a:lstStyle>
            <a:lvl1pPr marL="0" indent="0">
              <a:buNone/>
              <a:defRPr sz="2200" b="1"/>
            </a:lvl1pPr>
            <a:lvl2pPr marL="416162" indent="0">
              <a:buNone/>
              <a:defRPr sz="1800" b="1"/>
            </a:lvl2pPr>
            <a:lvl3pPr marL="832321" indent="0">
              <a:buNone/>
              <a:defRPr sz="1600" b="1"/>
            </a:lvl3pPr>
            <a:lvl4pPr marL="1248482" indent="0">
              <a:buNone/>
              <a:defRPr sz="1500" b="1"/>
            </a:lvl4pPr>
            <a:lvl5pPr marL="1664644" indent="0">
              <a:buNone/>
              <a:defRPr sz="1500" b="1"/>
            </a:lvl5pPr>
            <a:lvl6pPr marL="2080803" indent="0">
              <a:buNone/>
              <a:defRPr sz="1500" b="1"/>
            </a:lvl6pPr>
            <a:lvl7pPr marL="2496966" indent="0">
              <a:buNone/>
              <a:defRPr sz="1500" b="1"/>
            </a:lvl7pPr>
            <a:lvl8pPr marL="2913128" indent="0">
              <a:buNone/>
              <a:defRPr sz="1500" b="1"/>
            </a:lvl8pPr>
            <a:lvl9pPr marL="3329285" indent="0">
              <a:buNone/>
              <a:defRPr sz="1500" b="1"/>
            </a:lvl9pPr>
          </a:lstStyle>
          <a:p>
            <a:pPr lvl="0"/>
            <a:r>
              <a:rPr lang="en-US"/>
              <a:t>Click to edit Master text styles</a:t>
            </a:r>
          </a:p>
        </p:txBody>
      </p:sp>
      <p:sp>
        <p:nvSpPr>
          <p:cNvPr id="6" name="Content Placeholder 5"/>
          <p:cNvSpPr>
            <a:spLocks noGrp="1"/>
          </p:cNvSpPr>
          <p:nvPr>
            <p:ph sz="quarter" idx="4"/>
          </p:nvPr>
        </p:nvSpPr>
        <p:spPr>
          <a:xfrm>
            <a:off x="4644836" y="2174595"/>
            <a:ext cx="4041828" cy="3951849"/>
          </a:xfrm>
        </p:spPr>
        <p:txBody>
          <a:bodyPr/>
          <a:lstStyle>
            <a:lvl1pPr>
              <a:defRPr sz="2200"/>
            </a:lvl1pPr>
            <a:lvl2pPr>
              <a:defRPr sz="1800"/>
            </a:lvl2pPr>
            <a:lvl3pPr>
              <a:defRPr sz="16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lvl1pPr>
              <a:defRPr>
                <a:cs typeface="Arial" charset="0"/>
              </a:defRPr>
            </a:lvl1pPr>
          </a:lstStyle>
          <a:p>
            <a:pPr>
              <a:defRPr/>
            </a:pPr>
            <a:endParaRPr lang="en-US" dirty="0"/>
          </a:p>
        </p:txBody>
      </p:sp>
      <p:sp>
        <p:nvSpPr>
          <p:cNvPr id="8" name="Rectangle 5"/>
          <p:cNvSpPr>
            <a:spLocks noGrp="1" noChangeArrowheads="1"/>
          </p:cNvSpPr>
          <p:nvPr>
            <p:ph type="ftr" sz="quarter" idx="11"/>
          </p:nvPr>
        </p:nvSpPr>
        <p:spPr/>
        <p:txBody>
          <a:bodyPr/>
          <a:lstStyle>
            <a:lvl1pPr>
              <a:defRPr>
                <a:cs typeface="Arial" charset="0"/>
              </a:defRPr>
            </a:lvl1pPr>
          </a:lstStyle>
          <a:p>
            <a:pPr>
              <a:defRPr/>
            </a:pPr>
            <a:r>
              <a:rPr lang="en-US" dirty="0"/>
              <a:t>CUI</a:t>
            </a:r>
          </a:p>
        </p:txBody>
      </p:sp>
      <p:sp>
        <p:nvSpPr>
          <p:cNvPr id="9" name="Rectangle 6"/>
          <p:cNvSpPr>
            <a:spLocks noGrp="1" noChangeArrowheads="1"/>
          </p:cNvSpPr>
          <p:nvPr>
            <p:ph type="sldNum" sz="quarter" idx="12"/>
          </p:nvPr>
        </p:nvSpPr>
        <p:spPr/>
        <p:txBody>
          <a:bodyPr/>
          <a:lstStyle>
            <a:lvl1pPr>
              <a:defRPr>
                <a:cs typeface="Arial" charset="0"/>
              </a:defRPr>
            </a:lvl1pPr>
          </a:lstStyle>
          <a:p>
            <a:pPr>
              <a:defRPr/>
            </a:pPr>
            <a:fld id="{CEE57D9B-7D54-4820-8BD2-BCF10FAAA28B}" type="slidenum">
              <a:rPr lang="en-US"/>
              <a:pPr>
                <a:defRPr/>
              </a:pPr>
              <a:t>‹#›</a:t>
            </a:fld>
            <a:endParaRPr lang="en-US" dirty="0"/>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p:txBody>
          <a:bodyPr/>
          <a:lstStyle>
            <a:lvl1pPr>
              <a:defRPr>
                <a:cs typeface="Arial" charset="0"/>
              </a:defRPr>
            </a:lvl1pPr>
          </a:lstStyle>
          <a:p>
            <a:pPr>
              <a:defRPr/>
            </a:pPr>
            <a:endParaRPr lang="en-US" dirty="0"/>
          </a:p>
        </p:txBody>
      </p:sp>
      <p:sp>
        <p:nvSpPr>
          <p:cNvPr id="4" name="Rectangle 5"/>
          <p:cNvSpPr>
            <a:spLocks noGrp="1" noChangeArrowheads="1"/>
          </p:cNvSpPr>
          <p:nvPr>
            <p:ph type="ftr" sz="quarter" idx="11"/>
          </p:nvPr>
        </p:nvSpPr>
        <p:spPr/>
        <p:txBody>
          <a:bodyPr/>
          <a:lstStyle>
            <a:lvl1pPr>
              <a:defRPr>
                <a:cs typeface="Arial" charset="0"/>
              </a:defRPr>
            </a:lvl1pPr>
          </a:lstStyle>
          <a:p>
            <a:pPr>
              <a:defRPr/>
            </a:pPr>
            <a:r>
              <a:rPr lang="en-US" dirty="0"/>
              <a:t>CUI</a:t>
            </a:r>
          </a:p>
        </p:txBody>
      </p:sp>
      <p:sp>
        <p:nvSpPr>
          <p:cNvPr id="5" name="Rectangle 6"/>
          <p:cNvSpPr>
            <a:spLocks noGrp="1" noChangeArrowheads="1"/>
          </p:cNvSpPr>
          <p:nvPr>
            <p:ph type="sldNum" sz="quarter" idx="12"/>
          </p:nvPr>
        </p:nvSpPr>
        <p:spPr/>
        <p:txBody>
          <a:bodyPr/>
          <a:lstStyle>
            <a:lvl1pPr>
              <a:defRPr>
                <a:cs typeface="Arial" charset="0"/>
              </a:defRPr>
            </a:lvl1pPr>
          </a:lstStyle>
          <a:p>
            <a:pPr>
              <a:defRPr/>
            </a:pPr>
            <a:fld id="{AAE0F12F-7D5C-469F-85B9-16F123FE18F1}" type="slidenum">
              <a:rPr lang="en-US"/>
              <a:pPr>
                <a:defRPr/>
              </a:pPr>
              <a:t>‹#›</a:t>
            </a:fld>
            <a:endParaRPr lang="en-US" dirty="0"/>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cs typeface="Arial" charset="0"/>
              </a:defRPr>
            </a:lvl1pPr>
          </a:lstStyle>
          <a:p>
            <a:pPr>
              <a:defRPr/>
            </a:pPr>
            <a:endParaRPr lang="en-US" dirty="0"/>
          </a:p>
        </p:txBody>
      </p:sp>
      <p:sp>
        <p:nvSpPr>
          <p:cNvPr id="3" name="Rectangle 5"/>
          <p:cNvSpPr>
            <a:spLocks noGrp="1" noChangeArrowheads="1"/>
          </p:cNvSpPr>
          <p:nvPr>
            <p:ph type="ftr" sz="quarter" idx="11"/>
          </p:nvPr>
        </p:nvSpPr>
        <p:spPr/>
        <p:txBody>
          <a:bodyPr/>
          <a:lstStyle>
            <a:lvl1pPr>
              <a:defRPr>
                <a:cs typeface="Arial" charset="0"/>
              </a:defRPr>
            </a:lvl1pPr>
          </a:lstStyle>
          <a:p>
            <a:pPr>
              <a:defRPr/>
            </a:pPr>
            <a:r>
              <a:rPr lang="en-US" dirty="0"/>
              <a:t>CUI</a:t>
            </a:r>
          </a:p>
        </p:txBody>
      </p:sp>
      <p:sp>
        <p:nvSpPr>
          <p:cNvPr id="4" name="Rectangle 6"/>
          <p:cNvSpPr>
            <a:spLocks noGrp="1" noChangeArrowheads="1"/>
          </p:cNvSpPr>
          <p:nvPr>
            <p:ph type="sldNum" sz="quarter" idx="12"/>
          </p:nvPr>
        </p:nvSpPr>
        <p:spPr/>
        <p:txBody>
          <a:bodyPr/>
          <a:lstStyle>
            <a:lvl1pPr>
              <a:defRPr>
                <a:cs typeface="Arial" charset="0"/>
              </a:defRPr>
            </a:lvl1pPr>
          </a:lstStyle>
          <a:p>
            <a:pPr>
              <a:defRPr/>
            </a:pPr>
            <a:fld id="{4DD43341-71B7-4DCA-8A47-B9F8EDFFA1CF}" type="slidenum">
              <a:rPr lang="en-US"/>
              <a:pPr>
                <a:defRPr/>
              </a:pPr>
              <a:t>‹#›</a:t>
            </a:fld>
            <a:endParaRPr lang="en-US" dirty="0"/>
          </a:p>
        </p:txBody>
      </p:sp>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345" y="272544"/>
            <a:ext cx="3007704" cy="1161887"/>
          </a:xfrm>
        </p:spPr>
        <p:txBody>
          <a:bodyPr anchor="b"/>
          <a:lstStyle>
            <a:lvl1pPr algn="l">
              <a:defRPr sz="1800" b="1"/>
            </a:lvl1pPr>
          </a:lstStyle>
          <a:p>
            <a:r>
              <a:rPr lang="en-US"/>
              <a:t>Click to edit Master title style</a:t>
            </a:r>
          </a:p>
        </p:txBody>
      </p:sp>
      <p:sp>
        <p:nvSpPr>
          <p:cNvPr id="3" name="Content Placeholder 2"/>
          <p:cNvSpPr>
            <a:spLocks noGrp="1"/>
          </p:cNvSpPr>
          <p:nvPr>
            <p:ph idx="1"/>
          </p:nvPr>
        </p:nvSpPr>
        <p:spPr>
          <a:xfrm>
            <a:off x="3575747" y="272555"/>
            <a:ext cx="5110910" cy="5853901"/>
          </a:xfrm>
        </p:spPr>
        <p:txBody>
          <a:bodyPr/>
          <a:lstStyle>
            <a:lvl1pPr>
              <a:defRPr sz="2900"/>
            </a:lvl1pPr>
            <a:lvl2pPr>
              <a:defRPr sz="2600"/>
            </a:lvl2pPr>
            <a:lvl3pPr>
              <a:defRPr sz="22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345" y="1434436"/>
            <a:ext cx="3007704" cy="4692014"/>
          </a:xfrm>
        </p:spPr>
        <p:txBody>
          <a:bodyPr/>
          <a:lstStyle>
            <a:lvl1pPr marL="0" indent="0">
              <a:buNone/>
              <a:defRPr sz="1300"/>
            </a:lvl1pPr>
            <a:lvl2pPr marL="416162" indent="0">
              <a:buNone/>
              <a:defRPr sz="1100"/>
            </a:lvl2pPr>
            <a:lvl3pPr marL="832321" indent="0">
              <a:buNone/>
              <a:defRPr sz="900"/>
            </a:lvl3pPr>
            <a:lvl4pPr marL="1248482" indent="0">
              <a:buNone/>
              <a:defRPr sz="800"/>
            </a:lvl4pPr>
            <a:lvl5pPr marL="1664644" indent="0">
              <a:buNone/>
              <a:defRPr sz="800"/>
            </a:lvl5pPr>
            <a:lvl6pPr marL="2080803" indent="0">
              <a:buNone/>
              <a:defRPr sz="800"/>
            </a:lvl6pPr>
            <a:lvl7pPr marL="2496966" indent="0">
              <a:buNone/>
              <a:defRPr sz="800"/>
            </a:lvl7pPr>
            <a:lvl8pPr marL="2913128" indent="0">
              <a:buNone/>
              <a:defRPr sz="800"/>
            </a:lvl8pPr>
            <a:lvl9pPr marL="3329285" indent="0">
              <a:buNone/>
              <a:defRPr sz="800"/>
            </a:lvl9pPr>
          </a:lstStyle>
          <a:p>
            <a:pPr lvl="0"/>
            <a:r>
              <a:rPr lang="en-US"/>
              <a:t>Click to edit Master text styles</a:t>
            </a:r>
          </a:p>
        </p:txBody>
      </p:sp>
      <p:sp>
        <p:nvSpPr>
          <p:cNvPr id="5" name="Rectangle 4"/>
          <p:cNvSpPr>
            <a:spLocks noGrp="1" noChangeArrowheads="1"/>
          </p:cNvSpPr>
          <p:nvPr>
            <p:ph type="dt" sz="half" idx="10"/>
          </p:nvPr>
        </p:nvSpPr>
        <p:spPr/>
        <p:txBody>
          <a:bodyPr/>
          <a:lstStyle>
            <a:lvl1pPr>
              <a:defRPr>
                <a:cs typeface="Arial" charset="0"/>
              </a:defRPr>
            </a:lvl1pPr>
          </a:lstStyle>
          <a:p>
            <a:pPr>
              <a:defRPr/>
            </a:pPr>
            <a:endParaRPr lang="en-US" dirty="0"/>
          </a:p>
        </p:txBody>
      </p:sp>
      <p:sp>
        <p:nvSpPr>
          <p:cNvPr id="6" name="Rectangle 5"/>
          <p:cNvSpPr>
            <a:spLocks noGrp="1" noChangeArrowheads="1"/>
          </p:cNvSpPr>
          <p:nvPr>
            <p:ph type="ftr" sz="quarter" idx="11"/>
          </p:nvPr>
        </p:nvSpPr>
        <p:spPr/>
        <p:txBody>
          <a:bodyPr/>
          <a:lstStyle>
            <a:lvl1pPr>
              <a:defRPr>
                <a:cs typeface="Arial" charset="0"/>
              </a:defRPr>
            </a:lvl1pPr>
          </a:lstStyle>
          <a:p>
            <a:pPr>
              <a:defRPr/>
            </a:pPr>
            <a:r>
              <a:rPr lang="en-US" dirty="0"/>
              <a:t>CUI</a:t>
            </a:r>
          </a:p>
        </p:txBody>
      </p:sp>
      <p:sp>
        <p:nvSpPr>
          <p:cNvPr id="7" name="Rectangle 6"/>
          <p:cNvSpPr>
            <a:spLocks noGrp="1" noChangeArrowheads="1"/>
          </p:cNvSpPr>
          <p:nvPr>
            <p:ph type="sldNum" sz="quarter" idx="12"/>
          </p:nvPr>
        </p:nvSpPr>
        <p:spPr/>
        <p:txBody>
          <a:bodyPr/>
          <a:lstStyle>
            <a:lvl1pPr>
              <a:defRPr>
                <a:cs typeface="Arial" charset="0"/>
              </a:defRPr>
            </a:lvl1pPr>
          </a:lstStyle>
          <a:p>
            <a:pPr>
              <a:defRPr/>
            </a:pPr>
            <a:fld id="{36C1DAF2-ADF9-47DF-88B4-39C66323EEDF}" type="slidenum">
              <a:rPr lang="en-US"/>
              <a:pPr>
                <a:defRPr/>
              </a:pPr>
              <a:t>‹#›</a:t>
            </a:fld>
            <a:endParaRPr lang="en-US" dirty="0"/>
          </a:p>
        </p:txBody>
      </p:sp>
    </p:spTree>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985" y="4801030"/>
            <a:ext cx="5485235" cy="566599"/>
          </a:xfrm>
        </p:spPr>
        <p:txBody>
          <a:bodyPr anchor="b"/>
          <a:lstStyle>
            <a:lvl1pPr algn="l">
              <a:defRPr sz="1800" b="1"/>
            </a:lvl1pPr>
          </a:lstStyle>
          <a:p>
            <a:r>
              <a:rPr lang="en-US"/>
              <a:t>Click to edit Master title style</a:t>
            </a:r>
          </a:p>
        </p:txBody>
      </p:sp>
      <p:sp>
        <p:nvSpPr>
          <p:cNvPr id="3" name="Picture Placeholder 2"/>
          <p:cNvSpPr>
            <a:spLocks noGrp="1"/>
          </p:cNvSpPr>
          <p:nvPr>
            <p:ph type="pic" idx="1"/>
          </p:nvPr>
        </p:nvSpPr>
        <p:spPr>
          <a:xfrm>
            <a:off x="1792985" y="612508"/>
            <a:ext cx="5485235" cy="4115373"/>
          </a:xfrm>
        </p:spPr>
        <p:txBody>
          <a:bodyPr/>
          <a:lstStyle>
            <a:lvl1pPr marL="0" indent="0">
              <a:buNone/>
              <a:defRPr sz="2900"/>
            </a:lvl1pPr>
            <a:lvl2pPr marL="416162" indent="0">
              <a:buNone/>
              <a:defRPr sz="2600"/>
            </a:lvl2pPr>
            <a:lvl3pPr marL="832321" indent="0">
              <a:buNone/>
              <a:defRPr sz="2200"/>
            </a:lvl3pPr>
            <a:lvl4pPr marL="1248482" indent="0">
              <a:buNone/>
              <a:defRPr sz="1800"/>
            </a:lvl4pPr>
            <a:lvl5pPr marL="1664644" indent="0">
              <a:buNone/>
              <a:defRPr sz="1800"/>
            </a:lvl5pPr>
            <a:lvl6pPr marL="2080803" indent="0">
              <a:buNone/>
              <a:defRPr sz="1800"/>
            </a:lvl6pPr>
            <a:lvl7pPr marL="2496966" indent="0">
              <a:buNone/>
              <a:defRPr sz="1800"/>
            </a:lvl7pPr>
            <a:lvl8pPr marL="2913128" indent="0">
              <a:buNone/>
              <a:defRPr sz="1800"/>
            </a:lvl8pPr>
            <a:lvl9pPr marL="3329285" indent="0">
              <a:buNone/>
              <a:defRPr sz="1800"/>
            </a:lvl9pPr>
          </a:lstStyle>
          <a:p>
            <a:pPr lvl="0"/>
            <a:endParaRPr lang="en-US" noProof="0" dirty="0"/>
          </a:p>
        </p:txBody>
      </p:sp>
      <p:sp>
        <p:nvSpPr>
          <p:cNvPr id="4" name="Text Placeholder 3"/>
          <p:cNvSpPr>
            <a:spLocks noGrp="1"/>
          </p:cNvSpPr>
          <p:nvPr>
            <p:ph type="body" sz="half" idx="2"/>
          </p:nvPr>
        </p:nvSpPr>
        <p:spPr>
          <a:xfrm>
            <a:off x="1792985" y="5367629"/>
            <a:ext cx="5485235" cy="804714"/>
          </a:xfrm>
        </p:spPr>
        <p:txBody>
          <a:bodyPr/>
          <a:lstStyle>
            <a:lvl1pPr marL="0" indent="0">
              <a:buNone/>
              <a:defRPr sz="1300"/>
            </a:lvl1pPr>
            <a:lvl2pPr marL="416162" indent="0">
              <a:buNone/>
              <a:defRPr sz="1100"/>
            </a:lvl2pPr>
            <a:lvl3pPr marL="832321" indent="0">
              <a:buNone/>
              <a:defRPr sz="900"/>
            </a:lvl3pPr>
            <a:lvl4pPr marL="1248482" indent="0">
              <a:buNone/>
              <a:defRPr sz="800"/>
            </a:lvl4pPr>
            <a:lvl5pPr marL="1664644" indent="0">
              <a:buNone/>
              <a:defRPr sz="800"/>
            </a:lvl5pPr>
            <a:lvl6pPr marL="2080803" indent="0">
              <a:buNone/>
              <a:defRPr sz="800"/>
            </a:lvl6pPr>
            <a:lvl7pPr marL="2496966" indent="0">
              <a:buNone/>
              <a:defRPr sz="800"/>
            </a:lvl7pPr>
            <a:lvl8pPr marL="2913128" indent="0">
              <a:buNone/>
              <a:defRPr sz="800"/>
            </a:lvl8pPr>
            <a:lvl9pPr marL="3329285" indent="0">
              <a:buNone/>
              <a:defRPr sz="800"/>
            </a:lvl9pPr>
          </a:lstStyle>
          <a:p>
            <a:pPr lvl="0"/>
            <a:r>
              <a:rPr lang="en-US"/>
              <a:t>Click to edit Master text styles</a:t>
            </a:r>
          </a:p>
        </p:txBody>
      </p:sp>
      <p:sp>
        <p:nvSpPr>
          <p:cNvPr id="5" name="Rectangle 4"/>
          <p:cNvSpPr>
            <a:spLocks noGrp="1" noChangeArrowheads="1"/>
          </p:cNvSpPr>
          <p:nvPr>
            <p:ph type="dt" sz="half" idx="10"/>
          </p:nvPr>
        </p:nvSpPr>
        <p:spPr/>
        <p:txBody>
          <a:bodyPr/>
          <a:lstStyle>
            <a:lvl1pPr>
              <a:defRPr>
                <a:cs typeface="Arial" charset="0"/>
              </a:defRPr>
            </a:lvl1pPr>
          </a:lstStyle>
          <a:p>
            <a:pPr>
              <a:defRPr/>
            </a:pPr>
            <a:endParaRPr lang="en-US" dirty="0"/>
          </a:p>
        </p:txBody>
      </p:sp>
      <p:sp>
        <p:nvSpPr>
          <p:cNvPr id="6" name="Rectangle 5"/>
          <p:cNvSpPr>
            <a:spLocks noGrp="1" noChangeArrowheads="1"/>
          </p:cNvSpPr>
          <p:nvPr>
            <p:ph type="ftr" sz="quarter" idx="11"/>
          </p:nvPr>
        </p:nvSpPr>
        <p:spPr/>
        <p:txBody>
          <a:bodyPr/>
          <a:lstStyle>
            <a:lvl1pPr>
              <a:defRPr>
                <a:cs typeface="Arial" charset="0"/>
              </a:defRPr>
            </a:lvl1pPr>
          </a:lstStyle>
          <a:p>
            <a:pPr>
              <a:defRPr/>
            </a:pPr>
            <a:r>
              <a:rPr lang="en-US" dirty="0"/>
              <a:t>CUI</a:t>
            </a:r>
          </a:p>
        </p:txBody>
      </p:sp>
      <p:sp>
        <p:nvSpPr>
          <p:cNvPr id="7" name="Rectangle 6"/>
          <p:cNvSpPr>
            <a:spLocks noGrp="1" noChangeArrowheads="1"/>
          </p:cNvSpPr>
          <p:nvPr>
            <p:ph type="sldNum" sz="quarter" idx="12"/>
          </p:nvPr>
        </p:nvSpPr>
        <p:spPr/>
        <p:txBody>
          <a:bodyPr/>
          <a:lstStyle>
            <a:lvl1pPr>
              <a:defRPr>
                <a:cs typeface="Arial" charset="0"/>
              </a:defRPr>
            </a:lvl1pPr>
          </a:lstStyle>
          <a:p>
            <a:pPr>
              <a:defRPr/>
            </a:pPr>
            <a:fld id="{7585EE3A-6BE8-4BC4-B7A5-D12017AAA77B}" type="slidenum">
              <a:rPr lang="en-US"/>
              <a:pPr>
                <a:defRPr/>
              </a:pPr>
              <a:t>‹#›</a:t>
            </a:fld>
            <a:endParaRPr lang="en-US" dirty="0"/>
          </a:p>
        </p:txBody>
      </p:sp>
    </p:spTree>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a:cs typeface="Arial" charset="0"/>
              </a:defRPr>
            </a:lvl1pPr>
          </a:lstStyle>
          <a:p>
            <a:pPr>
              <a:defRPr/>
            </a:pPr>
            <a:endParaRPr lang="en-US" dirty="0"/>
          </a:p>
        </p:txBody>
      </p:sp>
      <p:sp>
        <p:nvSpPr>
          <p:cNvPr id="5" name="Rectangle 5"/>
          <p:cNvSpPr>
            <a:spLocks noGrp="1" noChangeArrowheads="1"/>
          </p:cNvSpPr>
          <p:nvPr>
            <p:ph type="ftr" sz="quarter" idx="11"/>
          </p:nvPr>
        </p:nvSpPr>
        <p:spPr/>
        <p:txBody>
          <a:bodyPr/>
          <a:lstStyle>
            <a:lvl1pPr>
              <a:defRPr>
                <a:cs typeface="Arial" charset="0"/>
              </a:defRPr>
            </a:lvl1pPr>
          </a:lstStyle>
          <a:p>
            <a:pPr>
              <a:defRPr/>
            </a:pPr>
            <a:r>
              <a:rPr lang="en-US" dirty="0"/>
              <a:t>CUI</a:t>
            </a:r>
          </a:p>
        </p:txBody>
      </p:sp>
      <p:sp>
        <p:nvSpPr>
          <p:cNvPr id="6" name="Rectangle 6"/>
          <p:cNvSpPr>
            <a:spLocks noGrp="1" noChangeArrowheads="1"/>
          </p:cNvSpPr>
          <p:nvPr>
            <p:ph type="sldNum" sz="quarter" idx="12"/>
          </p:nvPr>
        </p:nvSpPr>
        <p:spPr/>
        <p:txBody>
          <a:bodyPr/>
          <a:lstStyle>
            <a:lvl1pPr>
              <a:defRPr>
                <a:cs typeface="Arial" charset="0"/>
              </a:defRPr>
            </a:lvl1pPr>
          </a:lstStyle>
          <a:p>
            <a:pPr>
              <a:defRPr/>
            </a:pPr>
            <a:fld id="{4D9F5BA0-18FF-4362-BF69-288C6402F449}" type="slidenum">
              <a:rPr lang="en-US"/>
              <a:pPr>
                <a:defRPr/>
              </a:pPr>
              <a:t>‹#›</a:t>
            </a:fld>
            <a:endParaRPr lang="en-US" dirty="0"/>
          </a:p>
        </p:txBody>
      </p:sp>
    </p:spTree>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40723" y="-114749"/>
            <a:ext cx="2017273" cy="57807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8903" y="-114749"/>
            <a:ext cx="5911993" cy="57807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a:cs typeface="Arial" charset="0"/>
              </a:defRPr>
            </a:lvl1pPr>
          </a:lstStyle>
          <a:p>
            <a:pPr>
              <a:defRPr/>
            </a:pPr>
            <a:endParaRPr lang="en-US" dirty="0"/>
          </a:p>
        </p:txBody>
      </p:sp>
      <p:sp>
        <p:nvSpPr>
          <p:cNvPr id="5" name="Rectangle 5"/>
          <p:cNvSpPr>
            <a:spLocks noGrp="1" noChangeArrowheads="1"/>
          </p:cNvSpPr>
          <p:nvPr>
            <p:ph type="ftr" sz="quarter" idx="11"/>
          </p:nvPr>
        </p:nvSpPr>
        <p:spPr/>
        <p:txBody>
          <a:bodyPr/>
          <a:lstStyle>
            <a:lvl1pPr>
              <a:defRPr>
                <a:cs typeface="Arial" charset="0"/>
              </a:defRPr>
            </a:lvl1pPr>
          </a:lstStyle>
          <a:p>
            <a:pPr>
              <a:defRPr/>
            </a:pPr>
            <a:r>
              <a:rPr lang="en-US" dirty="0"/>
              <a:t>CUI</a:t>
            </a:r>
          </a:p>
        </p:txBody>
      </p:sp>
      <p:sp>
        <p:nvSpPr>
          <p:cNvPr id="6" name="Rectangle 6"/>
          <p:cNvSpPr>
            <a:spLocks noGrp="1" noChangeArrowheads="1"/>
          </p:cNvSpPr>
          <p:nvPr>
            <p:ph type="sldNum" sz="quarter" idx="12"/>
          </p:nvPr>
        </p:nvSpPr>
        <p:spPr/>
        <p:txBody>
          <a:bodyPr/>
          <a:lstStyle>
            <a:lvl1pPr>
              <a:defRPr>
                <a:cs typeface="Arial" charset="0"/>
              </a:defRPr>
            </a:lvl1pPr>
          </a:lstStyle>
          <a:p>
            <a:pPr>
              <a:defRPr/>
            </a:pPr>
            <a:fld id="{EB595BDA-6D53-492A-9F60-FB9BF8E318F0}" type="slidenum">
              <a:rPr lang="en-US"/>
              <a:pPr>
                <a:defRPr/>
              </a:pPr>
              <a:t>‹#›</a:t>
            </a:fld>
            <a:endParaRPr lang="en-US" dirty="0"/>
          </a:p>
        </p:txBody>
      </p:sp>
    </p:spTree>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388890" y="-114749"/>
            <a:ext cx="8069092" cy="57807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4"/>
          <p:cNvSpPr>
            <a:spLocks noGrp="1" noChangeArrowheads="1"/>
          </p:cNvSpPr>
          <p:nvPr>
            <p:ph type="dt" sz="half" idx="10"/>
          </p:nvPr>
        </p:nvSpPr>
        <p:spPr/>
        <p:txBody>
          <a:bodyPr/>
          <a:lstStyle>
            <a:lvl1pPr>
              <a:defRPr>
                <a:cs typeface="Arial" charset="0"/>
              </a:defRPr>
            </a:lvl1pPr>
          </a:lstStyle>
          <a:p>
            <a:pPr>
              <a:defRPr/>
            </a:pPr>
            <a:endParaRPr lang="en-US" dirty="0"/>
          </a:p>
        </p:txBody>
      </p:sp>
      <p:sp>
        <p:nvSpPr>
          <p:cNvPr id="4" name="Rectangle 5"/>
          <p:cNvSpPr>
            <a:spLocks noGrp="1" noChangeArrowheads="1"/>
          </p:cNvSpPr>
          <p:nvPr>
            <p:ph type="ftr" sz="quarter" idx="11"/>
          </p:nvPr>
        </p:nvSpPr>
        <p:spPr/>
        <p:txBody>
          <a:bodyPr/>
          <a:lstStyle>
            <a:lvl1pPr>
              <a:defRPr>
                <a:cs typeface="Arial" charset="0"/>
              </a:defRPr>
            </a:lvl1pPr>
          </a:lstStyle>
          <a:p>
            <a:pPr>
              <a:defRPr/>
            </a:pPr>
            <a:r>
              <a:rPr lang="en-US" dirty="0"/>
              <a:t>CUI</a:t>
            </a:r>
          </a:p>
        </p:txBody>
      </p:sp>
      <p:sp>
        <p:nvSpPr>
          <p:cNvPr id="5" name="Rectangle 6"/>
          <p:cNvSpPr>
            <a:spLocks noGrp="1" noChangeArrowheads="1"/>
          </p:cNvSpPr>
          <p:nvPr>
            <p:ph type="sldNum" sz="quarter" idx="12"/>
          </p:nvPr>
        </p:nvSpPr>
        <p:spPr/>
        <p:txBody>
          <a:bodyPr/>
          <a:lstStyle>
            <a:lvl1pPr>
              <a:defRPr>
                <a:cs typeface="Arial" charset="0"/>
              </a:defRPr>
            </a:lvl1pPr>
          </a:lstStyle>
          <a:p>
            <a:pPr>
              <a:defRPr/>
            </a:pPr>
            <a:fld id="{B06676B9-563D-4E9F-A78B-384F1CA22897}" type="slidenum">
              <a:rPr lang="en-US"/>
              <a:pPr>
                <a:defRPr/>
              </a:pPr>
              <a:t>‹#›</a:t>
            </a:fld>
            <a:endParaRPr lang="en-US" dirty="0"/>
          </a:p>
        </p:txBody>
      </p:sp>
    </p:spTree>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6033" y="-114740"/>
            <a:ext cx="7771963" cy="1143239"/>
          </a:xfrm>
        </p:spPr>
        <p:txBody>
          <a:bodyPr/>
          <a:lstStyle/>
          <a:p>
            <a:r>
              <a:rPr lang="en-US"/>
              <a:t>Click to edit Master title style</a:t>
            </a:r>
          </a:p>
        </p:txBody>
      </p:sp>
      <p:sp>
        <p:nvSpPr>
          <p:cNvPr id="3" name="Content Placeholder 2"/>
          <p:cNvSpPr>
            <a:spLocks noGrp="1"/>
          </p:cNvSpPr>
          <p:nvPr>
            <p:ph idx="1"/>
          </p:nvPr>
        </p:nvSpPr>
        <p:spPr>
          <a:xfrm>
            <a:off x="388904" y="1550631"/>
            <a:ext cx="7771963" cy="41153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a:cs typeface="Arial" charset="0"/>
              </a:defRPr>
            </a:lvl1pPr>
          </a:lstStyle>
          <a:p>
            <a:pPr>
              <a:defRPr/>
            </a:pPr>
            <a:endParaRPr lang="en-US" dirty="0"/>
          </a:p>
        </p:txBody>
      </p:sp>
      <p:sp>
        <p:nvSpPr>
          <p:cNvPr id="5" name="Rectangle 5"/>
          <p:cNvSpPr>
            <a:spLocks noGrp="1" noChangeArrowheads="1"/>
          </p:cNvSpPr>
          <p:nvPr>
            <p:ph type="ftr" sz="quarter" idx="11"/>
          </p:nvPr>
        </p:nvSpPr>
        <p:spPr/>
        <p:txBody>
          <a:bodyPr/>
          <a:lstStyle>
            <a:lvl1pPr>
              <a:defRPr>
                <a:cs typeface="Arial" charset="0"/>
              </a:defRPr>
            </a:lvl1pPr>
          </a:lstStyle>
          <a:p>
            <a:pPr>
              <a:defRPr/>
            </a:pPr>
            <a:r>
              <a:rPr lang="en-US" dirty="0"/>
              <a:t>CUI</a:t>
            </a:r>
          </a:p>
        </p:txBody>
      </p:sp>
      <p:sp>
        <p:nvSpPr>
          <p:cNvPr id="6" name="Rectangle 6"/>
          <p:cNvSpPr>
            <a:spLocks noGrp="1" noChangeArrowheads="1"/>
          </p:cNvSpPr>
          <p:nvPr>
            <p:ph type="sldNum" sz="quarter" idx="12"/>
          </p:nvPr>
        </p:nvSpPr>
        <p:spPr/>
        <p:txBody>
          <a:bodyPr/>
          <a:lstStyle>
            <a:lvl1pPr>
              <a:defRPr>
                <a:cs typeface="Arial" charset="0"/>
              </a:defRPr>
            </a:lvl1pPr>
          </a:lstStyle>
          <a:p>
            <a:pPr>
              <a:defRPr/>
            </a:pPr>
            <a:fld id="{D86EB252-63D2-4E2B-A1F9-2A1FC00338B2}" type="slidenum">
              <a:rPr lang="en-US"/>
              <a:pPr>
                <a:defRPr/>
              </a:pPr>
              <a:t>‹#›</a:t>
            </a:fld>
            <a:endParaRPr lang="en-US"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6033" y="-114740"/>
            <a:ext cx="7771963" cy="1143239"/>
          </a:xfrm>
        </p:spPr>
        <p:txBody>
          <a:bodyPr/>
          <a:lstStyle/>
          <a:p>
            <a:r>
              <a:rPr lang="en-US"/>
              <a:t>Click to edit Master title style</a:t>
            </a:r>
          </a:p>
        </p:txBody>
      </p:sp>
      <p:sp>
        <p:nvSpPr>
          <p:cNvPr id="3" name="Text Placeholder 2"/>
          <p:cNvSpPr>
            <a:spLocks noGrp="1"/>
          </p:cNvSpPr>
          <p:nvPr>
            <p:ph type="body" sz="half" idx="1"/>
          </p:nvPr>
        </p:nvSpPr>
        <p:spPr>
          <a:xfrm>
            <a:off x="388892" y="1550631"/>
            <a:ext cx="3816069" cy="41153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44786" y="1550631"/>
            <a:ext cx="3816069" cy="41153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lvl1pPr>
              <a:defRPr>
                <a:cs typeface="Arial" charset="0"/>
              </a:defRPr>
            </a:lvl1pPr>
          </a:lstStyle>
          <a:p>
            <a:pPr>
              <a:defRPr/>
            </a:pPr>
            <a:endParaRPr lang="en-US" dirty="0"/>
          </a:p>
        </p:txBody>
      </p:sp>
      <p:sp>
        <p:nvSpPr>
          <p:cNvPr id="6" name="Rectangle 5"/>
          <p:cNvSpPr>
            <a:spLocks noGrp="1" noChangeArrowheads="1"/>
          </p:cNvSpPr>
          <p:nvPr>
            <p:ph type="ftr" sz="quarter" idx="11"/>
          </p:nvPr>
        </p:nvSpPr>
        <p:spPr/>
        <p:txBody>
          <a:bodyPr/>
          <a:lstStyle>
            <a:lvl1pPr>
              <a:defRPr>
                <a:cs typeface="Arial" charset="0"/>
              </a:defRPr>
            </a:lvl1pPr>
          </a:lstStyle>
          <a:p>
            <a:pPr>
              <a:defRPr/>
            </a:pPr>
            <a:r>
              <a:rPr lang="en-US" dirty="0"/>
              <a:t>CUI</a:t>
            </a:r>
          </a:p>
        </p:txBody>
      </p:sp>
      <p:sp>
        <p:nvSpPr>
          <p:cNvPr id="7" name="Rectangle 6"/>
          <p:cNvSpPr>
            <a:spLocks noGrp="1" noChangeArrowheads="1"/>
          </p:cNvSpPr>
          <p:nvPr>
            <p:ph type="sldNum" sz="quarter" idx="12"/>
          </p:nvPr>
        </p:nvSpPr>
        <p:spPr/>
        <p:txBody>
          <a:bodyPr/>
          <a:lstStyle>
            <a:lvl1pPr>
              <a:defRPr>
                <a:cs typeface="Arial" charset="0"/>
              </a:defRPr>
            </a:lvl1pPr>
          </a:lstStyle>
          <a:p>
            <a:pPr>
              <a:defRPr/>
            </a:pPr>
            <a:fld id="{DA356D3A-B958-4CC5-84CA-D13A32214FB9}" type="slidenum">
              <a:rPr lang="en-US"/>
              <a:pPr>
                <a:defRPr/>
              </a:pPr>
              <a:t>‹#›</a:t>
            </a:fld>
            <a:endParaRPr 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9"/>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4"/>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38600"/>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p:txBody>
          <a:bodyPr/>
          <a:lstStyle>
            <a:lvl1pPr>
              <a:defRPr>
                <a:cs typeface="Arial" charset="0"/>
              </a:defRPr>
            </a:lvl1pPr>
          </a:lstStyle>
          <a:p>
            <a:pPr>
              <a:defRPr/>
            </a:pPr>
            <a:endParaRPr lang="en-US" dirty="0"/>
          </a:p>
        </p:txBody>
      </p:sp>
      <p:sp>
        <p:nvSpPr>
          <p:cNvPr id="7" name="Rectangle 5"/>
          <p:cNvSpPr>
            <a:spLocks noGrp="1" noChangeArrowheads="1"/>
          </p:cNvSpPr>
          <p:nvPr>
            <p:ph type="ftr" sz="quarter" idx="11"/>
          </p:nvPr>
        </p:nvSpPr>
        <p:spPr/>
        <p:txBody>
          <a:bodyPr/>
          <a:lstStyle>
            <a:lvl1pPr>
              <a:defRPr>
                <a:cs typeface="Arial" charset="0"/>
              </a:defRPr>
            </a:lvl1pPr>
          </a:lstStyle>
          <a:p>
            <a:pPr>
              <a:defRPr/>
            </a:pPr>
            <a:r>
              <a:rPr lang="en-US" dirty="0"/>
              <a:t>CUI</a:t>
            </a:r>
          </a:p>
        </p:txBody>
      </p:sp>
      <p:sp>
        <p:nvSpPr>
          <p:cNvPr id="8" name="Rectangle 6"/>
          <p:cNvSpPr>
            <a:spLocks noGrp="1" noChangeArrowheads="1"/>
          </p:cNvSpPr>
          <p:nvPr>
            <p:ph type="sldNum" sz="quarter" idx="12"/>
          </p:nvPr>
        </p:nvSpPr>
        <p:spPr/>
        <p:txBody>
          <a:bodyPr/>
          <a:lstStyle>
            <a:lvl1pPr>
              <a:defRPr>
                <a:cs typeface="Arial" charset="0"/>
              </a:defRPr>
            </a:lvl1pPr>
          </a:lstStyle>
          <a:p>
            <a:pPr>
              <a:defRPr/>
            </a:pPr>
            <a:fld id="{A19C2B2F-99F4-4079-A5D8-31EB6B9A8E55}" type="slidenum">
              <a:rPr lang="en-US"/>
              <a:pPr>
                <a:defRPr/>
              </a:pPr>
              <a:t>‹#›</a:t>
            </a:fld>
            <a:endParaRPr 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Content Placeholder 2"/>
          <p:cNvSpPr>
            <a:spLocks noGrp="1"/>
          </p:cNvSpPr>
          <p:nvPr>
            <p:ph sz="half" idx="1"/>
          </p:nvPr>
        </p:nvSpPr>
        <p:spPr>
          <a:xfrm>
            <a:off x="457200" y="1600209"/>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4"/>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38600"/>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p:txBody>
          <a:bodyPr/>
          <a:lstStyle>
            <a:lvl1pPr>
              <a:defRPr>
                <a:cs typeface="Arial" charset="0"/>
              </a:defRPr>
            </a:lvl1pPr>
          </a:lstStyle>
          <a:p>
            <a:pPr>
              <a:defRPr/>
            </a:pPr>
            <a:endParaRPr lang="en-US" dirty="0"/>
          </a:p>
        </p:txBody>
      </p:sp>
      <p:sp>
        <p:nvSpPr>
          <p:cNvPr id="7" name="Rectangle 5"/>
          <p:cNvSpPr>
            <a:spLocks noGrp="1" noChangeArrowheads="1"/>
          </p:cNvSpPr>
          <p:nvPr>
            <p:ph type="ftr" sz="quarter" idx="11"/>
          </p:nvPr>
        </p:nvSpPr>
        <p:spPr/>
        <p:txBody>
          <a:bodyPr/>
          <a:lstStyle>
            <a:lvl1pPr>
              <a:defRPr>
                <a:cs typeface="Arial" charset="0"/>
              </a:defRPr>
            </a:lvl1pPr>
          </a:lstStyle>
          <a:p>
            <a:pPr>
              <a:defRPr/>
            </a:pPr>
            <a:r>
              <a:rPr lang="en-US" dirty="0"/>
              <a:t>CUI</a:t>
            </a:r>
          </a:p>
        </p:txBody>
      </p:sp>
      <p:sp>
        <p:nvSpPr>
          <p:cNvPr id="8" name="Rectangle 6"/>
          <p:cNvSpPr>
            <a:spLocks noGrp="1" noChangeArrowheads="1"/>
          </p:cNvSpPr>
          <p:nvPr>
            <p:ph type="sldNum" sz="quarter" idx="12"/>
          </p:nvPr>
        </p:nvSpPr>
        <p:spPr/>
        <p:txBody>
          <a:bodyPr/>
          <a:lstStyle>
            <a:lvl1pPr>
              <a:defRPr>
                <a:cs typeface="Arial" charset="0"/>
              </a:defRPr>
            </a:lvl1pPr>
          </a:lstStyle>
          <a:p>
            <a:pPr>
              <a:defRPr/>
            </a:pPr>
            <a:fld id="{DDBC5C44-F78B-482B-B598-72D3AAFB31E5}" type="slidenum">
              <a:rPr lang="en-US"/>
              <a:pPr>
                <a:defRPr/>
              </a:pPr>
              <a:t>‹#›</a:t>
            </a:fld>
            <a:endParaRPr lang="en-US"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2"/>
          <p:cNvSpPr>
            <a:spLocks noChangeShapeType="1"/>
          </p:cNvSpPr>
          <p:nvPr/>
        </p:nvSpPr>
        <p:spPr bwMode="auto">
          <a:xfrm>
            <a:off x="381000" y="6451600"/>
            <a:ext cx="8382000" cy="0"/>
          </a:xfrm>
          <a:prstGeom prst="line">
            <a:avLst/>
          </a:prstGeom>
          <a:noFill/>
          <a:ln w="57150">
            <a:solidFill>
              <a:srgbClr val="0C2D83"/>
            </a:solidFill>
            <a:round/>
            <a:headEnd/>
            <a:tailEnd/>
          </a:ln>
          <a:effectLst/>
        </p:spPr>
        <p:txBody>
          <a:bodyPr wrap="none" lIns="91340" tIns="45670" rIns="91340" bIns="45670" anchor="ctr"/>
          <a:lstStyle/>
          <a:p>
            <a:pPr>
              <a:defRPr/>
            </a:pPr>
            <a:endParaRPr lang="en-US" sz="1800" dirty="0">
              <a:solidFill>
                <a:srgbClr val="000000"/>
              </a:solidFill>
              <a:latin typeface="Arial" pitchFamily="34" charset="0"/>
            </a:endParaRPr>
          </a:p>
        </p:txBody>
      </p:sp>
      <p:sp>
        <p:nvSpPr>
          <p:cNvPr id="5" name="Text Box 3"/>
          <p:cNvSpPr txBox="1">
            <a:spLocks noChangeArrowheads="1"/>
          </p:cNvSpPr>
          <p:nvPr/>
        </p:nvSpPr>
        <p:spPr bwMode="auto">
          <a:xfrm>
            <a:off x="1270000" y="1233488"/>
            <a:ext cx="6553200" cy="396875"/>
          </a:xfrm>
          <a:prstGeom prst="rect">
            <a:avLst/>
          </a:prstGeom>
          <a:noFill/>
          <a:ln w="9525">
            <a:noFill/>
            <a:miter lim="800000"/>
            <a:headEnd/>
            <a:tailEnd/>
          </a:ln>
          <a:effectLst/>
        </p:spPr>
        <p:txBody>
          <a:bodyPr lIns="91340" tIns="45670" rIns="91340" bIns="45670">
            <a:spAutoFit/>
          </a:bodyPr>
          <a:lstStyle/>
          <a:p>
            <a:pPr>
              <a:spcBef>
                <a:spcPct val="50000"/>
              </a:spcBef>
              <a:defRPr/>
            </a:pPr>
            <a:r>
              <a:rPr lang="en-US" sz="2000" i="1" dirty="0">
                <a:solidFill>
                  <a:srgbClr val="000000"/>
                </a:solidFill>
                <a:latin typeface="Century Schoolbook" pitchFamily="18" charset="0"/>
              </a:rPr>
              <a:t>I n t e g r i t y  -  S e r v i c e  -  E x c e l l e n c e</a:t>
            </a:r>
          </a:p>
        </p:txBody>
      </p:sp>
      <p:sp>
        <p:nvSpPr>
          <p:cNvPr id="6" name="Text Box 4"/>
          <p:cNvSpPr txBox="1">
            <a:spLocks noChangeArrowheads="1"/>
          </p:cNvSpPr>
          <p:nvPr/>
        </p:nvSpPr>
        <p:spPr bwMode="auto">
          <a:xfrm>
            <a:off x="1406525" y="500063"/>
            <a:ext cx="5989638" cy="646112"/>
          </a:xfrm>
          <a:prstGeom prst="rect">
            <a:avLst/>
          </a:prstGeom>
          <a:noFill/>
          <a:ln w="9525">
            <a:noFill/>
            <a:miter lim="800000"/>
            <a:headEnd/>
            <a:tailEnd/>
          </a:ln>
          <a:effectLst/>
        </p:spPr>
        <p:txBody>
          <a:bodyPr wrap="none" lIns="91340" tIns="45670" rIns="91340" bIns="45670">
            <a:spAutoFit/>
          </a:bodyPr>
          <a:lstStyle/>
          <a:p>
            <a:pPr>
              <a:defRPr/>
            </a:pPr>
            <a:r>
              <a:rPr lang="en-US" sz="3600" i="1" dirty="0">
                <a:solidFill>
                  <a:srgbClr val="000000"/>
                </a:solidFill>
                <a:latin typeface="Arial" pitchFamily="34" charset="0"/>
              </a:rPr>
              <a:t>Headquarters U.S. Air Force</a:t>
            </a:r>
          </a:p>
        </p:txBody>
      </p:sp>
      <p:sp>
        <p:nvSpPr>
          <p:cNvPr id="7" name="Line 5"/>
          <p:cNvSpPr>
            <a:spLocks noChangeShapeType="1"/>
          </p:cNvSpPr>
          <p:nvPr/>
        </p:nvSpPr>
        <p:spPr bwMode="auto">
          <a:xfrm>
            <a:off x="381000" y="1231900"/>
            <a:ext cx="8382000" cy="0"/>
          </a:xfrm>
          <a:prstGeom prst="line">
            <a:avLst/>
          </a:prstGeom>
          <a:noFill/>
          <a:ln w="57150">
            <a:solidFill>
              <a:srgbClr val="0C2D83"/>
            </a:solidFill>
            <a:round/>
            <a:headEnd/>
            <a:tailEnd/>
          </a:ln>
          <a:effectLst/>
        </p:spPr>
        <p:txBody>
          <a:bodyPr wrap="none" lIns="91340" tIns="45670" rIns="91340" bIns="45670" anchor="ctr"/>
          <a:lstStyle/>
          <a:p>
            <a:pPr>
              <a:defRPr/>
            </a:pPr>
            <a:endParaRPr lang="en-US" sz="1800" dirty="0">
              <a:solidFill>
                <a:srgbClr val="000000"/>
              </a:solidFill>
              <a:latin typeface="Arial" pitchFamily="34" charset="0"/>
            </a:endParaRPr>
          </a:p>
        </p:txBody>
      </p:sp>
      <p:pic>
        <p:nvPicPr>
          <p:cNvPr id="8" name="Picture 8" descr="afsymbol"/>
          <p:cNvPicPr>
            <a:picLocks noChangeAspect="1" noChangeArrowheads="1"/>
          </p:cNvPicPr>
          <p:nvPr/>
        </p:nvPicPr>
        <p:blipFill>
          <a:blip r:embed="rId2" cstate="print"/>
          <a:srcRect/>
          <a:stretch>
            <a:fillRect/>
          </a:stretch>
        </p:blipFill>
        <p:spPr bwMode="auto">
          <a:xfrm>
            <a:off x="419100" y="3698875"/>
            <a:ext cx="3305175" cy="2605088"/>
          </a:xfrm>
          <a:prstGeom prst="rect">
            <a:avLst/>
          </a:prstGeom>
          <a:noFill/>
          <a:ln w="9525">
            <a:noFill/>
            <a:miter lim="800000"/>
            <a:headEnd/>
            <a:tailEnd/>
          </a:ln>
        </p:spPr>
      </p:pic>
      <p:sp>
        <p:nvSpPr>
          <p:cNvPr id="9" name="Text Box 12"/>
          <p:cNvSpPr txBox="1">
            <a:spLocks noChangeArrowheads="1"/>
          </p:cNvSpPr>
          <p:nvPr userDrawn="1"/>
        </p:nvSpPr>
        <p:spPr bwMode="auto">
          <a:xfrm>
            <a:off x="1544638" y="6402388"/>
            <a:ext cx="6618287" cy="523875"/>
          </a:xfrm>
          <a:prstGeom prst="rect">
            <a:avLst/>
          </a:prstGeom>
          <a:noFill/>
          <a:ln w="12700">
            <a:noFill/>
            <a:miter lim="800000"/>
            <a:headEnd/>
            <a:tailEnd/>
          </a:ln>
          <a:effectLst/>
        </p:spPr>
        <p:txBody>
          <a:bodyPr lIns="91340" tIns="45670" rIns="91340" bIns="45670">
            <a:spAutoFit/>
          </a:bodyPr>
          <a:lstStyle/>
          <a:p>
            <a:pPr>
              <a:defRPr/>
            </a:pPr>
            <a:r>
              <a:rPr lang="en-US" sz="2800" dirty="0">
                <a:solidFill>
                  <a:srgbClr val="EAEAEA"/>
                </a:solidFill>
                <a:latin typeface="Arial" pitchFamily="34" charset="0"/>
              </a:rPr>
              <a:t>DRAFT VERSION NOT APPROVED</a:t>
            </a:r>
          </a:p>
        </p:txBody>
      </p:sp>
      <p:sp>
        <p:nvSpPr>
          <p:cNvPr id="50185" name="Rectangle 9"/>
          <p:cNvSpPr>
            <a:spLocks noGrp="1" noChangeArrowheads="1"/>
          </p:cNvSpPr>
          <p:nvPr>
            <p:ph type="subTitle" idx="1"/>
          </p:nvPr>
        </p:nvSpPr>
        <p:spPr>
          <a:xfrm>
            <a:off x="4095750" y="3924300"/>
            <a:ext cx="4495800" cy="1047750"/>
          </a:xfrm>
        </p:spPr>
        <p:txBody>
          <a:bodyPr/>
          <a:lstStyle>
            <a:lvl1pPr marL="0" indent="0" algn="r">
              <a:buFont typeface="Wingdings" pitchFamily="2" charset="2"/>
              <a:buNone/>
              <a:defRPr sz="2800"/>
            </a:lvl1pPr>
          </a:lstStyle>
          <a:p>
            <a:r>
              <a:rPr lang="en-US"/>
              <a:t>Click to edit Master subtitle style</a:t>
            </a:r>
          </a:p>
        </p:txBody>
      </p:sp>
      <p:sp>
        <p:nvSpPr>
          <p:cNvPr id="50186" name="Rectangle 10"/>
          <p:cNvSpPr>
            <a:spLocks noGrp="1" noChangeArrowheads="1"/>
          </p:cNvSpPr>
          <p:nvPr>
            <p:ph type="ctrTitle"/>
          </p:nvPr>
        </p:nvSpPr>
        <p:spPr>
          <a:xfrm>
            <a:off x="3467100" y="1962150"/>
            <a:ext cx="5143500" cy="1600200"/>
          </a:xfrm>
        </p:spPr>
        <p:txBody>
          <a:bodyPr/>
          <a:lstStyle>
            <a:lvl1pPr>
              <a:defRPr sz="3600" i="0"/>
            </a:lvl1pPr>
          </a:lstStyle>
          <a:p>
            <a:r>
              <a:rPr lang="en-US"/>
              <a:t>Click to edit Master title style</a:t>
            </a:r>
          </a:p>
        </p:txBody>
      </p:sp>
      <p:sp>
        <p:nvSpPr>
          <p:cNvPr id="10" name="Rectangle 7"/>
          <p:cNvSpPr>
            <a:spLocks noGrp="1" noChangeArrowheads="1"/>
          </p:cNvSpPr>
          <p:nvPr>
            <p:ph type="sldNum" sz="quarter" idx="10"/>
          </p:nvPr>
        </p:nvSpPr>
        <p:spPr/>
        <p:txBody>
          <a:bodyPr/>
          <a:lstStyle>
            <a:lvl1pPr>
              <a:defRPr/>
            </a:lvl1pPr>
          </a:lstStyle>
          <a:p>
            <a:pPr>
              <a:defRPr/>
            </a:pPr>
            <a:fld id="{B196FC4F-3FAB-4888-B31E-4D68B29158FB}" type="slidenum">
              <a:rPr lang="en-US"/>
              <a:pPr>
                <a:defRPr/>
              </a:pPr>
              <a:t>‹#›</a:t>
            </a:fld>
            <a:endParaRPr lang="en-US" dirty="0">
              <a:solidFill>
                <a:srgbClr val="808080"/>
              </a:solidFil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p>
        </p:txBody>
      </p:sp>
      <p:sp>
        <p:nvSpPr>
          <p:cNvPr id="3" name="Content Placeholder 2"/>
          <p:cNvSpPr>
            <a:spLocks noGrp="1"/>
          </p:cNvSpPr>
          <p:nvPr>
            <p:ph idx="1"/>
          </p:nvPr>
        </p:nvSpPr>
        <p:spPr/>
        <p:txBody>
          <a:bodyPr/>
          <a:lstStyle>
            <a:lvl1pPr>
              <a:spcBef>
                <a:spcPts val="500"/>
              </a:spcBef>
              <a:defRPr sz="2000" b="1"/>
            </a:lvl1pPr>
            <a:lvl2pPr>
              <a:spcBef>
                <a:spcPts val="25"/>
              </a:spcBef>
              <a:defRPr sz="2000" b="1"/>
            </a:lvl2pPr>
            <a:lvl3pPr>
              <a:spcBef>
                <a:spcPts val="25"/>
              </a:spcBef>
              <a:buClr>
                <a:schemeClr val="accent6">
                  <a:lumMod val="50000"/>
                </a:schemeClr>
              </a:buClr>
              <a:defRPr sz="2000" b="1"/>
            </a:lvl3pPr>
            <a:lvl4pPr>
              <a:spcBef>
                <a:spcPts val="25"/>
              </a:spcBef>
              <a:buClr>
                <a:schemeClr val="accent6">
                  <a:lumMod val="50000"/>
                </a:schemeClr>
              </a:buClr>
              <a:defRPr sz="2000" b="1"/>
            </a:lvl4pPr>
            <a:lvl5pPr>
              <a:spcBef>
                <a:spcPts val="25"/>
              </a:spcBef>
              <a:buClr>
                <a:schemeClr val="accent6">
                  <a:lumMod val="50000"/>
                </a:schemeClr>
              </a:buClr>
              <a:defRPr sz="2000" b="1"/>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1028"/>
          <p:cNvSpPr>
            <a:spLocks noGrp="1" noChangeArrowheads="1"/>
          </p:cNvSpPr>
          <p:nvPr>
            <p:ph type="sldNum" sz="quarter" idx="10"/>
          </p:nvPr>
        </p:nvSpPr>
        <p:spPr>
          <a:xfrm>
            <a:off x="8001000" y="6553200"/>
            <a:ext cx="1143000" cy="304800"/>
          </a:xfrm>
        </p:spPr>
        <p:txBody>
          <a:bodyPr/>
          <a:lstStyle>
            <a:lvl1pPr>
              <a:defRPr/>
            </a:lvl1pPr>
          </a:lstStyle>
          <a:p>
            <a:pPr>
              <a:defRPr/>
            </a:pPr>
            <a:fld id="{7CF2EC6B-4711-432A-83EB-0E0FFC1677C5}" type="slidenum">
              <a:rPr lang="en-US"/>
              <a:pPr>
                <a:defRPr/>
              </a:pPr>
              <a:t>‹#›</a:t>
            </a:fld>
            <a:endParaRPr lang="en-US" dirty="0">
              <a:solidFill>
                <a:srgbClr val="808080"/>
              </a:solidFil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3"/>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25"/>
            <a:ext cx="7772400" cy="1500187"/>
          </a:xfrm>
        </p:spPr>
        <p:txBody>
          <a:bodyPr anchor="b"/>
          <a:lstStyle>
            <a:lvl1pPr marL="0" indent="0">
              <a:buNone/>
              <a:defRPr sz="2000"/>
            </a:lvl1pPr>
            <a:lvl2pPr marL="456710" indent="0">
              <a:buNone/>
              <a:defRPr sz="1800"/>
            </a:lvl2pPr>
            <a:lvl3pPr marL="913423" indent="0">
              <a:buNone/>
              <a:defRPr sz="1600"/>
            </a:lvl3pPr>
            <a:lvl4pPr marL="1370130" indent="0">
              <a:buNone/>
              <a:defRPr sz="1400"/>
            </a:lvl4pPr>
            <a:lvl5pPr marL="1826844" indent="0">
              <a:buNone/>
              <a:defRPr sz="1400"/>
            </a:lvl5pPr>
            <a:lvl6pPr marL="2283557" indent="0">
              <a:buNone/>
              <a:defRPr sz="1400"/>
            </a:lvl6pPr>
            <a:lvl7pPr marL="2740269" indent="0">
              <a:buNone/>
              <a:defRPr sz="1400"/>
            </a:lvl7pPr>
            <a:lvl8pPr marL="3196979" indent="0">
              <a:buNone/>
              <a:defRPr sz="1400"/>
            </a:lvl8pPr>
            <a:lvl9pPr marL="3653691" indent="0">
              <a:buNone/>
              <a:defRPr sz="1400"/>
            </a:lvl9pPr>
          </a:lstStyle>
          <a:p>
            <a:pPr lvl="0"/>
            <a:r>
              <a:rPr lang="en-US"/>
              <a:t>Click to edit Master text styles</a:t>
            </a:r>
          </a:p>
        </p:txBody>
      </p:sp>
      <p:sp>
        <p:nvSpPr>
          <p:cNvPr id="4" name="Rectangle 1028"/>
          <p:cNvSpPr>
            <a:spLocks noGrp="1" noChangeArrowheads="1"/>
          </p:cNvSpPr>
          <p:nvPr>
            <p:ph type="sldNum" sz="quarter" idx="10"/>
          </p:nvPr>
        </p:nvSpPr>
        <p:spPr>
          <a:ln/>
        </p:spPr>
        <p:txBody>
          <a:bodyPr/>
          <a:lstStyle>
            <a:lvl1pPr>
              <a:defRPr/>
            </a:lvl1pPr>
          </a:lstStyle>
          <a:p>
            <a:pPr>
              <a:defRPr/>
            </a:pPr>
            <a:fld id="{622A70F9-17A2-4A4D-909C-BA481AC5A920}" type="slidenum">
              <a:rPr lang="en-US"/>
              <a:pPr>
                <a:defRPr/>
              </a:pPr>
              <a:t>‹#›</a:t>
            </a:fld>
            <a:endParaRPr lang="en-US" dirty="0">
              <a:solidFill>
                <a:srgbClr val="808080"/>
              </a:solidFil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69900" y="1363675"/>
            <a:ext cx="4105275" cy="4860925"/>
          </a:xfrm>
        </p:spPr>
        <p:txBody>
          <a:bodyPr/>
          <a:lstStyle>
            <a:lvl1pPr>
              <a:spcBef>
                <a:spcPts val="500"/>
              </a:spcBef>
              <a:buClr>
                <a:schemeClr val="accent6">
                  <a:lumMod val="50000"/>
                </a:schemeClr>
              </a:buClr>
              <a:defRPr sz="2000" b="0"/>
            </a:lvl1pPr>
            <a:lvl2pPr>
              <a:spcBef>
                <a:spcPts val="25"/>
              </a:spcBef>
              <a:buClr>
                <a:schemeClr val="accent6">
                  <a:lumMod val="50000"/>
                </a:schemeClr>
              </a:buClr>
              <a:defRPr sz="2000" b="0"/>
            </a:lvl2pPr>
            <a:lvl3pPr>
              <a:spcBef>
                <a:spcPts val="25"/>
              </a:spcBef>
              <a:buClr>
                <a:schemeClr val="accent6">
                  <a:lumMod val="50000"/>
                </a:schemeClr>
              </a:buClr>
              <a:defRPr sz="2000" b="0"/>
            </a:lvl3pPr>
            <a:lvl4pPr>
              <a:spcBef>
                <a:spcPts val="25"/>
              </a:spcBef>
              <a:buClr>
                <a:schemeClr val="accent6">
                  <a:lumMod val="50000"/>
                </a:schemeClr>
              </a:buClr>
              <a:defRPr sz="2000" b="0"/>
            </a:lvl4pPr>
            <a:lvl5pPr>
              <a:spcBef>
                <a:spcPts val="25"/>
              </a:spcBef>
              <a:buClr>
                <a:schemeClr val="accent6">
                  <a:lumMod val="50000"/>
                </a:schemeClr>
              </a:buClr>
              <a:defRPr sz="2000" b="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27575" y="1363675"/>
            <a:ext cx="4105275" cy="4860925"/>
          </a:xfrm>
        </p:spPr>
        <p:txBody>
          <a:bodyPr/>
          <a:lstStyle>
            <a:lvl1pPr>
              <a:spcBef>
                <a:spcPts val="500"/>
              </a:spcBef>
              <a:buClr>
                <a:schemeClr val="accent6">
                  <a:lumMod val="50000"/>
                </a:schemeClr>
              </a:buClr>
              <a:defRPr sz="2000" b="1"/>
            </a:lvl1pPr>
            <a:lvl2pPr>
              <a:spcBef>
                <a:spcPts val="25"/>
              </a:spcBef>
              <a:buClr>
                <a:schemeClr val="accent6">
                  <a:lumMod val="50000"/>
                </a:schemeClr>
              </a:buClr>
              <a:defRPr sz="2000" b="1"/>
            </a:lvl2pPr>
            <a:lvl3pPr>
              <a:spcBef>
                <a:spcPts val="25"/>
              </a:spcBef>
              <a:buClr>
                <a:schemeClr val="accent6">
                  <a:lumMod val="50000"/>
                </a:schemeClr>
              </a:buClr>
              <a:defRPr sz="2000" b="1"/>
            </a:lvl3pPr>
            <a:lvl4pPr>
              <a:spcBef>
                <a:spcPts val="25"/>
              </a:spcBef>
              <a:buClr>
                <a:schemeClr val="accent6">
                  <a:lumMod val="50000"/>
                </a:schemeClr>
              </a:buClr>
              <a:defRPr sz="2000" b="1"/>
            </a:lvl4pPr>
            <a:lvl5pPr>
              <a:spcBef>
                <a:spcPts val="25"/>
              </a:spcBef>
              <a:buClr>
                <a:schemeClr val="accent6">
                  <a:lumMod val="50000"/>
                </a:schemeClr>
              </a:buClr>
              <a:defRPr sz="2000" b="1"/>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1028"/>
          <p:cNvSpPr>
            <a:spLocks noGrp="1" noChangeArrowheads="1"/>
          </p:cNvSpPr>
          <p:nvPr>
            <p:ph type="sldNum" sz="quarter" idx="10"/>
          </p:nvPr>
        </p:nvSpPr>
        <p:spPr>
          <a:ln/>
        </p:spPr>
        <p:txBody>
          <a:bodyPr/>
          <a:lstStyle>
            <a:lvl1pPr>
              <a:defRPr/>
            </a:lvl1pPr>
          </a:lstStyle>
          <a:p>
            <a:pPr>
              <a:defRPr/>
            </a:pPr>
            <a:fld id="{9EE3D80B-61BE-4777-BF4E-9EA34920B171}" type="slidenum">
              <a:rPr lang="en-US"/>
              <a:pPr>
                <a:defRPr/>
              </a:pPr>
              <a:t>‹#›</a:t>
            </a:fld>
            <a:endParaRPr lang="en-US" dirty="0">
              <a:solidFill>
                <a:srgbClr val="808080"/>
              </a:solidFil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7"/>
            <a:ext cx="4040188" cy="639762"/>
          </a:xfrm>
        </p:spPr>
        <p:txBody>
          <a:bodyPr anchor="b"/>
          <a:lstStyle>
            <a:lvl1pPr marL="0" indent="0">
              <a:buNone/>
              <a:defRPr sz="2400" b="1"/>
            </a:lvl1pPr>
            <a:lvl2pPr marL="456710" indent="0">
              <a:buNone/>
              <a:defRPr sz="2000" b="1"/>
            </a:lvl2pPr>
            <a:lvl3pPr marL="913423" indent="0">
              <a:buNone/>
              <a:defRPr sz="1800" b="1"/>
            </a:lvl3pPr>
            <a:lvl4pPr marL="1370130" indent="0">
              <a:buNone/>
              <a:defRPr sz="1600" b="1"/>
            </a:lvl4pPr>
            <a:lvl5pPr marL="1826844" indent="0">
              <a:buNone/>
              <a:defRPr sz="1600" b="1"/>
            </a:lvl5pPr>
            <a:lvl6pPr marL="2283557" indent="0">
              <a:buNone/>
              <a:defRPr sz="1600" b="1"/>
            </a:lvl6pPr>
            <a:lvl7pPr marL="2740269" indent="0">
              <a:buNone/>
              <a:defRPr sz="1600" b="1"/>
            </a:lvl7pPr>
            <a:lvl8pPr marL="3196979" indent="0">
              <a:buNone/>
              <a:defRPr sz="1600" b="1"/>
            </a:lvl8pPr>
            <a:lvl9pPr marL="3653691"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9"/>
            <a:ext cx="4040188" cy="3951288"/>
          </a:xfrm>
        </p:spPr>
        <p:txBody>
          <a:bodyPr/>
          <a:lstStyle>
            <a:lvl1pPr>
              <a:spcBef>
                <a:spcPts val="500"/>
              </a:spcBef>
              <a:buClr>
                <a:schemeClr val="accent6">
                  <a:lumMod val="50000"/>
                </a:schemeClr>
              </a:buClr>
              <a:defRPr sz="2000" b="1"/>
            </a:lvl1pPr>
            <a:lvl2pPr>
              <a:spcBef>
                <a:spcPts val="25"/>
              </a:spcBef>
              <a:buClr>
                <a:schemeClr val="accent6">
                  <a:lumMod val="50000"/>
                </a:schemeClr>
              </a:buClr>
              <a:defRPr sz="2000" b="1"/>
            </a:lvl2pPr>
            <a:lvl3pPr>
              <a:spcBef>
                <a:spcPts val="25"/>
              </a:spcBef>
              <a:buClr>
                <a:schemeClr val="accent6">
                  <a:lumMod val="50000"/>
                </a:schemeClr>
              </a:buClr>
              <a:defRPr sz="2000" b="1"/>
            </a:lvl3pPr>
            <a:lvl4pPr>
              <a:spcBef>
                <a:spcPts val="25"/>
              </a:spcBef>
              <a:buClr>
                <a:schemeClr val="accent6">
                  <a:lumMod val="50000"/>
                </a:schemeClr>
              </a:buClr>
              <a:defRPr sz="2000" b="1"/>
            </a:lvl4pPr>
            <a:lvl5pPr>
              <a:spcBef>
                <a:spcPts val="25"/>
              </a:spcBef>
              <a:buClr>
                <a:schemeClr val="accent6">
                  <a:lumMod val="50000"/>
                </a:schemeClr>
              </a:buClr>
              <a:defRPr sz="2000" b="1"/>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33" y="1535117"/>
            <a:ext cx="4041775" cy="639762"/>
          </a:xfrm>
        </p:spPr>
        <p:txBody>
          <a:bodyPr anchor="b"/>
          <a:lstStyle>
            <a:lvl1pPr marL="0" indent="0">
              <a:buNone/>
              <a:defRPr sz="2400" b="1"/>
            </a:lvl1pPr>
            <a:lvl2pPr marL="456710" indent="0">
              <a:buNone/>
              <a:defRPr sz="2000" b="1"/>
            </a:lvl2pPr>
            <a:lvl3pPr marL="913423" indent="0">
              <a:buNone/>
              <a:defRPr sz="1800" b="1"/>
            </a:lvl3pPr>
            <a:lvl4pPr marL="1370130" indent="0">
              <a:buNone/>
              <a:defRPr sz="1600" b="1"/>
            </a:lvl4pPr>
            <a:lvl5pPr marL="1826844" indent="0">
              <a:buNone/>
              <a:defRPr sz="1600" b="1"/>
            </a:lvl5pPr>
            <a:lvl6pPr marL="2283557" indent="0">
              <a:buNone/>
              <a:defRPr sz="1600" b="1"/>
            </a:lvl6pPr>
            <a:lvl7pPr marL="2740269" indent="0">
              <a:buNone/>
              <a:defRPr sz="1600" b="1"/>
            </a:lvl7pPr>
            <a:lvl8pPr marL="3196979" indent="0">
              <a:buNone/>
              <a:defRPr sz="1600" b="1"/>
            </a:lvl8pPr>
            <a:lvl9pPr marL="3653691"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3" y="2174879"/>
            <a:ext cx="4041775" cy="3951288"/>
          </a:xfrm>
        </p:spPr>
        <p:txBody>
          <a:bodyPr/>
          <a:lstStyle>
            <a:lvl1pPr>
              <a:spcBef>
                <a:spcPts val="500"/>
              </a:spcBef>
              <a:buClr>
                <a:schemeClr val="accent6">
                  <a:lumMod val="50000"/>
                </a:schemeClr>
              </a:buClr>
              <a:defRPr sz="2000"/>
            </a:lvl1pPr>
            <a:lvl2pPr>
              <a:spcBef>
                <a:spcPts val="25"/>
              </a:spcBef>
              <a:buClr>
                <a:schemeClr val="accent6">
                  <a:lumMod val="50000"/>
                </a:schemeClr>
              </a:buClr>
              <a:defRPr sz="2000" b="1"/>
            </a:lvl2pPr>
            <a:lvl3pPr>
              <a:spcBef>
                <a:spcPts val="25"/>
              </a:spcBef>
              <a:buClr>
                <a:schemeClr val="accent6">
                  <a:lumMod val="50000"/>
                </a:schemeClr>
              </a:buClr>
              <a:defRPr sz="2000" b="1"/>
            </a:lvl3pPr>
            <a:lvl4pPr>
              <a:spcBef>
                <a:spcPts val="25"/>
              </a:spcBef>
              <a:buClr>
                <a:schemeClr val="accent6">
                  <a:lumMod val="50000"/>
                </a:schemeClr>
              </a:buClr>
              <a:defRPr sz="2000" b="1"/>
            </a:lvl4pPr>
            <a:lvl5pPr>
              <a:spcBef>
                <a:spcPts val="25"/>
              </a:spcBef>
              <a:buClr>
                <a:schemeClr val="accent6">
                  <a:lumMod val="50000"/>
                </a:schemeClr>
              </a:buClr>
              <a:defRPr sz="2000" b="1"/>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1028"/>
          <p:cNvSpPr>
            <a:spLocks noGrp="1" noChangeArrowheads="1"/>
          </p:cNvSpPr>
          <p:nvPr>
            <p:ph type="sldNum" sz="quarter" idx="10"/>
          </p:nvPr>
        </p:nvSpPr>
        <p:spPr>
          <a:ln/>
        </p:spPr>
        <p:txBody>
          <a:bodyPr/>
          <a:lstStyle>
            <a:lvl1pPr>
              <a:defRPr/>
            </a:lvl1pPr>
          </a:lstStyle>
          <a:p>
            <a:pPr>
              <a:defRPr/>
            </a:pPr>
            <a:fld id="{40B0D632-3F18-45CF-9C16-4A041C7D15AD}" type="slidenum">
              <a:rPr lang="en-US"/>
              <a:pPr>
                <a:defRPr/>
              </a:pPr>
              <a:t>‹#›</a:t>
            </a:fld>
            <a:endParaRPr lang="en-US" dirty="0">
              <a:solidFill>
                <a:srgbClr val="808080"/>
              </a:solidFill>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28"/>
          <p:cNvSpPr>
            <a:spLocks noGrp="1" noChangeArrowheads="1"/>
          </p:cNvSpPr>
          <p:nvPr>
            <p:ph type="sldNum" sz="quarter" idx="10"/>
          </p:nvPr>
        </p:nvSpPr>
        <p:spPr>
          <a:ln/>
        </p:spPr>
        <p:txBody>
          <a:bodyPr/>
          <a:lstStyle>
            <a:lvl1pPr>
              <a:defRPr/>
            </a:lvl1pPr>
          </a:lstStyle>
          <a:p>
            <a:pPr>
              <a:defRPr/>
            </a:pPr>
            <a:fld id="{FF7AC46D-4A7A-48F3-96DD-7ECB9C51874B}" type="slidenum">
              <a:rPr lang="en-US"/>
              <a:pPr>
                <a:defRPr/>
              </a:pPr>
              <a:t>‹#›</a:t>
            </a:fld>
            <a:endParaRPr lang="en-US" dirty="0">
              <a:solidFill>
                <a:srgbClr val="808080"/>
              </a:solidFill>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28"/>
          <p:cNvSpPr>
            <a:spLocks noGrp="1" noChangeArrowheads="1"/>
          </p:cNvSpPr>
          <p:nvPr>
            <p:ph type="sldNum" sz="quarter" idx="10"/>
          </p:nvPr>
        </p:nvSpPr>
        <p:spPr>
          <a:ln/>
        </p:spPr>
        <p:txBody>
          <a:bodyPr/>
          <a:lstStyle>
            <a:lvl1pPr>
              <a:defRPr/>
            </a:lvl1pPr>
          </a:lstStyle>
          <a:p>
            <a:pPr>
              <a:defRPr/>
            </a:pPr>
            <a:fld id="{2E652790-F66D-4767-B92B-58D201279945}" type="slidenum">
              <a:rPr lang="en-US"/>
              <a:pPr>
                <a:defRPr/>
              </a:pPr>
              <a:t>‹#›</a:t>
            </a:fld>
            <a:endParaRPr lang="en-US" dirty="0">
              <a:solidFill>
                <a:srgbClr val="808080"/>
              </a:solidFil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12"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62"/>
            <a:ext cx="5111750" cy="5853113"/>
          </a:xfrm>
        </p:spPr>
        <p:txBody>
          <a:bodyPr/>
          <a:lstStyle>
            <a:lvl1pPr>
              <a:spcBef>
                <a:spcPts val="500"/>
              </a:spcBef>
              <a:buClr>
                <a:schemeClr val="accent6">
                  <a:lumMod val="50000"/>
                </a:schemeClr>
              </a:buClr>
              <a:defRPr sz="2000"/>
            </a:lvl1pPr>
            <a:lvl2pPr>
              <a:spcBef>
                <a:spcPts val="25"/>
              </a:spcBef>
              <a:buClr>
                <a:schemeClr val="accent6">
                  <a:lumMod val="50000"/>
                </a:schemeClr>
              </a:buClr>
              <a:defRPr sz="2000" b="1"/>
            </a:lvl2pPr>
            <a:lvl3pPr>
              <a:spcBef>
                <a:spcPts val="25"/>
              </a:spcBef>
              <a:buClr>
                <a:schemeClr val="accent6">
                  <a:lumMod val="50000"/>
                </a:schemeClr>
              </a:buClr>
              <a:defRPr sz="2000" b="1"/>
            </a:lvl3pPr>
            <a:lvl4pPr>
              <a:spcBef>
                <a:spcPts val="25"/>
              </a:spcBef>
              <a:buClr>
                <a:schemeClr val="accent6">
                  <a:lumMod val="50000"/>
                </a:schemeClr>
              </a:buClr>
              <a:defRPr sz="2000" b="1"/>
            </a:lvl4pPr>
            <a:lvl5pPr>
              <a:spcBef>
                <a:spcPts val="25"/>
              </a:spcBef>
              <a:buClr>
                <a:schemeClr val="accent6">
                  <a:lumMod val="50000"/>
                </a:schemeClr>
              </a:buClr>
              <a:defRPr sz="2000" b="1"/>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12" y="1435112"/>
            <a:ext cx="3008313" cy="4691063"/>
          </a:xfrm>
        </p:spPr>
        <p:txBody>
          <a:bodyPr/>
          <a:lstStyle>
            <a:lvl1pPr marL="0" indent="0">
              <a:buNone/>
              <a:defRPr sz="2000"/>
            </a:lvl1pPr>
            <a:lvl2pPr marL="456710" indent="0">
              <a:buNone/>
              <a:defRPr sz="1200"/>
            </a:lvl2pPr>
            <a:lvl3pPr marL="913423" indent="0">
              <a:buNone/>
              <a:defRPr sz="1000"/>
            </a:lvl3pPr>
            <a:lvl4pPr marL="1370130" indent="0">
              <a:buNone/>
              <a:defRPr sz="900"/>
            </a:lvl4pPr>
            <a:lvl5pPr marL="1826844" indent="0">
              <a:buNone/>
              <a:defRPr sz="900"/>
            </a:lvl5pPr>
            <a:lvl6pPr marL="2283557" indent="0">
              <a:buNone/>
              <a:defRPr sz="900"/>
            </a:lvl6pPr>
            <a:lvl7pPr marL="2740269" indent="0">
              <a:buNone/>
              <a:defRPr sz="900"/>
            </a:lvl7pPr>
            <a:lvl8pPr marL="3196979" indent="0">
              <a:buNone/>
              <a:defRPr sz="900"/>
            </a:lvl8pPr>
            <a:lvl9pPr marL="3653691" indent="0">
              <a:buNone/>
              <a:defRPr sz="900"/>
            </a:lvl9pPr>
          </a:lstStyle>
          <a:p>
            <a:pPr lvl="0"/>
            <a:r>
              <a:rPr lang="en-US"/>
              <a:t>Click to edit Master text styles</a:t>
            </a:r>
          </a:p>
        </p:txBody>
      </p:sp>
      <p:sp>
        <p:nvSpPr>
          <p:cNvPr id="5" name="Rectangle 1028"/>
          <p:cNvSpPr>
            <a:spLocks noGrp="1" noChangeArrowheads="1"/>
          </p:cNvSpPr>
          <p:nvPr>
            <p:ph type="sldNum" sz="quarter" idx="10"/>
          </p:nvPr>
        </p:nvSpPr>
        <p:spPr>
          <a:ln/>
        </p:spPr>
        <p:txBody>
          <a:bodyPr/>
          <a:lstStyle>
            <a:lvl1pPr>
              <a:defRPr/>
            </a:lvl1pPr>
          </a:lstStyle>
          <a:p>
            <a:pPr>
              <a:defRPr/>
            </a:pPr>
            <a:fld id="{E4EE6622-B013-435B-986D-517AA0E16227}" type="slidenum">
              <a:rPr lang="en-US"/>
              <a:pPr>
                <a:defRPr/>
              </a:pPr>
              <a:t>‹#›</a:t>
            </a:fld>
            <a:endParaRPr lang="en-US" dirty="0">
              <a:solidFill>
                <a:srgbClr val="808080"/>
              </a:solidFill>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4"/>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6710" indent="0">
              <a:buNone/>
              <a:defRPr sz="2800"/>
            </a:lvl2pPr>
            <a:lvl3pPr marL="913423" indent="0">
              <a:buNone/>
              <a:defRPr sz="2400"/>
            </a:lvl3pPr>
            <a:lvl4pPr marL="1370130" indent="0">
              <a:buNone/>
              <a:defRPr sz="2000"/>
            </a:lvl4pPr>
            <a:lvl5pPr marL="1826844" indent="0">
              <a:buNone/>
              <a:defRPr sz="2000"/>
            </a:lvl5pPr>
            <a:lvl6pPr marL="2283557" indent="0">
              <a:buNone/>
              <a:defRPr sz="2000"/>
            </a:lvl6pPr>
            <a:lvl7pPr marL="2740269" indent="0">
              <a:buNone/>
              <a:defRPr sz="2000"/>
            </a:lvl7pPr>
            <a:lvl8pPr marL="3196979" indent="0">
              <a:buNone/>
              <a:defRPr sz="2000"/>
            </a:lvl8pPr>
            <a:lvl9pPr marL="3653691" indent="0">
              <a:buNone/>
              <a:defRPr sz="2000"/>
            </a:lvl9pPr>
          </a:lstStyle>
          <a:p>
            <a:pPr lvl="0"/>
            <a:endParaRPr lang="en-US" noProof="0" dirty="0"/>
          </a:p>
        </p:txBody>
      </p:sp>
      <p:sp>
        <p:nvSpPr>
          <p:cNvPr id="4" name="Text Placeholder 3"/>
          <p:cNvSpPr>
            <a:spLocks noGrp="1"/>
          </p:cNvSpPr>
          <p:nvPr>
            <p:ph type="body" sz="half" idx="2"/>
          </p:nvPr>
        </p:nvSpPr>
        <p:spPr>
          <a:xfrm>
            <a:off x="1792288" y="5367342"/>
            <a:ext cx="5486400" cy="804862"/>
          </a:xfrm>
        </p:spPr>
        <p:txBody>
          <a:bodyPr/>
          <a:lstStyle>
            <a:lvl1pPr marL="0" indent="0">
              <a:buNone/>
              <a:defRPr sz="2000"/>
            </a:lvl1pPr>
            <a:lvl2pPr marL="456710" indent="0">
              <a:buNone/>
              <a:defRPr sz="1200"/>
            </a:lvl2pPr>
            <a:lvl3pPr marL="913423" indent="0">
              <a:buNone/>
              <a:defRPr sz="1000"/>
            </a:lvl3pPr>
            <a:lvl4pPr marL="1370130" indent="0">
              <a:buNone/>
              <a:defRPr sz="900"/>
            </a:lvl4pPr>
            <a:lvl5pPr marL="1826844" indent="0">
              <a:buNone/>
              <a:defRPr sz="900"/>
            </a:lvl5pPr>
            <a:lvl6pPr marL="2283557" indent="0">
              <a:buNone/>
              <a:defRPr sz="900"/>
            </a:lvl6pPr>
            <a:lvl7pPr marL="2740269" indent="0">
              <a:buNone/>
              <a:defRPr sz="900"/>
            </a:lvl7pPr>
            <a:lvl8pPr marL="3196979" indent="0">
              <a:buNone/>
              <a:defRPr sz="900"/>
            </a:lvl8pPr>
            <a:lvl9pPr marL="3653691" indent="0">
              <a:buNone/>
              <a:defRPr sz="900"/>
            </a:lvl9pPr>
          </a:lstStyle>
          <a:p>
            <a:pPr lvl="0"/>
            <a:r>
              <a:rPr lang="en-US" dirty="0"/>
              <a:t>Click to edit Master text styles</a:t>
            </a:r>
          </a:p>
        </p:txBody>
      </p:sp>
      <p:sp>
        <p:nvSpPr>
          <p:cNvPr id="5" name="Rectangle 1028"/>
          <p:cNvSpPr>
            <a:spLocks noGrp="1" noChangeArrowheads="1"/>
          </p:cNvSpPr>
          <p:nvPr>
            <p:ph type="sldNum" sz="quarter" idx="10"/>
          </p:nvPr>
        </p:nvSpPr>
        <p:spPr>
          <a:ln/>
        </p:spPr>
        <p:txBody>
          <a:bodyPr/>
          <a:lstStyle>
            <a:lvl1pPr>
              <a:defRPr/>
            </a:lvl1pPr>
          </a:lstStyle>
          <a:p>
            <a:pPr>
              <a:defRPr/>
            </a:pPr>
            <a:fld id="{8E78D892-C110-4066-B2F8-F7D260394020}" type="slidenum">
              <a:rPr lang="en-US"/>
              <a:pPr>
                <a:defRPr/>
              </a:pPr>
              <a:t>‹#›</a:t>
            </a:fld>
            <a:endParaRPr lang="en-US" dirty="0">
              <a:solidFill>
                <a:srgbClr val="808080"/>
              </a:solidFill>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lvl1pPr>
              <a:spcBef>
                <a:spcPts val="500"/>
              </a:spcBef>
              <a:buClr>
                <a:schemeClr val="accent6">
                  <a:lumMod val="50000"/>
                </a:schemeClr>
              </a:buClr>
              <a:defRPr sz="2000" b="1"/>
            </a:lvl1pPr>
            <a:lvl2pPr>
              <a:spcBef>
                <a:spcPts val="25"/>
              </a:spcBef>
              <a:buClr>
                <a:schemeClr val="accent6">
                  <a:lumMod val="50000"/>
                </a:schemeClr>
              </a:buClr>
              <a:defRPr sz="2000" b="1"/>
            </a:lvl2pPr>
            <a:lvl3pPr>
              <a:spcBef>
                <a:spcPts val="25"/>
              </a:spcBef>
              <a:buClr>
                <a:schemeClr val="accent6">
                  <a:lumMod val="50000"/>
                </a:schemeClr>
              </a:buClr>
              <a:defRPr sz="2000" b="1"/>
            </a:lvl3pPr>
            <a:lvl4pPr>
              <a:spcBef>
                <a:spcPts val="25"/>
              </a:spcBef>
              <a:buClr>
                <a:schemeClr val="accent6">
                  <a:lumMod val="50000"/>
                </a:schemeClr>
              </a:buClr>
              <a:defRPr sz="2000" b="1"/>
            </a:lvl4pPr>
            <a:lvl5pPr>
              <a:spcBef>
                <a:spcPts val="25"/>
              </a:spcBef>
              <a:buClr>
                <a:schemeClr val="accent6">
                  <a:lumMod val="50000"/>
                </a:schemeClr>
              </a:buClr>
              <a:defRPr sz="2000" b="1"/>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1028"/>
          <p:cNvSpPr>
            <a:spLocks noGrp="1" noChangeArrowheads="1"/>
          </p:cNvSpPr>
          <p:nvPr>
            <p:ph type="sldNum" sz="quarter" idx="10"/>
          </p:nvPr>
        </p:nvSpPr>
        <p:spPr>
          <a:ln/>
        </p:spPr>
        <p:txBody>
          <a:bodyPr/>
          <a:lstStyle>
            <a:lvl1pPr>
              <a:defRPr/>
            </a:lvl1pPr>
          </a:lstStyle>
          <a:p>
            <a:pPr>
              <a:defRPr/>
            </a:pPr>
            <a:fld id="{7EBEC885-C627-4BFC-9A0A-C5713E32D683}" type="slidenum">
              <a:rPr lang="en-US"/>
              <a:pPr>
                <a:defRPr/>
              </a:pPr>
              <a:t>‹#›</a:t>
            </a:fld>
            <a:endParaRPr lang="en-US" dirty="0">
              <a:solidFill>
                <a:srgbClr val="808080"/>
              </a:solidFill>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56388" y="76203"/>
            <a:ext cx="2093912" cy="61483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69888" y="76203"/>
            <a:ext cx="6134100" cy="6148388"/>
          </a:xfrm>
        </p:spPr>
        <p:txBody>
          <a:bodyPr vert="eaVert"/>
          <a:lstStyle>
            <a:lvl1pPr>
              <a:spcBef>
                <a:spcPts val="500"/>
              </a:spcBef>
              <a:buClr>
                <a:schemeClr val="accent6">
                  <a:lumMod val="50000"/>
                </a:schemeClr>
              </a:buClr>
              <a:defRPr sz="2000" b="1"/>
            </a:lvl1pPr>
            <a:lvl2pPr>
              <a:spcBef>
                <a:spcPts val="25"/>
              </a:spcBef>
              <a:buClr>
                <a:schemeClr val="accent6">
                  <a:lumMod val="50000"/>
                </a:schemeClr>
              </a:buClr>
              <a:defRPr sz="2000" b="1"/>
            </a:lvl2pPr>
            <a:lvl3pPr>
              <a:spcBef>
                <a:spcPts val="25"/>
              </a:spcBef>
              <a:buClr>
                <a:schemeClr val="accent6">
                  <a:lumMod val="50000"/>
                </a:schemeClr>
              </a:buClr>
              <a:defRPr sz="2000" b="1"/>
            </a:lvl3pPr>
            <a:lvl4pPr>
              <a:spcBef>
                <a:spcPts val="25"/>
              </a:spcBef>
              <a:buClr>
                <a:schemeClr val="accent6">
                  <a:lumMod val="50000"/>
                </a:schemeClr>
              </a:buClr>
              <a:defRPr sz="2000" b="1"/>
            </a:lvl4pPr>
            <a:lvl5pPr>
              <a:spcBef>
                <a:spcPts val="25"/>
              </a:spcBef>
              <a:buClr>
                <a:schemeClr val="accent6">
                  <a:lumMod val="50000"/>
                </a:schemeClr>
              </a:buClr>
              <a:defRPr sz="2000" b="1"/>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1028"/>
          <p:cNvSpPr>
            <a:spLocks noGrp="1" noChangeArrowheads="1"/>
          </p:cNvSpPr>
          <p:nvPr>
            <p:ph type="sldNum" sz="quarter" idx="10"/>
          </p:nvPr>
        </p:nvSpPr>
        <p:spPr>
          <a:ln/>
        </p:spPr>
        <p:txBody>
          <a:bodyPr/>
          <a:lstStyle>
            <a:lvl1pPr>
              <a:defRPr/>
            </a:lvl1pPr>
          </a:lstStyle>
          <a:p>
            <a:pPr>
              <a:defRPr/>
            </a:pPr>
            <a:fld id="{576B8FD5-971C-4560-8C54-9FDC1B65C741}" type="slidenum">
              <a:rPr lang="en-US"/>
              <a:pPr>
                <a:defRPr/>
              </a:pPr>
              <a:t>‹#›</a:t>
            </a:fld>
            <a:endParaRPr lang="en-US" dirty="0">
              <a:solidFill>
                <a:srgbClr val="808080"/>
              </a:solidFil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663700" y="76200"/>
            <a:ext cx="7086600" cy="1143000"/>
          </a:xfrm>
        </p:spPr>
        <p:txBody>
          <a:bodyPr/>
          <a:lstStyle/>
          <a:p>
            <a:r>
              <a:rPr lang="en-US"/>
              <a:t>Click to edit Master title style</a:t>
            </a:r>
          </a:p>
        </p:txBody>
      </p:sp>
      <p:sp>
        <p:nvSpPr>
          <p:cNvPr id="3" name="Table Placeholder 2"/>
          <p:cNvSpPr>
            <a:spLocks noGrp="1"/>
          </p:cNvSpPr>
          <p:nvPr>
            <p:ph type="tbl" idx="1"/>
          </p:nvPr>
        </p:nvSpPr>
        <p:spPr>
          <a:xfrm>
            <a:off x="369888" y="1363675"/>
            <a:ext cx="8362950" cy="4860925"/>
          </a:xfrm>
        </p:spPr>
        <p:txBody>
          <a:bodyPr/>
          <a:lstStyle>
            <a:lvl1pPr>
              <a:defRPr b="0"/>
            </a:lvl1pPr>
          </a:lstStyle>
          <a:p>
            <a:pPr lvl="0"/>
            <a:endParaRPr lang="en-US" noProof="0" dirty="0"/>
          </a:p>
        </p:txBody>
      </p:sp>
      <p:sp>
        <p:nvSpPr>
          <p:cNvPr id="4" name="Rectangle 1028"/>
          <p:cNvSpPr>
            <a:spLocks noGrp="1" noChangeArrowheads="1"/>
          </p:cNvSpPr>
          <p:nvPr>
            <p:ph type="sldNum" sz="quarter" idx="10"/>
          </p:nvPr>
        </p:nvSpPr>
        <p:spPr>
          <a:ln/>
        </p:spPr>
        <p:txBody>
          <a:bodyPr/>
          <a:lstStyle>
            <a:lvl1pPr>
              <a:defRPr/>
            </a:lvl1pPr>
          </a:lstStyle>
          <a:p>
            <a:pPr>
              <a:defRPr/>
            </a:pPr>
            <a:fld id="{39AD8B67-0712-42CA-AE97-AD6C0D7F6041}" type="slidenum">
              <a:rPr lang="en-US"/>
              <a:pPr>
                <a:defRPr/>
              </a:pPr>
              <a:t>‹#›</a:t>
            </a:fld>
            <a:endParaRPr lang="en-US" dirty="0">
              <a:solidFill>
                <a:srgbClr val="808080"/>
              </a:solidFill>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369888" y="76203"/>
            <a:ext cx="8380412" cy="6148388"/>
          </a:xfrm>
        </p:spPr>
        <p:txBody>
          <a:bodyPr/>
          <a:lstStyle>
            <a:lvl1pPr>
              <a:spcBef>
                <a:spcPts val="500"/>
              </a:spcBef>
              <a:buClr>
                <a:schemeClr val="accent6">
                  <a:lumMod val="50000"/>
                </a:schemeClr>
              </a:buClr>
              <a:defRPr b="1"/>
            </a:lvl1pPr>
            <a:lvl2pPr>
              <a:spcBef>
                <a:spcPts val="25"/>
              </a:spcBef>
              <a:buClr>
                <a:schemeClr val="accent6">
                  <a:lumMod val="50000"/>
                </a:schemeClr>
              </a:buClr>
              <a:defRPr b="1"/>
            </a:lvl2pPr>
            <a:lvl3pPr>
              <a:spcBef>
                <a:spcPts val="25"/>
              </a:spcBef>
              <a:buClr>
                <a:schemeClr val="accent6">
                  <a:lumMod val="50000"/>
                </a:schemeClr>
              </a:buClr>
              <a:defRPr b="1"/>
            </a:lvl3pPr>
            <a:lvl4pPr>
              <a:spcBef>
                <a:spcPts val="25"/>
              </a:spcBef>
              <a:buClr>
                <a:schemeClr val="accent6">
                  <a:lumMod val="50000"/>
                </a:schemeClr>
              </a:buClr>
              <a:defRPr b="1"/>
            </a:lvl4pPr>
            <a:lvl5pPr>
              <a:spcBef>
                <a:spcPts val="25"/>
              </a:spcBef>
              <a:buClr>
                <a:schemeClr val="accent6">
                  <a:lumMod val="50000"/>
                </a:schemeClr>
              </a:buClr>
              <a:defRPr b="1"/>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Rectangle 1028"/>
          <p:cNvSpPr>
            <a:spLocks noGrp="1" noChangeArrowheads="1"/>
          </p:cNvSpPr>
          <p:nvPr>
            <p:ph type="sldNum" sz="quarter" idx="10"/>
          </p:nvPr>
        </p:nvSpPr>
        <p:spPr>
          <a:ln/>
        </p:spPr>
        <p:txBody>
          <a:bodyPr/>
          <a:lstStyle>
            <a:lvl1pPr>
              <a:defRPr/>
            </a:lvl1pPr>
          </a:lstStyle>
          <a:p>
            <a:pPr>
              <a:defRPr/>
            </a:pPr>
            <a:fld id="{4A89C8DB-FEFC-44F1-BEDF-7115097C8BF8}" type="slidenum">
              <a:rPr lang="en-US"/>
              <a:pPr>
                <a:defRPr/>
              </a:pPr>
              <a:t>‹#›</a:t>
            </a:fld>
            <a:endParaRPr lang="en-US" dirty="0">
              <a:solidFill>
                <a:srgbClr val="808080"/>
              </a:solidFill>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4"/>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38600"/>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xfrm>
            <a:off x="457200" y="6245225"/>
            <a:ext cx="2133600" cy="476250"/>
          </a:xfrm>
          <a:prstGeom prst="rect">
            <a:avLst/>
          </a:prstGeom>
        </p:spPr>
        <p:txBody>
          <a:bodyPr lIns="91340" tIns="45670" rIns="91340" bIns="45670"/>
          <a:lstStyle>
            <a:lvl1pPr>
              <a:defRPr sz="1800">
                <a:solidFill>
                  <a:srgbClr val="000000"/>
                </a:solidFill>
                <a:latin typeface="Arial" pitchFamily="34" charset="0"/>
                <a:cs typeface="+mn-cs"/>
              </a:defRPr>
            </a:lvl1pPr>
          </a:lstStyle>
          <a:p>
            <a:pPr>
              <a:defRPr/>
            </a:pPr>
            <a:endParaRPr lang="en-US" dirty="0"/>
          </a:p>
        </p:txBody>
      </p:sp>
      <p:sp>
        <p:nvSpPr>
          <p:cNvPr id="7" name="Rectangle 5"/>
          <p:cNvSpPr>
            <a:spLocks noGrp="1" noChangeArrowheads="1"/>
          </p:cNvSpPr>
          <p:nvPr>
            <p:ph type="ftr" sz="quarter" idx="11"/>
          </p:nvPr>
        </p:nvSpPr>
        <p:spPr>
          <a:xfrm>
            <a:off x="3124200" y="6245225"/>
            <a:ext cx="2895600" cy="476250"/>
          </a:xfrm>
          <a:prstGeom prst="rect">
            <a:avLst/>
          </a:prstGeom>
        </p:spPr>
        <p:txBody>
          <a:bodyPr lIns="91340" tIns="45670" rIns="91340" bIns="45670"/>
          <a:lstStyle>
            <a:lvl1pPr>
              <a:defRPr sz="1800">
                <a:solidFill>
                  <a:srgbClr val="000000"/>
                </a:solidFill>
                <a:latin typeface="Arial" pitchFamily="34" charset="0"/>
                <a:cs typeface="+mn-cs"/>
              </a:defRPr>
            </a:lvl1pPr>
          </a:lstStyle>
          <a:p>
            <a:pPr>
              <a:defRPr/>
            </a:pPr>
            <a:r>
              <a:rPr lang="en-US" dirty="0"/>
              <a:t>CUI</a:t>
            </a:r>
          </a:p>
        </p:txBody>
      </p:sp>
      <p:sp>
        <p:nvSpPr>
          <p:cNvPr id="8" name="Rectangle 6"/>
          <p:cNvSpPr>
            <a:spLocks noGrp="1" noChangeArrowheads="1"/>
          </p:cNvSpPr>
          <p:nvPr>
            <p:ph type="sldNum" sz="quarter" idx="12"/>
          </p:nvPr>
        </p:nvSpPr>
        <p:spPr/>
        <p:txBody>
          <a:bodyPr/>
          <a:lstStyle>
            <a:lvl1pPr>
              <a:defRPr/>
            </a:lvl1pPr>
          </a:lstStyle>
          <a:p>
            <a:pPr>
              <a:defRPr/>
            </a:pPr>
            <a:fld id="{06921085-D1F3-4472-90FE-76ADF00BC2F4}" type="slidenum">
              <a:rPr lang="en-US"/>
              <a:pPr>
                <a:defRPr/>
              </a:pPr>
              <a:t>‹#›</a:t>
            </a:fld>
            <a:endParaRPr lang="en-US" dirty="0"/>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2"/>
          <p:cNvSpPr>
            <a:spLocks noChangeShapeType="1"/>
          </p:cNvSpPr>
          <p:nvPr/>
        </p:nvSpPr>
        <p:spPr bwMode="auto">
          <a:xfrm>
            <a:off x="381000" y="6451600"/>
            <a:ext cx="8382000" cy="0"/>
          </a:xfrm>
          <a:prstGeom prst="line">
            <a:avLst/>
          </a:prstGeom>
          <a:noFill/>
          <a:ln w="57150">
            <a:solidFill>
              <a:srgbClr val="0C2D83"/>
            </a:solidFill>
            <a:round/>
            <a:headEnd/>
            <a:tailEnd/>
          </a:ln>
          <a:effectLst/>
        </p:spPr>
        <p:txBody>
          <a:bodyPr wrap="none" lIns="91340" tIns="45670" rIns="91340" bIns="45670" anchor="ctr"/>
          <a:lstStyle/>
          <a:p>
            <a:pPr>
              <a:defRPr/>
            </a:pPr>
            <a:endParaRPr lang="en-US" sz="1800" dirty="0">
              <a:solidFill>
                <a:srgbClr val="000000"/>
              </a:solidFill>
              <a:latin typeface="Arial" pitchFamily="34" charset="0"/>
            </a:endParaRPr>
          </a:p>
        </p:txBody>
      </p:sp>
      <p:sp>
        <p:nvSpPr>
          <p:cNvPr id="5" name="Text Box 3"/>
          <p:cNvSpPr txBox="1">
            <a:spLocks noChangeArrowheads="1"/>
          </p:cNvSpPr>
          <p:nvPr/>
        </p:nvSpPr>
        <p:spPr bwMode="auto">
          <a:xfrm>
            <a:off x="1270000" y="1233488"/>
            <a:ext cx="6553200" cy="396875"/>
          </a:xfrm>
          <a:prstGeom prst="rect">
            <a:avLst/>
          </a:prstGeom>
          <a:noFill/>
          <a:ln w="9525">
            <a:noFill/>
            <a:miter lim="800000"/>
            <a:headEnd/>
            <a:tailEnd/>
          </a:ln>
          <a:effectLst/>
        </p:spPr>
        <p:txBody>
          <a:bodyPr lIns="91340" tIns="45670" rIns="91340" bIns="45670">
            <a:spAutoFit/>
          </a:bodyPr>
          <a:lstStyle/>
          <a:p>
            <a:pPr>
              <a:spcBef>
                <a:spcPct val="50000"/>
              </a:spcBef>
              <a:defRPr/>
            </a:pPr>
            <a:r>
              <a:rPr lang="en-US" sz="2000" i="1" dirty="0">
                <a:solidFill>
                  <a:srgbClr val="000000"/>
                </a:solidFill>
                <a:latin typeface="Century Schoolbook" pitchFamily="18" charset="0"/>
              </a:rPr>
              <a:t>I n t e g r i t y  -  S e r v i c e  -  E x c e l l e n c e</a:t>
            </a:r>
          </a:p>
        </p:txBody>
      </p:sp>
      <p:sp>
        <p:nvSpPr>
          <p:cNvPr id="6" name="Text Box 4"/>
          <p:cNvSpPr txBox="1">
            <a:spLocks noChangeArrowheads="1"/>
          </p:cNvSpPr>
          <p:nvPr/>
        </p:nvSpPr>
        <p:spPr bwMode="auto">
          <a:xfrm>
            <a:off x="1406525" y="500063"/>
            <a:ext cx="5989638" cy="646112"/>
          </a:xfrm>
          <a:prstGeom prst="rect">
            <a:avLst/>
          </a:prstGeom>
          <a:noFill/>
          <a:ln w="9525">
            <a:noFill/>
            <a:miter lim="800000"/>
            <a:headEnd/>
            <a:tailEnd/>
          </a:ln>
          <a:effectLst/>
        </p:spPr>
        <p:txBody>
          <a:bodyPr wrap="none" lIns="91340" tIns="45670" rIns="91340" bIns="45670">
            <a:spAutoFit/>
          </a:bodyPr>
          <a:lstStyle/>
          <a:p>
            <a:pPr>
              <a:defRPr/>
            </a:pPr>
            <a:r>
              <a:rPr lang="en-US" sz="3600" i="1" dirty="0">
                <a:solidFill>
                  <a:srgbClr val="000000"/>
                </a:solidFill>
                <a:latin typeface="Arial" pitchFamily="34" charset="0"/>
              </a:rPr>
              <a:t>Headquarters U.S. Air Force</a:t>
            </a:r>
          </a:p>
        </p:txBody>
      </p:sp>
      <p:sp>
        <p:nvSpPr>
          <p:cNvPr id="7" name="Line 5"/>
          <p:cNvSpPr>
            <a:spLocks noChangeShapeType="1"/>
          </p:cNvSpPr>
          <p:nvPr/>
        </p:nvSpPr>
        <p:spPr bwMode="auto">
          <a:xfrm>
            <a:off x="381000" y="1231900"/>
            <a:ext cx="8382000" cy="0"/>
          </a:xfrm>
          <a:prstGeom prst="line">
            <a:avLst/>
          </a:prstGeom>
          <a:noFill/>
          <a:ln w="57150">
            <a:solidFill>
              <a:srgbClr val="0C2D83"/>
            </a:solidFill>
            <a:round/>
            <a:headEnd/>
            <a:tailEnd/>
          </a:ln>
          <a:effectLst/>
        </p:spPr>
        <p:txBody>
          <a:bodyPr wrap="none" lIns="91340" tIns="45670" rIns="91340" bIns="45670" anchor="ctr"/>
          <a:lstStyle/>
          <a:p>
            <a:pPr>
              <a:defRPr/>
            </a:pPr>
            <a:endParaRPr lang="en-US" sz="1800" dirty="0">
              <a:solidFill>
                <a:srgbClr val="000000"/>
              </a:solidFill>
              <a:latin typeface="Arial" pitchFamily="34" charset="0"/>
            </a:endParaRPr>
          </a:p>
        </p:txBody>
      </p:sp>
      <p:pic>
        <p:nvPicPr>
          <p:cNvPr id="8" name="Picture 8" descr="afsymbol"/>
          <p:cNvPicPr>
            <a:picLocks noChangeAspect="1" noChangeArrowheads="1"/>
          </p:cNvPicPr>
          <p:nvPr/>
        </p:nvPicPr>
        <p:blipFill>
          <a:blip r:embed="rId2" cstate="print"/>
          <a:srcRect/>
          <a:stretch>
            <a:fillRect/>
          </a:stretch>
        </p:blipFill>
        <p:spPr bwMode="auto">
          <a:xfrm>
            <a:off x="419100" y="3698875"/>
            <a:ext cx="3305175" cy="2605088"/>
          </a:xfrm>
          <a:prstGeom prst="rect">
            <a:avLst/>
          </a:prstGeom>
          <a:noFill/>
          <a:ln w="9525">
            <a:noFill/>
            <a:miter lim="800000"/>
            <a:headEnd/>
            <a:tailEnd/>
          </a:ln>
        </p:spPr>
      </p:pic>
      <p:sp>
        <p:nvSpPr>
          <p:cNvPr id="9" name="Text Box 12"/>
          <p:cNvSpPr txBox="1">
            <a:spLocks noChangeArrowheads="1"/>
          </p:cNvSpPr>
          <p:nvPr userDrawn="1"/>
        </p:nvSpPr>
        <p:spPr bwMode="auto">
          <a:xfrm>
            <a:off x="1544638" y="6402388"/>
            <a:ext cx="6618287" cy="523875"/>
          </a:xfrm>
          <a:prstGeom prst="rect">
            <a:avLst/>
          </a:prstGeom>
          <a:noFill/>
          <a:ln w="12700">
            <a:noFill/>
            <a:miter lim="800000"/>
            <a:headEnd/>
            <a:tailEnd/>
          </a:ln>
          <a:effectLst/>
        </p:spPr>
        <p:txBody>
          <a:bodyPr lIns="91340" tIns="45670" rIns="91340" bIns="45670">
            <a:spAutoFit/>
          </a:bodyPr>
          <a:lstStyle/>
          <a:p>
            <a:pPr>
              <a:defRPr/>
            </a:pPr>
            <a:r>
              <a:rPr lang="en-US" sz="2800" dirty="0">
                <a:solidFill>
                  <a:srgbClr val="EAEAEA"/>
                </a:solidFill>
                <a:latin typeface="Arial" pitchFamily="34" charset="0"/>
              </a:rPr>
              <a:t>DRAFT VERSION NOT APPROVED</a:t>
            </a:r>
          </a:p>
        </p:txBody>
      </p:sp>
      <p:sp>
        <p:nvSpPr>
          <p:cNvPr id="50185" name="Rectangle 9"/>
          <p:cNvSpPr>
            <a:spLocks noGrp="1" noChangeArrowheads="1"/>
          </p:cNvSpPr>
          <p:nvPr>
            <p:ph type="subTitle" idx="1"/>
          </p:nvPr>
        </p:nvSpPr>
        <p:spPr>
          <a:xfrm>
            <a:off x="4095750" y="3924300"/>
            <a:ext cx="4495800" cy="1047750"/>
          </a:xfrm>
        </p:spPr>
        <p:txBody>
          <a:bodyPr/>
          <a:lstStyle>
            <a:lvl1pPr marL="0" indent="0" algn="r">
              <a:buFont typeface="Wingdings" pitchFamily="2" charset="2"/>
              <a:buNone/>
              <a:defRPr sz="2800"/>
            </a:lvl1pPr>
          </a:lstStyle>
          <a:p>
            <a:r>
              <a:rPr lang="en-US"/>
              <a:t>Click to edit Master subtitle style</a:t>
            </a:r>
          </a:p>
        </p:txBody>
      </p:sp>
      <p:sp>
        <p:nvSpPr>
          <p:cNvPr id="50186" name="Rectangle 10"/>
          <p:cNvSpPr>
            <a:spLocks noGrp="1" noChangeArrowheads="1"/>
          </p:cNvSpPr>
          <p:nvPr>
            <p:ph type="ctrTitle"/>
          </p:nvPr>
        </p:nvSpPr>
        <p:spPr>
          <a:xfrm>
            <a:off x="3467100" y="1962150"/>
            <a:ext cx="5143500" cy="1600200"/>
          </a:xfrm>
        </p:spPr>
        <p:txBody>
          <a:bodyPr/>
          <a:lstStyle>
            <a:lvl1pPr>
              <a:defRPr sz="3600" i="0"/>
            </a:lvl1pPr>
          </a:lstStyle>
          <a:p>
            <a:r>
              <a:rPr lang="en-US"/>
              <a:t>Click to edit Master title style</a:t>
            </a:r>
          </a:p>
        </p:txBody>
      </p:sp>
      <p:sp>
        <p:nvSpPr>
          <p:cNvPr id="10" name="Rectangle 7"/>
          <p:cNvSpPr>
            <a:spLocks noGrp="1" noChangeArrowheads="1"/>
          </p:cNvSpPr>
          <p:nvPr>
            <p:ph type="sldNum" sz="quarter" idx="10"/>
          </p:nvPr>
        </p:nvSpPr>
        <p:spPr/>
        <p:txBody>
          <a:bodyPr/>
          <a:lstStyle>
            <a:lvl1pPr>
              <a:defRPr/>
            </a:lvl1pPr>
          </a:lstStyle>
          <a:p>
            <a:pPr>
              <a:defRPr/>
            </a:pPr>
            <a:fld id="{2E4ED6A7-3001-441E-875E-659D5B4318E8}" type="slidenum">
              <a:rPr lang="en-US"/>
              <a:pPr>
                <a:defRPr/>
              </a:pPr>
              <a:t>‹#›</a:t>
            </a:fld>
            <a:endParaRPr lang="en-US" dirty="0">
              <a:solidFill>
                <a:srgbClr val="808080"/>
              </a:solidFil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p>
        </p:txBody>
      </p:sp>
      <p:sp>
        <p:nvSpPr>
          <p:cNvPr id="3" name="Content Placeholder 2"/>
          <p:cNvSpPr>
            <a:spLocks noGrp="1"/>
          </p:cNvSpPr>
          <p:nvPr>
            <p:ph idx="1"/>
          </p:nvPr>
        </p:nvSpPr>
        <p:spPr/>
        <p:txBody>
          <a:bodyPr/>
          <a:lstStyle>
            <a:lvl1pPr>
              <a:spcBef>
                <a:spcPts val="500"/>
              </a:spcBef>
              <a:defRPr sz="2000" b="1"/>
            </a:lvl1pPr>
            <a:lvl2pPr>
              <a:spcBef>
                <a:spcPts val="25"/>
              </a:spcBef>
              <a:defRPr sz="2000" b="1"/>
            </a:lvl2pPr>
            <a:lvl3pPr>
              <a:spcBef>
                <a:spcPts val="25"/>
              </a:spcBef>
              <a:buClr>
                <a:schemeClr val="accent6">
                  <a:lumMod val="50000"/>
                </a:schemeClr>
              </a:buClr>
              <a:defRPr sz="2000" b="1"/>
            </a:lvl3pPr>
            <a:lvl4pPr>
              <a:spcBef>
                <a:spcPts val="25"/>
              </a:spcBef>
              <a:buClr>
                <a:schemeClr val="accent6">
                  <a:lumMod val="50000"/>
                </a:schemeClr>
              </a:buClr>
              <a:defRPr sz="2000" b="1"/>
            </a:lvl4pPr>
            <a:lvl5pPr>
              <a:spcBef>
                <a:spcPts val="25"/>
              </a:spcBef>
              <a:buClr>
                <a:schemeClr val="accent6">
                  <a:lumMod val="50000"/>
                </a:schemeClr>
              </a:buClr>
              <a:defRPr sz="2000" b="1"/>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1028"/>
          <p:cNvSpPr>
            <a:spLocks noGrp="1" noChangeArrowheads="1"/>
          </p:cNvSpPr>
          <p:nvPr>
            <p:ph type="sldNum" sz="quarter" idx="10"/>
          </p:nvPr>
        </p:nvSpPr>
        <p:spPr>
          <a:xfrm>
            <a:off x="8001000" y="6553200"/>
            <a:ext cx="1143000" cy="304800"/>
          </a:xfrm>
        </p:spPr>
        <p:txBody>
          <a:bodyPr/>
          <a:lstStyle>
            <a:lvl1pPr>
              <a:defRPr/>
            </a:lvl1pPr>
          </a:lstStyle>
          <a:p>
            <a:pPr>
              <a:defRPr/>
            </a:pPr>
            <a:fld id="{C1F4D062-08EE-478A-8758-307F87C910D1}" type="slidenum">
              <a:rPr lang="en-US"/>
              <a:pPr>
                <a:defRPr/>
              </a:pPr>
              <a:t>‹#›</a:t>
            </a:fld>
            <a:endParaRPr lang="en-US" dirty="0">
              <a:solidFill>
                <a:srgbClr val="808080"/>
              </a:solidFill>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3"/>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25"/>
            <a:ext cx="7772400" cy="1500187"/>
          </a:xfrm>
        </p:spPr>
        <p:txBody>
          <a:bodyPr anchor="b"/>
          <a:lstStyle>
            <a:lvl1pPr marL="0" indent="0">
              <a:buNone/>
              <a:defRPr sz="2000"/>
            </a:lvl1pPr>
            <a:lvl2pPr marL="456710" indent="0">
              <a:buNone/>
              <a:defRPr sz="1800"/>
            </a:lvl2pPr>
            <a:lvl3pPr marL="913423" indent="0">
              <a:buNone/>
              <a:defRPr sz="1600"/>
            </a:lvl3pPr>
            <a:lvl4pPr marL="1370130" indent="0">
              <a:buNone/>
              <a:defRPr sz="1400"/>
            </a:lvl4pPr>
            <a:lvl5pPr marL="1826844" indent="0">
              <a:buNone/>
              <a:defRPr sz="1400"/>
            </a:lvl5pPr>
            <a:lvl6pPr marL="2283557" indent="0">
              <a:buNone/>
              <a:defRPr sz="1400"/>
            </a:lvl6pPr>
            <a:lvl7pPr marL="2740269" indent="0">
              <a:buNone/>
              <a:defRPr sz="1400"/>
            </a:lvl7pPr>
            <a:lvl8pPr marL="3196979" indent="0">
              <a:buNone/>
              <a:defRPr sz="1400"/>
            </a:lvl8pPr>
            <a:lvl9pPr marL="3653691" indent="0">
              <a:buNone/>
              <a:defRPr sz="1400"/>
            </a:lvl9pPr>
          </a:lstStyle>
          <a:p>
            <a:pPr lvl="0"/>
            <a:r>
              <a:rPr lang="en-US"/>
              <a:t>Click to edit Master text styles</a:t>
            </a:r>
          </a:p>
        </p:txBody>
      </p:sp>
      <p:sp>
        <p:nvSpPr>
          <p:cNvPr id="4" name="Rectangle 1028"/>
          <p:cNvSpPr>
            <a:spLocks noGrp="1" noChangeArrowheads="1"/>
          </p:cNvSpPr>
          <p:nvPr>
            <p:ph type="sldNum" sz="quarter" idx="10"/>
          </p:nvPr>
        </p:nvSpPr>
        <p:spPr>
          <a:ln/>
        </p:spPr>
        <p:txBody>
          <a:bodyPr/>
          <a:lstStyle>
            <a:lvl1pPr>
              <a:defRPr/>
            </a:lvl1pPr>
          </a:lstStyle>
          <a:p>
            <a:pPr>
              <a:defRPr/>
            </a:pPr>
            <a:fld id="{6869E494-A3EA-4DB5-AFCD-A9D1EBEAC6B2}" type="slidenum">
              <a:rPr lang="en-US"/>
              <a:pPr>
                <a:defRPr/>
              </a:pPr>
              <a:t>‹#›</a:t>
            </a:fld>
            <a:endParaRPr lang="en-US" dirty="0">
              <a:solidFill>
                <a:srgbClr val="808080"/>
              </a:solidFill>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69900" y="1363675"/>
            <a:ext cx="4105275" cy="4860925"/>
          </a:xfrm>
        </p:spPr>
        <p:txBody>
          <a:bodyPr/>
          <a:lstStyle>
            <a:lvl1pPr>
              <a:spcBef>
                <a:spcPts val="500"/>
              </a:spcBef>
              <a:buClr>
                <a:schemeClr val="accent6">
                  <a:lumMod val="50000"/>
                </a:schemeClr>
              </a:buClr>
              <a:defRPr sz="2000" b="0"/>
            </a:lvl1pPr>
            <a:lvl2pPr>
              <a:spcBef>
                <a:spcPts val="25"/>
              </a:spcBef>
              <a:buClr>
                <a:schemeClr val="accent6">
                  <a:lumMod val="50000"/>
                </a:schemeClr>
              </a:buClr>
              <a:defRPr sz="2000" b="0"/>
            </a:lvl2pPr>
            <a:lvl3pPr>
              <a:spcBef>
                <a:spcPts val="25"/>
              </a:spcBef>
              <a:buClr>
                <a:schemeClr val="accent6">
                  <a:lumMod val="50000"/>
                </a:schemeClr>
              </a:buClr>
              <a:defRPr sz="2000" b="0"/>
            </a:lvl3pPr>
            <a:lvl4pPr>
              <a:spcBef>
                <a:spcPts val="25"/>
              </a:spcBef>
              <a:buClr>
                <a:schemeClr val="accent6">
                  <a:lumMod val="50000"/>
                </a:schemeClr>
              </a:buClr>
              <a:defRPr sz="2000" b="0"/>
            </a:lvl4pPr>
            <a:lvl5pPr>
              <a:spcBef>
                <a:spcPts val="25"/>
              </a:spcBef>
              <a:buClr>
                <a:schemeClr val="accent6">
                  <a:lumMod val="50000"/>
                </a:schemeClr>
              </a:buClr>
              <a:defRPr sz="2000" b="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27575" y="1363675"/>
            <a:ext cx="4105275" cy="4860925"/>
          </a:xfrm>
        </p:spPr>
        <p:txBody>
          <a:bodyPr/>
          <a:lstStyle>
            <a:lvl1pPr>
              <a:spcBef>
                <a:spcPts val="500"/>
              </a:spcBef>
              <a:buClr>
                <a:schemeClr val="accent6">
                  <a:lumMod val="50000"/>
                </a:schemeClr>
              </a:buClr>
              <a:defRPr sz="2000" b="1"/>
            </a:lvl1pPr>
            <a:lvl2pPr>
              <a:spcBef>
                <a:spcPts val="25"/>
              </a:spcBef>
              <a:buClr>
                <a:schemeClr val="accent6">
                  <a:lumMod val="50000"/>
                </a:schemeClr>
              </a:buClr>
              <a:defRPr sz="2000" b="1"/>
            </a:lvl2pPr>
            <a:lvl3pPr>
              <a:spcBef>
                <a:spcPts val="25"/>
              </a:spcBef>
              <a:buClr>
                <a:schemeClr val="accent6">
                  <a:lumMod val="50000"/>
                </a:schemeClr>
              </a:buClr>
              <a:defRPr sz="2000" b="1"/>
            </a:lvl3pPr>
            <a:lvl4pPr>
              <a:spcBef>
                <a:spcPts val="25"/>
              </a:spcBef>
              <a:buClr>
                <a:schemeClr val="accent6">
                  <a:lumMod val="50000"/>
                </a:schemeClr>
              </a:buClr>
              <a:defRPr sz="2000" b="1"/>
            </a:lvl4pPr>
            <a:lvl5pPr>
              <a:spcBef>
                <a:spcPts val="25"/>
              </a:spcBef>
              <a:buClr>
                <a:schemeClr val="accent6">
                  <a:lumMod val="50000"/>
                </a:schemeClr>
              </a:buClr>
              <a:defRPr sz="2000" b="1"/>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1028"/>
          <p:cNvSpPr>
            <a:spLocks noGrp="1" noChangeArrowheads="1"/>
          </p:cNvSpPr>
          <p:nvPr>
            <p:ph type="sldNum" sz="quarter" idx="10"/>
          </p:nvPr>
        </p:nvSpPr>
        <p:spPr>
          <a:ln/>
        </p:spPr>
        <p:txBody>
          <a:bodyPr/>
          <a:lstStyle>
            <a:lvl1pPr>
              <a:defRPr/>
            </a:lvl1pPr>
          </a:lstStyle>
          <a:p>
            <a:pPr>
              <a:defRPr/>
            </a:pPr>
            <a:fld id="{563A304A-84AA-4620-BDFD-1C9B92035DFD}" type="slidenum">
              <a:rPr lang="en-US"/>
              <a:pPr>
                <a:defRPr/>
              </a:pPr>
              <a:t>‹#›</a:t>
            </a:fld>
            <a:endParaRPr lang="en-US" dirty="0">
              <a:solidFill>
                <a:srgbClr val="808080"/>
              </a:solidFill>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7"/>
            <a:ext cx="4040188" cy="639762"/>
          </a:xfrm>
        </p:spPr>
        <p:txBody>
          <a:bodyPr anchor="b"/>
          <a:lstStyle>
            <a:lvl1pPr marL="0" indent="0">
              <a:buNone/>
              <a:defRPr sz="2400" b="1"/>
            </a:lvl1pPr>
            <a:lvl2pPr marL="456710" indent="0">
              <a:buNone/>
              <a:defRPr sz="2000" b="1"/>
            </a:lvl2pPr>
            <a:lvl3pPr marL="913423" indent="0">
              <a:buNone/>
              <a:defRPr sz="1800" b="1"/>
            </a:lvl3pPr>
            <a:lvl4pPr marL="1370130" indent="0">
              <a:buNone/>
              <a:defRPr sz="1600" b="1"/>
            </a:lvl4pPr>
            <a:lvl5pPr marL="1826844" indent="0">
              <a:buNone/>
              <a:defRPr sz="1600" b="1"/>
            </a:lvl5pPr>
            <a:lvl6pPr marL="2283557" indent="0">
              <a:buNone/>
              <a:defRPr sz="1600" b="1"/>
            </a:lvl6pPr>
            <a:lvl7pPr marL="2740269" indent="0">
              <a:buNone/>
              <a:defRPr sz="1600" b="1"/>
            </a:lvl7pPr>
            <a:lvl8pPr marL="3196979" indent="0">
              <a:buNone/>
              <a:defRPr sz="1600" b="1"/>
            </a:lvl8pPr>
            <a:lvl9pPr marL="3653691"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9"/>
            <a:ext cx="4040188" cy="3951288"/>
          </a:xfrm>
        </p:spPr>
        <p:txBody>
          <a:bodyPr/>
          <a:lstStyle>
            <a:lvl1pPr>
              <a:spcBef>
                <a:spcPts val="500"/>
              </a:spcBef>
              <a:buClr>
                <a:schemeClr val="accent6">
                  <a:lumMod val="50000"/>
                </a:schemeClr>
              </a:buClr>
              <a:defRPr sz="2000" b="1"/>
            </a:lvl1pPr>
            <a:lvl2pPr>
              <a:spcBef>
                <a:spcPts val="25"/>
              </a:spcBef>
              <a:buClr>
                <a:schemeClr val="accent6">
                  <a:lumMod val="50000"/>
                </a:schemeClr>
              </a:buClr>
              <a:defRPr sz="2000" b="1"/>
            </a:lvl2pPr>
            <a:lvl3pPr>
              <a:spcBef>
                <a:spcPts val="25"/>
              </a:spcBef>
              <a:buClr>
                <a:schemeClr val="accent6">
                  <a:lumMod val="50000"/>
                </a:schemeClr>
              </a:buClr>
              <a:defRPr sz="2000" b="1"/>
            </a:lvl3pPr>
            <a:lvl4pPr>
              <a:spcBef>
                <a:spcPts val="25"/>
              </a:spcBef>
              <a:buClr>
                <a:schemeClr val="accent6">
                  <a:lumMod val="50000"/>
                </a:schemeClr>
              </a:buClr>
              <a:defRPr sz="2000" b="1"/>
            </a:lvl4pPr>
            <a:lvl5pPr>
              <a:spcBef>
                <a:spcPts val="25"/>
              </a:spcBef>
              <a:buClr>
                <a:schemeClr val="accent6">
                  <a:lumMod val="50000"/>
                </a:schemeClr>
              </a:buClr>
              <a:defRPr sz="2000" b="1"/>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33" y="1535117"/>
            <a:ext cx="4041775" cy="639762"/>
          </a:xfrm>
        </p:spPr>
        <p:txBody>
          <a:bodyPr anchor="b"/>
          <a:lstStyle>
            <a:lvl1pPr marL="0" indent="0">
              <a:buNone/>
              <a:defRPr sz="2400" b="1"/>
            </a:lvl1pPr>
            <a:lvl2pPr marL="456710" indent="0">
              <a:buNone/>
              <a:defRPr sz="2000" b="1"/>
            </a:lvl2pPr>
            <a:lvl3pPr marL="913423" indent="0">
              <a:buNone/>
              <a:defRPr sz="1800" b="1"/>
            </a:lvl3pPr>
            <a:lvl4pPr marL="1370130" indent="0">
              <a:buNone/>
              <a:defRPr sz="1600" b="1"/>
            </a:lvl4pPr>
            <a:lvl5pPr marL="1826844" indent="0">
              <a:buNone/>
              <a:defRPr sz="1600" b="1"/>
            </a:lvl5pPr>
            <a:lvl6pPr marL="2283557" indent="0">
              <a:buNone/>
              <a:defRPr sz="1600" b="1"/>
            </a:lvl6pPr>
            <a:lvl7pPr marL="2740269" indent="0">
              <a:buNone/>
              <a:defRPr sz="1600" b="1"/>
            </a:lvl7pPr>
            <a:lvl8pPr marL="3196979" indent="0">
              <a:buNone/>
              <a:defRPr sz="1600" b="1"/>
            </a:lvl8pPr>
            <a:lvl9pPr marL="3653691"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3" y="2174879"/>
            <a:ext cx="4041775" cy="3951288"/>
          </a:xfrm>
        </p:spPr>
        <p:txBody>
          <a:bodyPr/>
          <a:lstStyle>
            <a:lvl1pPr>
              <a:spcBef>
                <a:spcPts val="500"/>
              </a:spcBef>
              <a:buClr>
                <a:schemeClr val="accent6">
                  <a:lumMod val="50000"/>
                </a:schemeClr>
              </a:buClr>
              <a:defRPr sz="2000"/>
            </a:lvl1pPr>
            <a:lvl2pPr>
              <a:spcBef>
                <a:spcPts val="25"/>
              </a:spcBef>
              <a:buClr>
                <a:schemeClr val="accent6">
                  <a:lumMod val="50000"/>
                </a:schemeClr>
              </a:buClr>
              <a:defRPr sz="2000" b="1"/>
            </a:lvl2pPr>
            <a:lvl3pPr>
              <a:spcBef>
                <a:spcPts val="25"/>
              </a:spcBef>
              <a:buClr>
                <a:schemeClr val="accent6">
                  <a:lumMod val="50000"/>
                </a:schemeClr>
              </a:buClr>
              <a:defRPr sz="2000" b="1"/>
            </a:lvl3pPr>
            <a:lvl4pPr>
              <a:spcBef>
                <a:spcPts val="25"/>
              </a:spcBef>
              <a:buClr>
                <a:schemeClr val="accent6">
                  <a:lumMod val="50000"/>
                </a:schemeClr>
              </a:buClr>
              <a:defRPr sz="2000" b="1"/>
            </a:lvl4pPr>
            <a:lvl5pPr>
              <a:spcBef>
                <a:spcPts val="25"/>
              </a:spcBef>
              <a:buClr>
                <a:schemeClr val="accent6">
                  <a:lumMod val="50000"/>
                </a:schemeClr>
              </a:buClr>
              <a:defRPr sz="2000" b="1"/>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1028"/>
          <p:cNvSpPr>
            <a:spLocks noGrp="1" noChangeArrowheads="1"/>
          </p:cNvSpPr>
          <p:nvPr>
            <p:ph type="sldNum" sz="quarter" idx="10"/>
          </p:nvPr>
        </p:nvSpPr>
        <p:spPr>
          <a:ln/>
        </p:spPr>
        <p:txBody>
          <a:bodyPr/>
          <a:lstStyle>
            <a:lvl1pPr>
              <a:defRPr/>
            </a:lvl1pPr>
          </a:lstStyle>
          <a:p>
            <a:pPr>
              <a:defRPr/>
            </a:pPr>
            <a:fld id="{06F808D5-3BF2-4A9C-BFD9-73F6ADB74A47}" type="slidenum">
              <a:rPr lang="en-US"/>
              <a:pPr>
                <a:defRPr/>
              </a:pPr>
              <a:t>‹#›</a:t>
            </a:fld>
            <a:endParaRPr lang="en-US" dirty="0">
              <a:solidFill>
                <a:srgbClr val="808080"/>
              </a:solidFill>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28"/>
          <p:cNvSpPr>
            <a:spLocks noGrp="1" noChangeArrowheads="1"/>
          </p:cNvSpPr>
          <p:nvPr>
            <p:ph type="sldNum" sz="quarter" idx="10"/>
          </p:nvPr>
        </p:nvSpPr>
        <p:spPr>
          <a:ln/>
        </p:spPr>
        <p:txBody>
          <a:bodyPr/>
          <a:lstStyle>
            <a:lvl1pPr>
              <a:defRPr/>
            </a:lvl1pPr>
          </a:lstStyle>
          <a:p>
            <a:pPr>
              <a:defRPr/>
            </a:pPr>
            <a:fld id="{FE2C8E31-D815-4047-AE08-7563A72F38F4}" type="slidenum">
              <a:rPr lang="en-US"/>
              <a:pPr>
                <a:defRPr/>
              </a:pPr>
              <a:t>‹#›</a:t>
            </a:fld>
            <a:endParaRPr lang="en-US" dirty="0">
              <a:solidFill>
                <a:srgbClr val="808080"/>
              </a:solidFill>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28"/>
          <p:cNvSpPr>
            <a:spLocks noGrp="1" noChangeArrowheads="1"/>
          </p:cNvSpPr>
          <p:nvPr>
            <p:ph type="sldNum" sz="quarter" idx="10"/>
          </p:nvPr>
        </p:nvSpPr>
        <p:spPr>
          <a:ln/>
        </p:spPr>
        <p:txBody>
          <a:bodyPr/>
          <a:lstStyle>
            <a:lvl1pPr>
              <a:defRPr/>
            </a:lvl1pPr>
          </a:lstStyle>
          <a:p>
            <a:pPr>
              <a:defRPr/>
            </a:pPr>
            <a:fld id="{16669599-4EB1-4AC0-85BB-640CC32E6A01}" type="slidenum">
              <a:rPr lang="en-US"/>
              <a:pPr>
                <a:defRPr/>
              </a:pPr>
              <a:t>‹#›</a:t>
            </a:fld>
            <a:endParaRPr lang="en-US" dirty="0">
              <a:solidFill>
                <a:srgbClr val="808080"/>
              </a:solidFill>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12"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62"/>
            <a:ext cx="5111750" cy="5853113"/>
          </a:xfrm>
        </p:spPr>
        <p:txBody>
          <a:bodyPr/>
          <a:lstStyle>
            <a:lvl1pPr>
              <a:spcBef>
                <a:spcPts val="500"/>
              </a:spcBef>
              <a:buClr>
                <a:schemeClr val="accent6">
                  <a:lumMod val="50000"/>
                </a:schemeClr>
              </a:buClr>
              <a:defRPr sz="2000"/>
            </a:lvl1pPr>
            <a:lvl2pPr>
              <a:spcBef>
                <a:spcPts val="25"/>
              </a:spcBef>
              <a:buClr>
                <a:schemeClr val="accent6">
                  <a:lumMod val="50000"/>
                </a:schemeClr>
              </a:buClr>
              <a:defRPr sz="2000" b="1"/>
            </a:lvl2pPr>
            <a:lvl3pPr>
              <a:spcBef>
                <a:spcPts val="25"/>
              </a:spcBef>
              <a:buClr>
                <a:schemeClr val="accent6">
                  <a:lumMod val="50000"/>
                </a:schemeClr>
              </a:buClr>
              <a:defRPr sz="2000" b="1"/>
            </a:lvl3pPr>
            <a:lvl4pPr>
              <a:spcBef>
                <a:spcPts val="25"/>
              </a:spcBef>
              <a:buClr>
                <a:schemeClr val="accent6">
                  <a:lumMod val="50000"/>
                </a:schemeClr>
              </a:buClr>
              <a:defRPr sz="2000" b="1"/>
            </a:lvl4pPr>
            <a:lvl5pPr>
              <a:spcBef>
                <a:spcPts val="25"/>
              </a:spcBef>
              <a:buClr>
                <a:schemeClr val="accent6">
                  <a:lumMod val="50000"/>
                </a:schemeClr>
              </a:buClr>
              <a:defRPr sz="2000" b="1"/>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12" y="1435112"/>
            <a:ext cx="3008313" cy="4691063"/>
          </a:xfrm>
        </p:spPr>
        <p:txBody>
          <a:bodyPr/>
          <a:lstStyle>
            <a:lvl1pPr marL="0" indent="0">
              <a:buNone/>
              <a:defRPr sz="2000"/>
            </a:lvl1pPr>
            <a:lvl2pPr marL="456710" indent="0">
              <a:buNone/>
              <a:defRPr sz="1200"/>
            </a:lvl2pPr>
            <a:lvl3pPr marL="913423" indent="0">
              <a:buNone/>
              <a:defRPr sz="1000"/>
            </a:lvl3pPr>
            <a:lvl4pPr marL="1370130" indent="0">
              <a:buNone/>
              <a:defRPr sz="900"/>
            </a:lvl4pPr>
            <a:lvl5pPr marL="1826844" indent="0">
              <a:buNone/>
              <a:defRPr sz="900"/>
            </a:lvl5pPr>
            <a:lvl6pPr marL="2283557" indent="0">
              <a:buNone/>
              <a:defRPr sz="900"/>
            </a:lvl6pPr>
            <a:lvl7pPr marL="2740269" indent="0">
              <a:buNone/>
              <a:defRPr sz="900"/>
            </a:lvl7pPr>
            <a:lvl8pPr marL="3196979" indent="0">
              <a:buNone/>
              <a:defRPr sz="900"/>
            </a:lvl8pPr>
            <a:lvl9pPr marL="3653691" indent="0">
              <a:buNone/>
              <a:defRPr sz="900"/>
            </a:lvl9pPr>
          </a:lstStyle>
          <a:p>
            <a:pPr lvl="0"/>
            <a:r>
              <a:rPr lang="en-US"/>
              <a:t>Click to edit Master text styles</a:t>
            </a:r>
          </a:p>
        </p:txBody>
      </p:sp>
      <p:sp>
        <p:nvSpPr>
          <p:cNvPr id="5" name="Rectangle 1028"/>
          <p:cNvSpPr>
            <a:spLocks noGrp="1" noChangeArrowheads="1"/>
          </p:cNvSpPr>
          <p:nvPr>
            <p:ph type="sldNum" sz="quarter" idx="10"/>
          </p:nvPr>
        </p:nvSpPr>
        <p:spPr>
          <a:ln/>
        </p:spPr>
        <p:txBody>
          <a:bodyPr/>
          <a:lstStyle>
            <a:lvl1pPr>
              <a:defRPr/>
            </a:lvl1pPr>
          </a:lstStyle>
          <a:p>
            <a:pPr>
              <a:defRPr/>
            </a:pPr>
            <a:fld id="{421DBD07-F42A-4CDF-8458-CAA0DAC6E494}" type="slidenum">
              <a:rPr lang="en-US"/>
              <a:pPr>
                <a:defRPr/>
              </a:pPr>
              <a:t>‹#›</a:t>
            </a:fld>
            <a:endParaRPr lang="en-US" dirty="0">
              <a:solidFill>
                <a:srgbClr val="808080"/>
              </a:solidFill>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4"/>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6710" indent="0">
              <a:buNone/>
              <a:defRPr sz="2800"/>
            </a:lvl2pPr>
            <a:lvl3pPr marL="913423" indent="0">
              <a:buNone/>
              <a:defRPr sz="2400"/>
            </a:lvl3pPr>
            <a:lvl4pPr marL="1370130" indent="0">
              <a:buNone/>
              <a:defRPr sz="2000"/>
            </a:lvl4pPr>
            <a:lvl5pPr marL="1826844" indent="0">
              <a:buNone/>
              <a:defRPr sz="2000"/>
            </a:lvl5pPr>
            <a:lvl6pPr marL="2283557" indent="0">
              <a:buNone/>
              <a:defRPr sz="2000"/>
            </a:lvl6pPr>
            <a:lvl7pPr marL="2740269" indent="0">
              <a:buNone/>
              <a:defRPr sz="2000"/>
            </a:lvl7pPr>
            <a:lvl8pPr marL="3196979" indent="0">
              <a:buNone/>
              <a:defRPr sz="2000"/>
            </a:lvl8pPr>
            <a:lvl9pPr marL="3653691" indent="0">
              <a:buNone/>
              <a:defRPr sz="2000"/>
            </a:lvl9pPr>
          </a:lstStyle>
          <a:p>
            <a:pPr lvl="0"/>
            <a:endParaRPr lang="en-US" noProof="0" dirty="0"/>
          </a:p>
        </p:txBody>
      </p:sp>
      <p:sp>
        <p:nvSpPr>
          <p:cNvPr id="4" name="Text Placeholder 3"/>
          <p:cNvSpPr>
            <a:spLocks noGrp="1"/>
          </p:cNvSpPr>
          <p:nvPr>
            <p:ph type="body" sz="half" idx="2"/>
          </p:nvPr>
        </p:nvSpPr>
        <p:spPr>
          <a:xfrm>
            <a:off x="1792288" y="5367342"/>
            <a:ext cx="5486400" cy="804862"/>
          </a:xfrm>
        </p:spPr>
        <p:txBody>
          <a:bodyPr/>
          <a:lstStyle>
            <a:lvl1pPr marL="0" indent="0">
              <a:buNone/>
              <a:defRPr sz="2000"/>
            </a:lvl1pPr>
            <a:lvl2pPr marL="456710" indent="0">
              <a:buNone/>
              <a:defRPr sz="1200"/>
            </a:lvl2pPr>
            <a:lvl3pPr marL="913423" indent="0">
              <a:buNone/>
              <a:defRPr sz="1000"/>
            </a:lvl3pPr>
            <a:lvl4pPr marL="1370130" indent="0">
              <a:buNone/>
              <a:defRPr sz="900"/>
            </a:lvl4pPr>
            <a:lvl5pPr marL="1826844" indent="0">
              <a:buNone/>
              <a:defRPr sz="900"/>
            </a:lvl5pPr>
            <a:lvl6pPr marL="2283557" indent="0">
              <a:buNone/>
              <a:defRPr sz="900"/>
            </a:lvl6pPr>
            <a:lvl7pPr marL="2740269" indent="0">
              <a:buNone/>
              <a:defRPr sz="900"/>
            </a:lvl7pPr>
            <a:lvl8pPr marL="3196979" indent="0">
              <a:buNone/>
              <a:defRPr sz="900"/>
            </a:lvl8pPr>
            <a:lvl9pPr marL="3653691" indent="0">
              <a:buNone/>
              <a:defRPr sz="900"/>
            </a:lvl9pPr>
          </a:lstStyle>
          <a:p>
            <a:pPr lvl="0"/>
            <a:r>
              <a:rPr lang="en-US" dirty="0"/>
              <a:t>Click to edit Master text styles</a:t>
            </a:r>
          </a:p>
        </p:txBody>
      </p:sp>
      <p:sp>
        <p:nvSpPr>
          <p:cNvPr id="5" name="Rectangle 1028"/>
          <p:cNvSpPr>
            <a:spLocks noGrp="1" noChangeArrowheads="1"/>
          </p:cNvSpPr>
          <p:nvPr>
            <p:ph type="sldNum" sz="quarter" idx="10"/>
          </p:nvPr>
        </p:nvSpPr>
        <p:spPr>
          <a:ln/>
        </p:spPr>
        <p:txBody>
          <a:bodyPr/>
          <a:lstStyle>
            <a:lvl1pPr>
              <a:defRPr/>
            </a:lvl1pPr>
          </a:lstStyle>
          <a:p>
            <a:pPr>
              <a:defRPr/>
            </a:pPr>
            <a:fld id="{45A7D982-3C8D-410F-91D9-E05072596818}" type="slidenum">
              <a:rPr lang="en-US"/>
              <a:pPr>
                <a:defRPr/>
              </a:pPr>
              <a:t>‹#›</a:t>
            </a:fld>
            <a:endParaRPr lang="en-US" dirty="0">
              <a:solidFill>
                <a:srgbClr val="808080"/>
              </a:solidFil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lvl1pPr>
              <a:spcBef>
                <a:spcPts val="500"/>
              </a:spcBef>
              <a:buClr>
                <a:schemeClr val="accent6">
                  <a:lumMod val="50000"/>
                </a:schemeClr>
              </a:buClr>
              <a:defRPr sz="2000" b="1"/>
            </a:lvl1pPr>
            <a:lvl2pPr>
              <a:spcBef>
                <a:spcPts val="25"/>
              </a:spcBef>
              <a:buClr>
                <a:schemeClr val="accent6">
                  <a:lumMod val="50000"/>
                </a:schemeClr>
              </a:buClr>
              <a:defRPr sz="2000" b="1"/>
            </a:lvl2pPr>
            <a:lvl3pPr>
              <a:spcBef>
                <a:spcPts val="25"/>
              </a:spcBef>
              <a:buClr>
                <a:schemeClr val="accent6">
                  <a:lumMod val="50000"/>
                </a:schemeClr>
              </a:buClr>
              <a:defRPr sz="2000" b="1"/>
            </a:lvl3pPr>
            <a:lvl4pPr>
              <a:spcBef>
                <a:spcPts val="25"/>
              </a:spcBef>
              <a:buClr>
                <a:schemeClr val="accent6">
                  <a:lumMod val="50000"/>
                </a:schemeClr>
              </a:buClr>
              <a:defRPr sz="2000" b="1"/>
            </a:lvl4pPr>
            <a:lvl5pPr>
              <a:spcBef>
                <a:spcPts val="25"/>
              </a:spcBef>
              <a:buClr>
                <a:schemeClr val="accent6">
                  <a:lumMod val="50000"/>
                </a:schemeClr>
              </a:buClr>
              <a:defRPr sz="2000" b="1"/>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1028"/>
          <p:cNvSpPr>
            <a:spLocks noGrp="1" noChangeArrowheads="1"/>
          </p:cNvSpPr>
          <p:nvPr>
            <p:ph type="sldNum" sz="quarter" idx="10"/>
          </p:nvPr>
        </p:nvSpPr>
        <p:spPr>
          <a:ln/>
        </p:spPr>
        <p:txBody>
          <a:bodyPr/>
          <a:lstStyle>
            <a:lvl1pPr>
              <a:defRPr/>
            </a:lvl1pPr>
          </a:lstStyle>
          <a:p>
            <a:pPr>
              <a:defRPr/>
            </a:pPr>
            <a:fld id="{CF607D17-13C3-40DF-89BE-699DD19C6B35}" type="slidenum">
              <a:rPr lang="en-US"/>
              <a:pPr>
                <a:defRPr/>
              </a:pPr>
              <a:t>‹#›</a:t>
            </a:fld>
            <a:endParaRPr lang="en-US" dirty="0">
              <a:solidFill>
                <a:srgbClr val="808080"/>
              </a:solidFill>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56388" y="76203"/>
            <a:ext cx="2093912" cy="61483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69888" y="76203"/>
            <a:ext cx="6134100" cy="6148388"/>
          </a:xfrm>
        </p:spPr>
        <p:txBody>
          <a:bodyPr vert="eaVert"/>
          <a:lstStyle>
            <a:lvl1pPr>
              <a:spcBef>
                <a:spcPts val="500"/>
              </a:spcBef>
              <a:buClr>
                <a:schemeClr val="accent6">
                  <a:lumMod val="50000"/>
                </a:schemeClr>
              </a:buClr>
              <a:defRPr sz="2000" b="1"/>
            </a:lvl1pPr>
            <a:lvl2pPr>
              <a:spcBef>
                <a:spcPts val="25"/>
              </a:spcBef>
              <a:buClr>
                <a:schemeClr val="accent6">
                  <a:lumMod val="50000"/>
                </a:schemeClr>
              </a:buClr>
              <a:defRPr sz="2000" b="1"/>
            </a:lvl2pPr>
            <a:lvl3pPr>
              <a:spcBef>
                <a:spcPts val="25"/>
              </a:spcBef>
              <a:buClr>
                <a:schemeClr val="accent6">
                  <a:lumMod val="50000"/>
                </a:schemeClr>
              </a:buClr>
              <a:defRPr sz="2000" b="1"/>
            </a:lvl3pPr>
            <a:lvl4pPr>
              <a:spcBef>
                <a:spcPts val="25"/>
              </a:spcBef>
              <a:buClr>
                <a:schemeClr val="accent6">
                  <a:lumMod val="50000"/>
                </a:schemeClr>
              </a:buClr>
              <a:defRPr sz="2000" b="1"/>
            </a:lvl4pPr>
            <a:lvl5pPr>
              <a:spcBef>
                <a:spcPts val="25"/>
              </a:spcBef>
              <a:buClr>
                <a:schemeClr val="accent6">
                  <a:lumMod val="50000"/>
                </a:schemeClr>
              </a:buClr>
              <a:defRPr sz="2000" b="1"/>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1028"/>
          <p:cNvSpPr>
            <a:spLocks noGrp="1" noChangeArrowheads="1"/>
          </p:cNvSpPr>
          <p:nvPr>
            <p:ph type="sldNum" sz="quarter" idx="10"/>
          </p:nvPr>
        </p:nvSpPr>
        <p:spPr>
          <a:ln/>
        </p:spPr>
        <p:txBody>
          <a:bodyPr/>
          <a:lstStyle>
            <a:lvl1pPr>
              <a:defRPr/>
            </a:lvl1pPr>
          </a:lstStyle>
          <a:p>
            <a:pPr>
              <a:defRPr/>
            </a:pPr>
            <a:fld id="{2E07F32E-C4D8-44CB-AC16-F8D138C3070C}" type="slidenum">
              <a:rPr lang="en-US"/>
              <a:pPr>
                <a:defRPr/>
              </a:pPr>
              <a:t>‹#›</a:t>
            </a:fld>
            <a:endParaRPr lang="en-US" dirty="0">
              <a:solidFill>
                <a:srgbClr val="808080"/>
              </a:solidFill>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663700" y="76200"/>
            <a:ext cx="7086600" cy="1143000"/>
          </a:xfrm>
        </p:spPr>
        <p:txBody>
          <a:bodyPr/>
          <a:lstStyle/>
          <a:p>
            <a:r>
              <a:rPr lang="en-US"/>
              <a:t>Click to edit Master title style</a:t>
            </a:r>
          </a:p>
        </p:txBody>
      </p:sp>
      <p:sp>
        <p:nvSpPr>
          <p:cNvPr id="3" name="Table Placeholder 2"/>
          <p:cNvSpPr>
            <a:spLocks noGrp="1"/>
          </p:cNvSpPr>
          <p:nvPr>
            <p:ph type="tbl" idx="1"/>
          </p:nvPr>
        </p:nvSpPr>
        <p:spPr>
          <a:xfrm>
            <a:off x="369888" y="1363675"/>
            <a:ext cx="8362950" cy="4860925"/>
          </a:xfrm>
        </p:spPr>
        <p:txBody>
          <a:bodyPr/>
          <a:lstStyle>
            <a:lvl1pPr>
              <a:defRPr b="0"/>
            </a:lvl1pPr>
          </a:lstStyle>
          <a:p>
            <a:pPr lvl="0"/>
            <a:endParaRPr lang="en-US" noProof="0" dirty="0"/>
          </a:p>
        </p:txBody>
      </p:sp>
      <p:sp>
        <p:nvSpPr>
          <p:cNvPr id="4" name="Rectangle 1028"/>
          <p:cNvSpPr>
            <a:spLocks noGrp="1" noChangeArrowheads="1"/>
          </p:cNvSpPr>
          <p:nvPr>
            <p:ph type="sldNum" sz="quarter" idx="10"/>
          </p:nvPr>
        </p:nvSpPr>
        <p:spPr>
          <a:ln/>
        </p:spPr>
        <p:txBody>
          <a:bodyPr/>
          <a:lstStyle>
            <a:lvl1pPr>
              <a:defRPr/>
            </a:lvl1pPr>
          </a:lstStyle>
          <a:p>
            <a:pPr>
              <a:defRPr/>
            </a:pPr>
            <a:fld id="{ED0C6CC1-C860-406E-838D-8EC91AE264CD}" type="slidenum">
              <a:rPr lang="en-US"/>
              <a:pPr>
                <a:defRPr/>
              </a:pPr>
              <a:t>‹#›</a:t>
            </a:fld>
            <a:endParaRPr lang="en-US" dirty="0">
              <a:solidFill>
                <a:srgbClr val="808080"/>
              </a:solidFill>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369888" y="76203"/>
            <a:ext cx="8380412" cy="6148388"/>
          </a:xfrm>
        </p:spPr>
        <p:txBody>
          <a:bodyPr/>
          <a:lstStyle>
            <a:lvl1pPr>
              <a:spcBef>
                <a:spcPts val="500"/>
              </a:spcBef>
              <a:buClr>
                <a:schemeClr val="accent6">
                  <a:lumMod val="50000"/>
                </a:schemeClr>
              </a:buClr>
              <a:defRPr b="1"/>
            </a:lvl1pPr>
            <a:lvl2pPr>
              <a:spcBef>
                <a:spcPts val="25"/>
              </a:spcBef>
              <a:buClr>
                <a:schemeClr val="accent6">
                  <a:lumMod val="50000"/>
                </a:schemeClr>
              </a:buClr>
              <a:defRPr b="1"/>
            </a:lvl2pPr>
            <a:lvl3pPr>
              <a:spcBef>
                <a:spcPts val="25"/>
              </a:spcBef>
              <a:buClr>
                <a:schemeClr val="accent6">
                  <a:lumMod val="50000"/>
                </a:schemeClr>
              </a:buClr>
              <a:defRPr b="1"/>
            </a:lvl3pPr>
            <a:lvl4pPr>
              <a:spcBef>
                <a:spcPts val="25"/>
              </a:spcBef>
              <a:buClr>
                <a:schemeClr val="accent6">
                  <a:lumMod val="50000"/>
                </a:schemeClr>
              </a:buClr>
              <a:defRPr b="1"/>
            </a:lvl4pPr>
            <a:lvl5pPr>
              <a:spcBef>
                <a:spcPts val="25"/>
              </a:spcBef>
              <a:buClr>
                <a:schemeClr val="accent6">
                  <a:lumMod val="50000"/>
                </a:schemeClr>
              </a:buClr>
              <a:defRPr b="1"/>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Rectangle 1028"/>
          <p:cNvSpPr>
            <a:spLocks noGrp="1" noChangeArrowheads="1"/>
          </p:cNvSpPr>
          <p:nvPr>
            <p:ph type="sldNum" sz="quarter" idx="10"/>
          </p:nvPr>
        </p:nvSpPr>
        <p:spPr>
          <a:ln/>
        </p:spPr>
        <p:txBody>
          <a:bodyPr/>
          <a:lstStyle>
            <a:lvl1pPr>
              <a:defRPr/>
            </a:lvl1pPr>
          </a:lstStyle>
          <a:p>
            <a:pPr>
              <a:defRPr/>
            </a:pPr>
            <a:fld id="{ACC546FF-E977-4E73-9F86-933DBC58FC5F}" type="slidenum">
              <a:rPr lang="en-US"/>
              <a:pPr>
                <a:defRPr/>
              </a:pPr>
              <a:t>‹#›</a:t>
            </a:fld>
            <a:endParaRPr lang="en-US" dirty="0">
              <a:solidFill>
                <a:srgbClr val="808080"/>
              </a:solidFill>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4"/>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38600"/>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xfrm>
            <a:off x="457200" y="6245225"/>
            <a:ext cx="2133600" cy="476250"/>
          </a:xfrm>
          <a:prstGeom prst="rect">
            <a:avLst/>
          </a:prstGeom>
        </p:spPr>
        <p:txBody>
          <a:bodyPr lIns="91340" tIns="45670" rIns="91340" bIns="45670"/>
          <a:lstStyle>
            <a:lvl1pPr>
              <a:defRPr sz="1800">
                <a:solidFill>
                  <a:srgbClr val="000000"/>
                </a:solidFill>
                <a:latin typeface="Arial" pitchFamily="34" charset="0"/>
                <a:cs typeface="+mn-cs"/>
              </a:defRPr>
            </a:lvl1pPr>
          </a:lstStyle>
          <a:p>
            <a:pPr>
              <a:defRPr/>
            </a:pPr>
            <a:endParaRPr lang="en-US" dirty="0"/>
          </a:p>
        </p:txBody>
      </p:sp>
      <p:sp>
        <p:nvSpPr>
          <p:cNvPr id="7" name="Rectangle 5"/>
          <p:cNvSpPr>
            <a:spLocks noGrp="1" noChangeArrowheads="1"/>
          </p:cNvSpPr>
          <p:nvPr>
            <p:ph type="ftr" sz="quarter" idx="11"/>
          </p:nvPr>
        </p:nvSpPr>
        <p:spPr>
          <a:xfrm>
            <a:off x="3124200" y="6245225"/>
            <a:ext cx="2895600" cy="476250"/>
          </a:xfrm>
          <a:prstGeom prst="rect">
            <a:avLst/>
          </a:prstGeom>
        </p:spPr>
        <p:txBody>
          <a:bodyPr lIns="91340" tIns="45670" rIns="91340" bIns="45670"/>
          <a:lstStyle>
            <a:lvl1pPr>
              <a:defRPr sz="1800">
                <a:solidFill>
                  <a:srgbClr val="000000"/>
                </a:solidFill>
                <a:latin typeface="Arial" pitchFamily="34" charset="0"/>
                <a:cs typeface="+mn-cs"/>
              </a:defRPr>
            </a:lvl1pPr>
          </a:lstStyle>
          <a:p>
            <a:pPr>
              <a:defRPr/>
            </a:pPr>
            <a:r>
              <a:rPr lang="en-US" dirty="0"/>
              <a:t>CUI</a:t>
            </a:r>
          </a:p>
        </p:txBody>
      </p:sp>
      <p:sp>
        <p:nvSpPr>
          <p:cNvPr id="8" name="Rectangle 6"/>
          <p:cNvSpPr>
            <a:spLocks noGrp="1" noChangeArrowheads="1"/>
          </p:cNvSpPr>
          <p:nvPr>
            <p:ph type="sldNum" sz="quarter" idx="12"/>
          </p:nvPr>
        </p:nvSpPr>
        <p:spPr/>
        <p:txBody>
          <a:bodyPr/>
          <a:lstStyle>
            <a:lvl1pPr>
              <a:defRPr/>
            </a:lvl1pPr>
          </a:lstStyle>
          <a:p>
            <a:pPr>
              <a:defRPr/>
            </a:pPr>
            <a:fld id="{2A37EE82-3D6F-481A-B597-1D2AAB92C6EA}" type="slidenum">
              <a:rPr lang="en-US"/>
              <a:pPr>
                <a:defRPr/>
              </a:pPr>
              <a:t>‹#›</a:t>
            </a:fld>
            <a:endParaRPr lang="en-US" dirty="0"/>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914400" y="61916"/>
            <a:ext cx="7772400" cy="1004887"/>
          </a:xfrm>
        </p:spPr>
        <p:txBody>
          <a:bodyPr/>
          <a:lstStyle/>
          <a:p>
            <a:r>
              <a:rPr lang="en-US"/>
              <a:t>Click to edit Master title style</a:t>
            </a:r>
          </a:p>
        </p:txBody>
      </p:sp>
      <p:sp>
        <p:nvSpPr>
          <p:cNvPr id="3" name="Rectangle 1028"/>
          <p:cNvSpPr>
            <a:spLocks noGrp="1" noChangeArrowheads="1"/>
          </p:cNvSpPr>
          <p:nvPr>
            <p:ph type="sldNum" sz="quarter" idx="10"/>
          </p:nvPr>
        </p:nvSpPr>
        <p:spPr>
          <a:ln/>
        </p:spPr>
        <p:txBody>
          <a:bodyPr/>
          <a:lstStyle>
            <a:lvl1pPr>
              <a:defRPr/>
            </a:lvl1pPr>
          </a:lstStyle>
          <a:p>
            <a:pPr>
              <a:defRPr/>
            </a:pPr>
            <a:fld id="{0258870F-D614-4CFB-9FEE-693E9F3E5A36}" type="slidenum">
              <a:rPr lang="en-US"/>
              <a:pPr>
                <a:defRPr/>
              </a:pPr>
              <a:t>‹#›</a:t>
            </a:fld>
            <a:endParaRPr lang="en-US" dirty="0">
              <a:solidFill>
                <a:srgbClr val="808080"/>
              </a:solidFill>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image" Target="../media/image3.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18" Type="http://schemas.openxmlformats.org/officeDocument/2006/relationships/image" Target="../media/image6.jpeg"/><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image" Target="../media/image5.png"/><Relationship Id="rId2" Type="http://schemas.openxmlformats.org/officeDocument/2006/relationships/slideLayout" Target="../slideLayouts/slideLayout30.xml"/><Relationship Id="rId16" Type="http://schemas.openxmlformats.org/officeDocument/2006/relationships/theme" Target="../theme/theme3.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10" Type="http://schemas.openxmlformats.org/officeDocument/2006/relationships/slideLayout" Target="../slideLayouts/slideLayout38.xml"/><Relationship Id="rId19" Type="http://schemas.openxmlformats.org/officeDocument/2006/relationships/image" Target="../media/image7.jpeg"/><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1.xml"/><Relationship Id="rId13" Type="http://schemas.openxmlformats.org/officeDocument/2006/relationships/slideLayout" Target="../slideLayouts/slideLayout56.xml"/><Relationship Id="rId3" Type="http://schemas.openxmlformats.org/officeDocument/2006/relationships/slideLayout" Target="../slideLayouts/slideLayout46.xml"/><Relationship Id="rId7" Type="http://schemas.openxmlformats.org/officeDocument/2006/relationships/slideLayout" Target="../slideLayouts/slideLayout50.xml"/><Relationship Id="rId12" Type="http://schemas.openxmlformats.org/officeDocument/2006/relationships/slideLayout" Target="../slideLayouts/slideLayout55.xml"/><Relationship Id="rId2" Type="http://schemas.openxmlformats.org/officeDocument/2006/relationships/slideLayout" Target="../slideLayouts/slideLayout45.xml"/><Relationship Id="rId16" Type="http://schemas.openxmlformats.org/officeDocument/2006/relationships/image" Target="../media/image8.png"/><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5" Type="http://schemas.openxmlformats.org/officeDocument/2006/relationships/slideLayout" Target="../slideLayouts/slideLayout48.xml"/><Relationship Id="rId15" Type="http://schemas.openxmlformats.org/officeDocument/2006/relationships/theme" Target="../theme/theme4.xml"/><Relationship Id="rId10" Type="http://schemas.openxmlformats.org/officeDocument/2006/relationships/slideLayout" Target="../slideLayouts/slideLayout53.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slideLayout" Target="../slideLayouts/slideLayout57.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slideLayout" Target="../slideLayouts/slideLayout70.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image" Target="../media/image8.png"/><Relationship Id="rId2" Type="http://schemas.openxmlformats.org/officeDocument/2006/relationships/slideLayout" Target="../slideLayouts/slideLayout59.xml"/><Relationship Id="rId16" Type="http://schemas.openxmlformats.org/officeDocument/2006/relationships/theme" Target="../theme/theme5.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5" Type="http://schemas.openxmlformats.org/officeDocument/2006/relationships/slideLayout" Target="../slideLayouts/slideLayout72.xml"/><Relationship Id="rId10" Type="http://schemas.openxmlformats.org/officeDocument/2006/relationships/slideLayout" Target="../slideLayouts/slideLayout67.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5" name="Rectangle 1027"/>
          <p:cNvSpPr>
            <a:spLocks noGrp="1" noChangeArrowheads="1"/>
          </p:cNvSpPr>
          <p:nvPr>
            <p:ph type="dt" sz="half" idx="2"/>
          </p:nvPr>
        </p:nvSpPr>
        <p:spPr bwMode="auto">
          <a:xfrm>
            <a:off x="0" y="6524625"/>
            <a:ext cx="1219200" cy="304800"/>
          </a:xfrm>
          <a:prstGeom prst="rect">
            <a:avLst/>
          </a:prstGeom>
          <a:noFill/>
          <a:ln w="9525">
            <a:noFill/>
            <a:miter lim="800000"/>
            <a:headEnd/>
            <a:tailEnd/>
          </a:ln>
          <a:effectLst/>
        </p:spPr>
        <p:txBody>
          <a:bodyPr vert="horz" wrap="square" lIns="91340" tIns="45670" rIns="91340" bIns="45670" numCol="1" anchor="t" anchorCtr="0" compatLnSpc="1">
            <a:prstTxWarp prst="textNoShape">
              <a:avLst/>
            </a:prstTxWarp>
          </a:bodyPr>
          <a:lstStyle>
            <a:lvl1pPr algn="l" eaLnBrk="0" hangingPunct="0">
              <a:defRPr sz="1000">
                <a:solidFill>
                  <a:srgbClr val="969696"/>
                </a:solidFill>
                <a:cs typeface="+mn-cs"/>
              </a:defRPr>
            </a:lvl1pPr>
          </a:lstStyle>
          <a:p>
            <a:pPr>
              <a:defRPr/>
            </a:pPr>
            <a:endParaRPr lang="en-US" dirty="0"/>
          </a:p>
        </p:txBody>
      </p:sp>
      <p:sp>
        <p:nvSpPr>
          <p:cNvPr id="49156" name="Rectangle 1028"/>
          <p:cNvSpPr>
            <a:spLocks noGrp="1" noChangeArrowheads="1"/>
          </p:cNvSpPr>
          <p:nvPr>
            <p:ph type="sldNum" sz="quarter" idx="4"/>
          </p:nvPr>
        </p:nvSpPr>
        <p:spPr bwMode="auto">
          <a:xfrm>
            <a:off x="7988300" y="6524625"/>
            <a:ext cx="1143000" cy="304800"/>
          </a:xfrm>
          <a:prstGeom prst="rect">
            <a:avLst/>
          </a:prstGeom>
          <a:noFill/>
          <a:ln w="9525">
            <a:noFill/>
            <a:miter lim="800000"/>
            <a:headEnd/>
            <a:tailEnd/>
          </a:ln>
          <a:effectLst/>
        </p:spPr>
        <p:txBody>
          <a:bodyPr vert="horz" wrap="square" lIns="91340" tIns="45670" rIns="91340" bIns="45670" numCol="1" anchor="t" anchorCtr="0" compatLnSpc="1">
            <a:prstTxWarp prst="textNoShape">
              <a:avLst/>
            </a:prstTxWarp>
          </a:bodyPr>
          <a:lstStyle>
            <a:lvl1pPr algn="r" eaLnBrk="0" hangingPunct="0">
              <a:defRPr sz="1000" baseline="0">
                <a:solidFill>
                  <a:schemeClr val="bg1">
                    <a:lumMod val="50000"/>
                  </a:schemeClr>
                </a:solidFill>
                <a:cs typeface="+mn-cs"/>
              </a:defRPr>
            </a:lvl1pPr>
          </a:lstStyle>
          <a:p>
            <a:pPr>
              <a:defRPr/>
            </a:pPr>
            <a:fld id="{114CA2A4-62FF-43B2-BB9D-1EF2C87F6E3F}" type="slidenum">
              <a:rPr lang="en-US"/>
              <a:pPr>
                <a:defRPr/>
              </a:pPr>
              <a:t>‹#›</a:t>
            </a:fld>
            <a:endParaRPr lang="en-US" dirty="0"/>
          </a:p>
        </p:txBody>
      </p:sp>
      <p:sp>
        <p:nvSpPr>
          <p:cNvPr id="2053" name="Rectangle 1030"/>
          <p:cNvSpPr>
            <a:spLocks noGrp="1" noChangeArrowheads="1"/>
          </p:cNvSpPr>
          <p:nvPr>
            <p:ph type="title"/>
          </p:nvPr>
        </p:nvSpPr>
        <p:spPr bwMode="auto">
          <a:xfrm>
            <a:off x="3092450" y="0"/>
            <a:ext cx="5715000" cy="1219200"/>
          </a:xfrm>
          <a:prstGeom prst="rect">
            <a:avLst/>
          </a:prstGeom>
          <a:noFill/>
          <a:ln w="9525">
            <a:noFill/>
            <a:miter lim="800000"/>
            <a:headEnd/>
            <a:tailEnd/>
          </a:ln>
        </p:spPr>
        <p:txBody>
          <a:bodyPr vert="horz" wrap="square" lIns="91340" tIns="45670" rIns="91340" bIns="45670" numCol="1" anchor="ctr" anchorCtr="0" compatLnSpc="1">
            <a:prstTxWarp prst="textNoShape">
              <a:avLst/>
            </a:prstTxWarp>
          </a:bodyPr>
          <a:lstStyle/>
          <a:p>
            <a:pPr lvl="0"/>
            <a:r>
              <a:rPr lang="en-US"/>
              <a:t>Click to edit Master title style</a:t>
            </a:r>
          </a:p>
        </p:txBody>
      </p:sp>
      <p:sp>
        <p:nvSpPr>
          <p:cNvPr id="49163" name="Line 1035"/>
          <p:cNvSpPr>
            <a:spLocks noChangeShapeType="1"/>
          </p:cNvSpPr>
          <p:nvPr/>
        </p:nvSpPr>
        <p:spPr bwMode="auto">
          <a:xfrm>
            <a:off x="381000" y="6451600"/>
            <a:ext cx="8382000" cy="0"/>
          </a:xfrm>
          <a:prstGeom prst="line">
            <a:avLst/>
          </a:prstGeom>
          <a:noFill/>
          <a:ln w="57150">
            <a:solidFill>
              <a:srgbClr val="0C2D83"/>
            </a:solidFill>
            <a:round/>
            <a:headEnd/>
            <a:tailEnd/>
          </a:ln>
          <a:effectLst/>
        </p:spPr>
        <p:txBody>
          <a:bodyPr wrap="none" lIns="91340" tIns="45670" rIns="91340" bIns="45670" anchor="ctr"/>
          <a:lstStyle/>
          <a:p>
            <a:pPr algn="ctr" eaLnBrk="0" hangingPunct="0">
              <a:defRPr/>
            </a:pPr>
            <a:endParaRPr lang="en-US" dirty="0">
              <a:cs typeface="+mn-cs"/>
            </a:endParaRPr>
          </a:p>
        </p:txBody>
      </p:sp>
      <p:sp>
        <p:nvSpPr>
          <p:cNvPr id="49164" name="Line 1036"/>
          <p:cNvSpPr>
            <a:spLocks noChangeShapeType="1"/>
          </p:cNvSpPr>
          <p:nvPr/>
        </p:nvSpPr>
        <p:spPr bwMode="auto">
          <a:xfrm>
            <a:off x="381000" y="1231900"/>
            <a:ext cx="8382000" cy="0"/>
          </a:xfrm>
          <a:prstGeom prst="line">
            <a:avLst/>
          </a:prstGeom>
          <a:noFill/>
          <a:ln w="57150">
            <a:solidFill>
              <a:srgbClr val="0C2D83"/>
            </a:solidFill>
            <a:round/>
            <a:headEnd/>
            <a:tailEnd/>
          </a:ln>
          <a:effectLst/>
        </p:spPr>
        <p:txBody>
          <a:bodyPr wrap="none" lIns="91340" tIns="45670" rIns="91340" bIns="45670" anchor="ctr"/>
          <a:lstStyle/>
          <a:p>
            <a:pPr algn="ctr" eaLnBrk="0" hangingPunct="0">
              <a:defRPr/>
            </a:pPr>
            <a:endParaRPr lang="en-US" dirty="0">
              <a:cs typeface="+mn-cs"/>
            </a:endParaRPr>
          </a:p>
        </p:txBody>
      </p:sp>
      <p:sp>
        <p:nvSpPr>
          <p:cNvPr id="2056" name="Rectangle 1040"/>
          <p:cNvSpPr>
            <a:spLocks noGrp="1" noChangeArrowheads="1"/>
          </p:cNvSpPr>
          <p:nvPr>
            <p:ph type="body" idx="1"/>
          </p:nvPr>
        </p:nvSpPr>
        <p:spPr bwMode="auto">
          <a:xfrm>
            <a:off x="276225" y="1504950"/>
            <a:ext cx="8397875" cy="4743450"/>
          </a:xfrm>
          <a:prstGeom prst="rect">
            <a:avLst/>
          </a:prstGeom>
          <a:noFill/>
          <a:ln w="9525">
            <a:noFill/>
            <a:miter lim="800000"/>
            <a:headEnd/>
            <a:tailEnd/>
          </a:ln>
        </p:spPr>
        <p:txBody>
          <a:bodyPr vert="horz" wrap="square" lIns="91340" tIns="45670" rIns="91340" bIns="4567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r>
              <a:rPr lang="en-US" dirty="0"/>
              <a:t>2nd Bullet</a:t>
            </a:r>
          </a:p>
        </p:txBody>
      </p:sp>
      <p:pic>
        <p:nvPicPr>
          <p:cNvPr id="2" name="Picture 1"/>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422945" y="58723"/>
            <a:ext cx="1187741" cy="1100154"/>
          </a:xfrm>
          <a:prstGeom prst="rect">
            <a:avLst/>
          </a:prstGeom>
        </p:spPr>
      </p:pic>
      <p:sp>
        <p:nvSpPr>
          <p:cNvPr id="10" name="Footer Placeholder 4">
            <a:extLst>
              <a:ext uri="{FF2B5EF4-FFF2-40B4-BE49-F238E27FC236}">
                <a16:creationId xmlns:a16="http://schemas.microsoft.com/office/drawing/2014/main" id="{97863BE8-74F1-4312-B6C9-2E1B3993A226}"/>
              </a:ext>
            </a:extLst>
          </p:cNvPr>
          <p:cNvSpPr>
            <a:spLocks noGrp="1"/>
          </p:cNvSpPr>
          <p:nvPr userDrawn="1"/>
        </p:nvSpPr>
        <p:spPr bwMode="auto">
          <a:xfrm>
            <a:off x="609600" y="6537326"/>
            <a:ext cx="7756525"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0272" tIns="50136" rIns="100272" bIns="50136"/>
          <a:lstStyle>
            <a:lvl1pPr>
              <a:spcBef>
                <a:spcPts val="500"/>
              </a:spcBef>
              <a:buClr>
                <a:srgbClr val="151C77"/>
              </a:buClr>
              <a:buSzPct val="80000"/>
              <a:buFont typeface="Wingdings" panose="05000000000000000000" pitchFamily="2" charset="2"/>
              <a:buChar char="n"/>
              <a:defRPr sz="2000" b="1">
                <a:solidFill>
                  <a:schemeClr val="tx1"/>
                </a:solidFill>
                <a:latin typeface="Arial" panose="020B0604020202020204" pitchFamily="34" charset="0"/>
              </a:defRPr>
            </a:lvl1pPr>
            <a:lvl2pPr marL="742950" indent="-285750">
              <a:spcBef>
                <a:spcPts val="25"/>
              </a:spcBef>
              <a:buClr>
                <a:srgbClr val="151C77"/>
              </a:buClr>
              <a:buSzPct val="80000"/>
              <a:buFont typeface="Wingdings" panose="05000000000000000000" pitchFamily="2" charset="2"/>
              <a:buChar char="n"/>
              <a:defRPr sz="2000" b="1">
                <a:solidFill>
                  <a:schemeClr val="tx1"/>
                </a:solidFill>
                <a:latin typeface="Arial" panose="020B0604020202020204" pitchFamily="34" charset="0"/>
              </a:defRPr>
            </a:lvl2pPr>
            <a:lvl3pPr marL="1143000" indent="-228600">
              <a:spcBef>
                <a:spcPts val="25"/>
              </a:spcBef>
              <a:buClr>
                <a:srgbClr val="151C77"/>
              </a:buClr>
              <a:buSzPct val="80000"/>
              <a:buFont typeface="Wingdings" panose="05000000000000000000" pitchFamily="2" charset="2"/>
              <a:buChar char="n"/>
              <a:defRPr sz="2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SzTx/>
              <a:buFontTx/>
              <a:buNone/>
            </a:pPr>
            <a:endParaRPr lang="en-US" altLang="en-US" sz="1400" dirty="0">
              <a:solidFill>
                <a:srgbClr val="FF0000"/>
              </a:solidFill>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507090" r:id="rId1"/>
    <p:sldLayoutId id="2147507091" r:id="rId2"/>
    <p:sldLayoutId id="2147507092" r:id="rId3"/>
    <p:sldLayoutId id="2147507093" r:id="rId4"/>
    <p:sldLayoutId id="2147507094" r:id="rId5"/>
    <p:sldLayoutId id="2147507095" r:id="rId6"/>
    <p:sldLayoutId id="2147507096" r:id="rId7"/>
    <p:sldLayoutId id="2147507097" r:id="rId8"/>
    <p:sldLayoutId id="2147507098" r:id="rId9"/>
    <p:sldLayoutId id="2147507099" r:id="rId10"/>
    <p:sldLayoutId id="2147507100" r:id="rId11"/>
    <p:sldLayoutId id="2147507101" r:id="rId12"/>
  </p:sldLayoutIdLst>
  <p:hf hdr="0"/>
  <p:txStyles>
    <p:titleStyle>
      <a:lvl1pPr algn="r" rtl="0" eaLnBrk="0" fontAlgn="base" hangingPunct="0">
        <a:spcBef>
          <a:spcPct val="0"/>
        </a:spcBef>
        <a:spcAft>
          <a:spcPct val="0"/>
        </a:spcAft>
        <a:defRPr sz="3600" b="1" i="1">
          <a:solidFill>
            <a:srgbClr val="151C77"/>
          </a:solidFill>
          <a:latin typeface="+mj-lt"/>
          <a:ea typeface="+mj-ea"/>
          <a:cs typeface="+mj-cs"/>
        </a:defRPr>
      </a:lvl1pPr>
      <a:lvl2pPr algn="r" rtl="0" eaLnBrk="0" fontAlgn="base" hangingPunct="0">
        <a:spcBef>
          <a:spcPct val="0"/>
        </a:spcBef>
        <a:spcAft>
          <a:spcPct val="0"/>
        </a:spcAft>
        <a:defRPr sz="3600" b="1" i="1">
          <a:solidFill>
            <a:srgbClr val="151C77"/>
          </a:solidFill>
          <a:latin typeface="Arial" charset="0"/>
        </a:defRPr>
      </a:lvl2pPr>
      <a:lvl3pPr algn="r" rtl="0" eaLnBrk="0" fontAlgn="base" hangingPunct="0">
        <a:spcBef>
          <a:spcPct val="0"/>
        </a:spcBef>
        <a:spcAft>
          <a:spcPct val="0"/>
        </a:spcAft>
        <a:defRPr sz="3600" b="1" i="1">
          <a:solidFill>
            <a:srgbClr val="151C77"/>
          </a:solidFill>
          <a:latin typeface="Arial" charset="0"/>
        </a:defRPr>
      </a:lvl3pPr>
      <a:lvl4pPr algn="r" rtl="0" eaLnBrk="0" fontAlgn="base" hangingPunct="0">
        <a:spcBef>
          <a:spcPct val="0"/>
        </a:spcBef>
        <a:spcAft>
          <a:spcPct val="0"/>
        </a:spcAft>
        <a:defRPr sz="3600" b="1" i="1">
          <a:solidFill>
            <a:srgbClr val="151C77"/>
          </a:solidFill>
          <a:latin typeface="Arial" charset="0"/>
        </a:defRPr>
      </a:lvl4pPr>
      <a:lvl5pPr algn="r" rtl="0" eaLnBrk="0" fontAlgn="base" hangingPunct="0">
        <a:spcBef>
          <a:spcPct val="0"/>
        </a:spcBef>
        <a:spcAft>
          <a:spcPct val="0"/>
        </a:spcAft>
        <a:defRPr sz="3600" b="1" i="1">
          <a:solidFill>
            <a:srgbClr val="151C77"/>
          </a:solidFill>
          <a:latin typeface="Arial" charset="0"/>
        </a:defRPr>
      </a:lvl5pPr>
      <a:lvl6pPr marL="456710" algn="r" rtl="0" eaLnBrk="0" fontAlgn="base" hangingPunct="0">
        <a:spcBef>
          <a:spcPct val="0"/>
        </a:spcBef>
        <a:spcAft>
          <a:spcPct val="0"/>
        </a:spcAft>
        <a:defRPr sz="3600" b="1" i="1">
          <a:solidFill>
            <a:srgbClr val="151C77"/>
          </a:solidFill>
          <a:latin typeface="Arial" charset="0"/>
        </a:defRPr>
      </a:lvl6pPr>
      <a:lvl7pPr marL="913423" algn="r" rtl="0" eaLnBrk="0" fontAlgn="base" hangingPunct="0">
        <a:spcBef>
          <a:spcPct val="0"/>
        </a:spcBef>
        <a:spcAft>
          <a:spcPct val="0"/>
        </a:spcAft>
        <a:defRPr sz="3600" b="1" i="1">
          <a:solidFill>
            <a:srgbClr val="151C77"/>
          </a:solidFill>
          <a:latin typeface="Arial" charset="0"/>
        </a:defRPr>
      </a:lvl7pPr>
      <a:lvl8pPr marL="1370130" algn="r" rtl="0" eaLnBrk="0" fontAlgn="base" hangingPunct="0">
        <a:spcBef>
          <a:spcPct val="0"/>
        </a:spcBef>
        <a:spcAft>
          <a:spcPct val="0"/>
        </a:spcAft>
        <a:defRPr sz="3600" b="1" i="1">
          <a:solidFill>
            <a:srgbClr val="151C77"/>
          </a:solidFill>
          <a:latin typeface="Arial" charset="0"/>
        </a:defRPr>
      </a:lvl8pPr>
      <a:lvl9pPr marL="1826844" algn="r" rtl="0" eaLnBrk="0" fontAlgn="base" hangingPunct="0">
        <a:spcBef>
          <a:spcPct val="0"/>
        </a:spcBef>
        <a:spcAft>
          <a:spcPct val="0"/>
        </a:spcAft>
        <a:defRPr sz="3600" b="1" i="1">
          <a:solidFill>
            <a:srgbClr val="151C77"/>
          </a:solidFill>
          <a:latin typeface="Arial" charset="0"/>
        </a:defRPr>
      </a:lvl9pPr>
    </p:titleStyle>
    <p:bodyStyle>
      <a:lvl1pPr marL="284163" indent="-284163" algn="l" rtl="0" eaLnBrk="0" fontAlgn="base" hangingPunct="0">
        <a:spcBef>
          <a:spcPct val="50000"/>
        </a:spcBef>
        <a:spcAft>
          <a:spcPct val="0"/>
        </a:spcAft>
        <a:buClr>
          <a:srgbClr val="151C77"/>
        </a:buClr>
        <a:buSzPct val="80000"/>
        <a:buFont typeface="Wingdings" pitchFamily="2" charset="2"/>
        <a:buChar char="n"/>
        <a:defRPr sz="2000" b="1">
          <a:solidFill>
            <a:schemeClr val="tx1"/>
          </a:solidFill>
          <a:latin typeface="+mn-lt"/>
          <a:ea typeface="+mn-ea"/>
          <a:cs typeface="+mn-cs"/>
        </a:defRPr>
      </a:lvl1pPr>
      <a:lvl2pPr marL="687388" indent="-280988" algn="l" rtl="0" eaLnBrk="0" fontAlgn="base" hangingPunct="0">
        <a:spcBef>
          <a:spcPct val="25000"/>
        </a:spcBef>
        <a:spcAft>
          <a:spcPct val="0"/>
        </a:spcAft>
        <a:buClr>
          <a:srgbClr val="151C77"/>
        </a:buClr>
        <a:buSzPct val="80000"/>
        <a:buFont typeface="Wingdings" pitchFamily="2" charset="2"/>
        <a:buChar char="n"/>
        <a:defRPr sz="2000" b="1">
          <a:solidFill>
            <a:schemeClr val="tx1"/>
          </a:solidFill>
          <a:latin typeface="+mn-lt"/>
        </a:defRPr>
      </a:lvl2pPr>
      <a:lvl3pPr marL="1025525" indent="-222250" algn="l" rtl="0" eaLnBrk="0" fontAlgn="base" hangingPunct="0">
        <a:spcBef>
          <a:spcPct val="25000"/>
        </a:spcBef>
        <a:spcAft>
          <a:spcPct val="0"/>
        </a:spcAft>
        <a:buClr>
          <a:srgbClr val="151C77"/>
        </a:buClr>
        <a:buSzPct val="80000"/>
        <a:buFont typeface="Wingdings" pitchFamily="2" charset="2"/>
        <a:buChar char="n"/>
        <a:defRPr sz="2000" b="1">
          <a:solidFill>
            <a:schemeClr val="tx1"/>
          </a:solidFill>
          <a:latin typeface="+mn-lt"/>
        </a:defRPr>
      </a:lvl3pPr>
      <a:lvl4pPr marL="1597025" indent="-227013" algn="l" rtl="0" eaLnBrk="0" fontAlgn="base" hangingPunct="0">
        <a:spcBef>
          <a:spcPct val="25000"/>
        </a:spcBef>
        <a:spcAft>
          <a:spcPct val="0"/>
        </a:spcAft>
        <a:buClr>
          <a:srgbClr val="151C77"/>
        </a:buClr>
        <a:buSzPct val="80000"/>
        <a:buFont typeface="Wingdings" pitchFamily="2" charset="2"/>
        <a:buChar char="n"/>
        <a:defRPr sz="2000" b="1">
          <a:solidFill>
            <a:schemeClr val="tx1"/>
          </a:solidFill>
          <a:latin typeface="+mn-lt"/>
        </a:defRPr>
      </a:lvl4pPr>
      <a:lvl5pPr marL="2054225" indent="-227013"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5pPr>
      <a:lvl6pPr marL="2511913" indent="-228357"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6pPr>
      <a:lvl7pPr marL="2968626" indent="-228357"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7pPr>
      <a:lvl8pPr marL="3425334" indent="-228357"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8pPr>
      <a:lvl9pPr marL="3882046" indent="-228357"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9pPr>
    </p:bodyStyle>
    <p:otherStyle>
      <a:defPPr>
        <a:defRPr lang="en-US"/>
      </a:defPPr>
      <a:lvl1pPr marL="0" algn="l" defTabSz="913423" rtl="0" eaLnBrk="1" latinLnBrk="0" hangingPunct="1">
        <a:defRPr sz="1800" kern="1200">
          <a:solidFill>
            <a:schemeClr val="tx1"/>
          </a:solidFill>
          <a:latin typeface="+mn-lt"/>
          <a:ea typeface="+mn-ea"/>
          <a:cs typeface="+mn-cs"/>
        </a:defRPr>
      </a:lvl1pPr>
      <a:lvl2pPr marL="456710" algn="l" defTabSz="913423" rtl="0" eaLnBrk="1" latinLnBrk="0" hangingPunct="1">
        <a:defRPr sz="1800" kern="1200">
          <a:solidFill>
            <a:schemeClr val="tx1"/>
          </a:solidFill>
          <a:latin typeface="+mn-lt"/>
          <a:ea typeface="+mn-ea"/>
          <a:cs typeface="+mn-cs"/>
        </a:defRPr>
      </a:lvl2pPr>
      <a:lvl3pPr marL="913423" algn="l" defTabSz="913423" rtl="0" eaLnBrk="1" latinLnBrk="0" hangingPunct="1">
        <a:defRPr sz="1800" kern="1200">
          <a:solidFill>
            <a:schemeClr val="tx1"/>
          </a:solidFill>
          <a:latin typeface="+mn-lt"/>
          <a:ea typeface="+mn-ea"/>
          <a:cs typeface="+mn-cs"/>
        </a:defRPr>
      </a:lvl3pPr>
      <a:lvl4pPr marL="1370130" algn="l" defTabSz="913423" rtl="0" eaLnBrk="1" latinLnBrk="0" hangingPunct="1">
        <a:defRPr sz="1800" kern="1200">
          <a:solidFill>
            <a:schemeClr val="tx1"/>
          </a:solidFill>
          <a:latin typeface="+mn-lt"/>
          <a:ea typeface="+mn-ea"/>
          <a:cs typeface="+mn-cs"/>
        </a:defRPr>
      </a:lvl4pPr>
      <a:lvl5pPr marL="1826844" algn="l" defTabSz="913423" rtl="0" eaLnBrk="1" latinLnBrk="0" hangingPunct="1">
        <a:defRPr sz="1800" kern="1200">
          <a:solidFill>
            <a:schemeClr val="tx1"/>
          </a:solidFill>
          <a:latin typeface="+mn-lt"/>
          <a:ea typeface="+mn-ea"/>
          <a:cs typeface="+mn-cs"/>
        </a:defRPr>
      </a:lvl5pPr>
      <a:lvl6pPr marL="2283557" algn="l" defTabSz="913423" rtl="0" eaLnBrk="1" latinLnBrk="0" hangingPunct="1">
        <a:defRPr sz="1800" kern="1200">
          <a:solidFill>
            <a:schemeClr val="tx1"/>
          </a:solidFill>
          <a:latin typeface="+mn-lt"/>
          <a:ea typeface="+mn-ea"/>
          <a:cs typeface="+mn-cs"/>
        </a:defRPr>
      </a:lvl6pPr>
      <a:lvl7pPr marL="2740269" algn="l" defTabSz="913423" rtl="0" eaLnBrk="1" latinLnBrk="0" hangingPunct="1">
        <a:defRPr sz="1800" kern="1200">
          <a:solidFill>
            <a:schemeClr val="tx1"/>
          </a:solidFill>
          <a:latin typeface="+mn-lt"/>
          <a:ea typeface="+mn-ea"/>
          <a:cs typeface="+mn-cs"/>
        </a:defRPr>
      </a:lvl7pPr>
      <a:lvl8pPr marL="3196979" algn="l" defTabSz="913423" rtl="0" eaLnBrk="1" latinLnBrk="0" hangingPunct="1">
        <a:defRPr sz="1800" kern="1200">
          <a:solidFill>
            <a:schemeClr val="tx1"/>
          </a:solidFill>
          <a:latin typeface="+mn-lt"/>
          <a:ea typeface="+mn-ea"/>
          <a:cs typeface="+mn-cs"/>
        </a:defRPr>
      </a:lvl8pPr>
      <a:lvl9pPr marL="3653691" algn="l" defTabSz="91342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1026"/>
          <p:cNvSpPr>
            <a:spLocks noGrp="1" noChangeArrowheads="1"/>
          </p:cNvSpPr>
          <p:nvPr>
            <p:ph type="body" idx="1"/>
          </p:nvPr>
        </p:nvSpPr>
        <p:spPr bwMode="auto">
          <a:xfrm>
            <a:off x="363538" y="1214438"/>
            <a:ext cx="8361362" cy="4862512"/>
          </a:xfrm>
          <a:prstGeom prst="rect">
            <a:avLst/>
          </a:prstGeom>
          <a:noFill/>
          <a:ln w="9525">
            <a:noFill/>
            <a:miter lim="800000"/>
            <a:headEnd/>
            <a:tailEnd/>
          </a:ln>
        </p:spPr>
        <p:txBody>
          <a:bodyPr vert="horz" wrap="square" lIns="91332" tIns="45666" rIns="91332" bIns="45666"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p:txBody>
      </p:sp>
      <p:sp>
        <p:nvSpPr>
          <p:cNvPr id="49156" name="Rectangle 1028"/>
          <p:cNvSpPr>
            <a:spLocks noGrp="1" noChangeArrowheads="1"/>
          </p:cNvSpPr>
          <p:nvPr>
            <p:ph type="sldNum" sz="quarter" idx="4"/>
          </p:nvPr>
        </p:nvSpPr>
        <p:spPr bwMode="auto">
          <a:xfrm>
            <a:off x="7988300" y="6524625"/>
            <a:ext cx="1143000" cy="304800"/>
          </a:xfrm>
          <a:prstGeom prst="rect">
            <a:avLst/>
          </a:prstGeom>
          <a:noFill/>
          <a:ln w="9525">
            <a:noFill/>
            <a:miter lim="800000"/>
            <a:headEnd/>
            <a:tailEnd/>
          </a:ln>
          <a:effectLst/>
        </p:spPr>
        <p:txBody>
          <a:bodyPr vert="horz" wrap="square" lIns="91332" tIns="45666" rIns="91332" bIns="45666" numCol="1" anchor="t" anchorCtr="0" compatLnSpc="1">
            <a:prstTxWarp prst="textNoShape">
              <a:avLst/>
            </a:prstTxWarp>
          </a:bodyPr>
          <a:lstStyle>
            <a:lvl1pPr algn="r" eaLnBrk="0" hangingPunct="0">
              <a:defRPr sz="1000" b="0">
                <a:solidFill>
                  <a:srgbClr val="969696"/>
                </a:solidFill>
                <a:latin typeface="Arial" charset="0"/>
                <a:cs typeface="+mn-cs"/>
              </a:defRPr>
            </a:lvl1pPr>
          </a:lstStyle>
          <a:p>
            <a:pPr>
              <a:defRPr/>
            </a:pPr>
            <a:fld id="{2367E5A2-A00D-4C2C-9FEC-C230F26BF693}" type="slidenum">
              <a:rPr lang="en-US"/>
              <a:pPr>
                <a:defRPr/>
              </a:pPr>
              <a:t>‹#›</a:t>
            </a:fld>
            <a:endParaRPr lang="en-US" dirty="0">
              <a:solidFill>
                <a:srgbClr val="808080"/>
              </a:solidFill>
            </a:endParaRPr>
          </a:p>
        </p:txBody>
      </p:sp>
      <p:sp>
        <p:nvSpPr>
          <p:cNvPr id="3076" name="Rectangle 1030"/>
          <p:cNvSpPr>
            <a:spLocks noGrp="1" noChangeArrowheads="1"/>
          </p:cNvSpPr>
          <p:nvPr>
            <p:ph type="title"/>
          </p:nvPr>
        </p:nvSpPr>
        <p:spPr bwMode="auto">
          <a:xfrm>
            <a:off x="1663700" y="76200"/>
            <a:ext cx="7086600" cy="1143000"/>
          </a:xfrm>
          <a:prstGeom prst="rect">
            <a:avLst/>
          </a:prstGeom>
          <a:noFill/>
          <a:ln w="9525">
            <a:noFill/>
            <a:miter lim="800000"/>
            <a:headEnd/>
            <a:tailEnd/>
          </a:ln>
        </p:spPr>
        <p:txBody>
          <a:bodyPr vert="horz" wrap="square" lIns="91332" tIns="45666" rIns="91332" bIns="45666" numCol="1" anchor="ctr" anchorCtr="0" compatLnSpc="1">
            <a:prstTxWarp prst="textNoShape">
              <a:avLst/>
            </a:prstTxWarp>
          </a:bodyPr>
          <a:lstStyle/>
          <a:p>
            <a:pPr lvl="0"/>
            <a:r>
              <a:rPr lang="en-US"/>
              <a:t>Click to edit Master title style</a:t>
            </a:r>
          </a:p>
        </p:txBody>
      </p:sp>
      <p:sp>
        <p:nvSpPr>
          <p:cNvPr id="49159" name="Line 1031"/>
          <p:cNvSpPr>
            <a:spLocks noChangeShapeType="1"/>
          </p:cNvSpPr>
          <p:nvPr/>
        </p:nvSpPr>
        <p:spPr bwMode="auto">
          <a:xfrm>
            <a:off x="381000" y="6451600"/>
            <a:ext cx="8382000" cy="0"/>
          </a:xfrm>
          <a:prstGeom prst="line">
            <a:avLst/>
          </a:prstGeom>
          <a:noFill/>
          <a:ln w="57150">
            <a:solidFill>
              <a:srgbClr val="0C2D83"/>
            </a:solidFill>
            <a:round/>
            <a:headEnd/>
            <a:tailEnd/>
          </a:ln>
          <a:effectLst/>
        </p:spPr>
        <p:txBody>
          <a:bodyPr wrap="none" lIns="91332" tIns="45666" rIns="91332" bIns="45666" anchor="ctr"/>
          <a:lstStyle/>
          <a:p>
            <a:pPr algn="ctr" eaLnBrk="0" hangingPunct="0">
              <a:defRPr/>
            </a:pPr>
            <a:endParaRPr lang="en-US" dirty="0">
              <a:solidFill>
                <a:srgbClr val="000000"/>
              </a:solidFill>
              <a:cs typeface="+mn-cs"/>
            </a:endParaRPr>
          </a:p>
        </p:txBody>
      </p:sp>
      <p:sp>
        <p:nvSpPr>
          <p:cNvPr id="49160" name="Line 1032"/>
          <p:cNvSpPr>
            <a:spLocks noChangeShapeType="1"/>
          </p:cNvSpPr>
          <p:nvPr/>
        </p:nvSpPr>
        <p:spPr bwMode="auto">
          <a:xfrm>
            <a:off x="381000" y="1231900"/>
            <a:ext cx="8382000" cy="0"/>
          </a:xfrm>
          <a:prstGeom prst="line">
            <a:avLst/>
          </a:prstGeom>
          <a:noFill/>
          <a:ln w="57150">
            <a:solidFill>
              <a:srgbClr val="0C2D83"/>
            </a:solidFill>
            <a:round/>
            <a:headEnd/>
            <a:tailEnd/>
          </a:ln>
          <a:effectLst/>
        </p:spPr>
        <p:txBody>
          <a:bodyPr wrap="none" lIns="91332" tIns="45666" rIns="91332" bIns="45666" anchor="ctr"/>
          <a:lstStyle/>
          <a:p>
            <a:pPr algn="ctr" eaLnBrk="0" hangingPunct="0">
              <a:defRPr/>
            </a:pPr>
            <a:endParaRPr lang="en-US" dirty="0">
              <a:solidFill>
                <a:srgbClr val="000000"/>
              </a:solidFill>
              <a:cs typeface="+mn-cs"/>
            </a:endParaRPr>
          </a:p>
        </p:txBody>
      </p:sp>
      <p:pic>
        <p:nvPicPr>
          <p:cNvPr id="3079" name="Picture 10" descr="YoAFF%20Vert%202%20clr.png"/>
          <p:cNvPicPr>
            <a:picLocks noChangeAspect="1"/>
          </p:cNvPicPr>
          <p:nvPr/>
        </p:nvPicPr>
        <p:blipFill>
          <a:blip r:embed="rId18" cstate="print"/>
          <a:srcRect/>
          <a:stretch>
            <a:fillRect/>
          </a:stretch>
        </p:blipFill>
        <p:spPr bwMode="auto">
          <a:xfrm>
            <a:off x="407988" y="382588"/>
            <a:ext cx="2900362" cy="760412"/>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507102" r:id="rId1"/>
    <p:sldLayoutId id="2147507103" r:id="rId2"/>
    <p:sldLayoutId id="2147507104" r:id="rId3"/>
    <p:sldLayoutId id="2147507105" r:id="rId4"/>
    <p:sldLayoutId id="2147507106" r:id="rId5"/>
    <p:sldLayoutId id="2147507107" r:id="rId6"/>
    <p:sldLayoutId id="2147507108" r:id="rId7"/>
    <p:sldLayoutId id="2147507109" r:id="rId8"/>
    <p:sldLayoutId id="2147507110" r:id="rId9"/>
    <p:sldLayoutId id="2147507111" r:id="rId10"/>
    <p:sldLayoutId id="2147507112" r:id="rId11"/>
    <p:sldLayoutId id="2147507113" r:id="rId12"/>
    <p:sldLayoutId id="2147507114" r:id="rId13"/>
    <p:sldLayoutId id="2147507115" r:id="rId14"/>
    <p:sldLayoutId id="2147507116" r:id="rId15"/>
    <p:sldLayoutId id="2147507117" r:id="rId16"/>
  </p:sldLayoutIdLst>
  <p:hf hdr="0"/>
  <p:txStyles>
    <p:titleStyle>
      <a:lvl1pPr algn="r" rtl="0" eaLnBrk="0" fontAlgn="base" hangingPunct="0">
        <a:lnSpc>
          <a:spcPct val="80000"/>
        </a:lnSpc>
        <a:spcBef>
          <a:spcPct val="0"/>
        </a:spcBef>
        <a:spcAft>
          <a:spcPct val="0"/>
        </a:spcAft>
        <a:defRPr sz="3400" b="1" i="1">
          <a:solidFill>
            <a:srgbClr val="151C77"/>
          </a:solidFill>
          <a:latin typeface="+mj-lt"/>
          <a:ea typeface="+mj-ea"/>
          <a:cs typeface="+mj-cs"/>
        </a:defRPr>
      </a:lvl1pPr>
      <a:lvl2pPr algn="r" rtl="0" eaLnBrk="0" fontAlgn="base" hangingPunct="0">
        <a:lnSpc>
          <a:spcPct val="80000"/>
        </a:lnSpc>
        <a:spcBef>
          <a:spcPct val="0"/>
        </a:spcBef>
        <a:spcAft>
          <a:spcPct val="0"/>
        </a:spcAft>
        <a:defRPr sz="3400" b="1" i="1">
          <a:solidFill>
            <a:srgbClr val="151C77"/>
          </a:solidFill>
          <a:latin typeface="Arial" pitchFamily="34" charset="0"/>
        </a:defRPr>
      </a:lvl2pPr>
      <a:lvl3pPr algn="r" rtl="0" eaLnBrk="0" fontAlgn="base" hangingPunct="0">
        <a:lnSpc>
          <a:spcPct val="80000"/>
        </a:lnSpc>
        <a:spcBef>
          <a:spcPct val="0"/>
        </a:spcBef>
        <a:spcAft>
          <a:spcPct val="0"/>
        </a:spcAft>
        <a:defRPr sz="3400" b="1" i="1">
          <a:solidFill>
            <a:srgbClr val="151C77"/>
          </a:solidFill>
          <a:latin typeface="Arial" pitchFamily="34" charset="0"/>
        </a:defRPr>
      </a:lvl3pPr>
      <a:lvl4pPr algn="r" rtl="0" eaLnBrk="0" fontAlgn="base" hangingPunct="0">
        <a:lnSpc>
          <a:spcPct val="80000"/>
        </a:lnSpc>
        <a:spcBef>
          <a:spcPct val="0"/>
        </a:spcBef>
        <a:spcAft>
          <a:spcPct val="0"/>
        </a:spcAft>
        <a:defRPr sz="3400" b="1" i="1">
          <a:solidFill>
            <a:srgbClr val="151C77"/>
          </a:solidFill>
          <a:latin typeface="Arial" pitchFamily="34" charset="0"/>
        </a:defRPr>
      </a:lvl4pPr>
      <a:lvl5pPr algn="r" rtl="0" eaLnBrk="0" fontAlgn="base" hangingPunct="0">
        <a:lnSpc>
          <a:spcPct val="80000"/>
        </a:lnSpc>
        <a:spcBef>
          <a:spcPct val="0"/>
        </a:spcBef>
        <a:spcAft>
          <a:spcPct val="0"/>
        </a:spcAft>
        <a:defRPr sz="3400" b="1" i="1">
          <a:solidFill>
            <a:srgbClr val="151C77"/>
          </a:solidFill>
          <a:latin typeface="Arial" pitchFamily="34" charset="0"/>
        </a:defRPr>
      </a:lvl5pPr>
      <a:lvl6pPr marL="456669" algn="r" rtl="0" eaLnBrk="0" fontAlgn="base" hangingPunct="0">
        <a:spcBef>
          <a:spcPct val="0"/>
        </a:spcBef>
        <a:spcAft>
          <a:spcPct val="0"/>
        </a:spcAft>
        <a:defRPr sz="2800" b="1" i="1">
          <a:solidFill>
            <a:srgbClr val="151C77"/>
          </a:solidFill>
          <a:latin typeface="Arial" pitchFamily="34" charset="0"/>
        </a:defRPr>
      </a:lvl6pPr>
      <a:lvl7pPr marL="913341" algn="r" rtl="0" eaLnBrk="0" fontAlgn="base" hangingPunct="0">
        <a:spcBef>
          <a:spcPct val="0"/>
        </a:spcBef>
        <a:spcAft>
          <a:spcPct val="0"/>
        </a:spcAft>
        <a:defRPr sz="2800" b="1" i="1">
          <a:solidFill>
            <a:srgbClr val="151C77"/>
          </a:solidFill>
          <a:latin typeface="Arial" pitchFamily="34" charset="0"/>
        </a:defRPr>
      </a:lvl7pPr>
      <a:lvl8pPr marL="1370008" algn="r" rtl="0" eaLnBrk="0" fontAlgn="base" hangingPunct="0">
        <a:spcBef>
          <a:spcPct val="0"/>
        </a:spcBef>
        <a:spcAft>
          <a:spcPct val="0"/>
        </a:spcAft>
        <a:defRPr sz="2800" b="1" i="1">
          <a:solidFill>
            <a:srgbClr val="151C77"/>
          </a:solidFill>
          <a:latin typeface="Arial" pitchFamily="34" charset="0"/>
        </a:defRPr>
      </a:lvl8pPr>
      <a:lvl9pPr marL="1826681" algn="r" rtl="0" eaLnBrk="0" fontAlgn="base" hangingPunct="0">
        <a:spcBef>
          <a:spcPct val="0"/>
        </a:spcBef>
        <a:spcAft>
          <a:spcPct val="0"/>
        </a:spcAft>
        <a:defRPr sz="2800" b="1" i="1">
          <a:solidFill>
            <a:srgbClr val="151C77"/>
          </a:solidFill>
          <a:latin typeface="Arial" pitchFamily="34" charset="0"/>
        </a:defRPr>
      </a:lvl9pPr>
    </p:titleStyle>
    <p:bodyStyle>
      <a:lvl1pPr marL="282575" indent="-282575" algn="l" rtl="0" eaLnBrk="0" fontAlgn="base" hangingPunct="0">
        <a:spcBef>
          <a:spcPts val="500"/>
        </a:spcBef>
        <a:spcAft>
          <a:spcPct val="0"/>
        </a:spcAft>
        <a:buClr>
          <a:srgbClr val="151C77"/>
        </a:buClr>
        <a:buSzPct val="80000"/>
        <a:buFont typeface="Wingdings" pitchFamily="2" charset="2"/>
        <a:buChar char="n"/>
        <a:defRPr sz="1900" b="1">
          <a:solidFill>
            <a:schemeClr val="tx1"/>
          </a:solidFill>
          <a:latin typeface="+mn-lt"/>
          <a:ea typeface="+mn-ea"/>
          <a:cs typeface="+mn-cs"/>
        </a:defRPr>
      </a:lvl1pPr>
      <a:lvl2pPr marL="685800" indent="-279400" algn="l" rtl="0" eaLnBrk="0" fontAlgn="base" hangingPunct="0">
        <a:spcBef>
          <a:spcPts val="25"/>
        </a:spcBef>
        <a:spcAft>
          <a:spcPct val="0"/>
        </a:spcAft>
        <a:buClr>
          <a:srgbClr val="151C77"/>
        </a:buClr>
        <a:buSzPct val="80000"/>
        <a:buFont typeface="Wingdings" pitchFamily="2" charset="2"/>
        <a:buChar char="n"/>
        <a:defRPr sz="1900" b="1">
          <a:solidFill>
            <a:schemeClr val="tx1"/>
          </a:solidFill>
          <a:latin typeface="+mn-lt"/>
        </a:defRPr>
      </a:lvl2pPr>
      <a:lvl3pPr marL="1023938" indent="-220663" algn="l" rtl="0" eaLnBrk="0" fontAlgn="base" hangingPunct="0">
        <a:spcBef>
          <a:spcPts val="25"/>
        </a:spcBef>
        <a:spcAft>
          <a:spcPct val="0"/>
        </a:spcAft>
        <a:buClr>
          <a:srgbClr val="151C77"/>
        </a:buClr>
        <a:buSzPct val="80000"/>
        <a:buFont typeface="Wingdings" pitchFamily="2" charset="2"/>
        <a:buChar char="n"/>
        <a:defRPr sz="1900" b="1">
          <a:solidFill>
            <a:schemeClr val="tx1"/>
          </a:solidFill>
          <a:latin typeface="+mn-lt"/>
        </a:defRPr>
      </a:lvl3pPr>
      <a:lvl4pPr marL="1595438" indent="-225425"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4pPr>
      <a:lvl5pPr marL="2052638" indent="-225425"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5pPr>
      <a:lvl6pPr marL="2511689" indent="-228336"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6pPr>
      <a:lvl7pPr marL="2968362" indent="-228336"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7pPr>
      <a:lvl8pPr marL="3425029" indent="-228336"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8pPr>
      <a:lvl9pPr marL="3881700" indent="-228336"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9pPr>
    </p:bodyStyle>
    <p:otherStyle>
      <a:defPPr>
        <a:defRPr lang="en-US"/>
      </a:defPPr>
      <a:lvl1pPr marL="0" algn="l" defTabSz="913341" rtl="0" eaLnBrk="1" latinLnBrk="0" hangingPunct="1">
        <a:defRPr sz="1800" kern="1200">
          <a:solidFill>
            <a:schemeClr val="tx1"/>
          </a:solidFill>
          <a:latin typeface="+mn-lt"/>
          <a:ea typeface="+mn-ea"/>
          <a:cs typeface="+mn-cs"/>
        </a:defRPr>
      </a:lvl1pPr>
      <a:lvl2pPr marL="456669" algn="l" defTabSz="913341" rtl="0" eaLnBrk="1" latinLnBrk="0" hangingPunct="1">
        <a:defRPr sz="1800" kern="1200">
          <a:solidFill>
            <a:schemeClr val="tx1"/>
          </a:solidFill>
          <a:latin typeface="+mn-lt"/>
          <a:ea typeface="+mn-ea"/>
          <a:cs typeface="+mn-cs"/>
        </a:defRPr>
      </a:lvl2pPr>
      <a:lvl3pPr marL="913341" algn="l" defTabSz="913341" rtl="0" eaLnBrk="1" latinLnBrk="0" hangingPunct="1">
        <a:defRPr sz="1800" kern="1200">
          <a:solidFill>
            <a:schemeClr val="tx1"/>
          </a:solidFill>
          <a:latin typeface="+mn-lt"/>
          <a:ea typeface="+mn-ea"/>
          <a:cs typeface="+mn-cs"/>
        </a:defRPr>
      </a:lvl3pPr>
      <a:lvl4pPr marL="1370008" algn="l" defTabSz="913341" rtl="0" eaLnBrk="1" latinLnBrk="0" hangingPunct="1">
        <a:defRPr sz="1800" kern="1200">
          <a:solidFill>
            <a:schemeClr val="tx1"/>
          </a:solidFill>
          <a:latin typeface="+mn-lt"/>
          <a:ea typeface="+mn-ea"/>
          <a:cs typeface="+mn-cs"/>
        </a:defRPr>
      </a:lvl4pPr>
      <a:lvl5pPr marL="1826681" algn="l" defTabSz="913341" rtl="0" eaLnBrk="1" latinLnBrk="0" hangingPunct="1">
        <a:defRPr sz="1800" kern="1200">
          <a:solidFill>
            <a:schemeClr val="tx1"/>
          </a:solidFill>
          <a:latin typeface="+mn-lt"/>
          <a:ea typeface="+mn-ea"/>
          <a:cs typeface="+mn-cs"/>
        </a:defRPr>
      </a:lvl5pPr>
      <a:lvl6pPr marL="2283353" algn="l" defTabSz="913341" rtl="0" eaLnBrk="1" latinLnBrk="0" hangingPunct="1">
        <a:defRPr sz="1800" kern="1200">
          <a:solidFill>
            <a:schemeClr val="tx1"/>
          </a:solidFill>
          <a:latin typeface="+mn-lt"/>
          <a:ea typeface="+mn-ea"/>
          <a:cs typeface="+mn-cs"/>
        </a:defRPr>
      </a:lvl6pPr>
      <a:lvl7pPr marL="2740024" algn="l" defTabSz="913341" rtl="0" eaLnBrk="1" latinLnBrk="0" hangingPunct="1">
        <a:defRPr sz="1800" kern="1200">
          <a:solidFill>
            <a:schemeClr val="tx1"/>
          </a:solidFill>
          <a:latin typeface="+mn-lt"/>
          <a:ea typeface="+mn-ea"/>
          <a:cs typeface="+mn-cs"/>
        </a:defRPr>
      </a:lvl7pPr>
      <a:lvl8pPr marL="3196695" algn="l" defTabSz="913341" rtl="0" eaLnBrk="1" latinLnBrk="0" hangingPunct="1">
        <a:defRPr sz="1800" kern="1200">
          <a:solidFill>
            <a:schemeClr val="tx1"/>
          </a:solidFill>
          <a:latin typeface="+mn-lt"/>
          <a:ea typeface="+mn-ea"/>
          <a:cs typeface="+mn-cs"/>
        </a:defRPr>
      </a:lvl8pPr>
      <a:lvl9pPr marL="3653366" algn="l" defTabSz="913341"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122" name="Picture 19"/>
          <p:cNvPicPr>
            <a:picLocks noChangeAspect="1" noChangeArrowheads="1"/>
          </p:cNvPicPr>
          <p:nvPr/>
        </p:nvPicPr>
        <p:blipFill>
          <a:blip r:embed="rId17" cstate="print"/>
          <a:srcRect l="85938" t="22917" r="4688" b="64583"/>
          <a:stretch>
            <a:fillRect/>
          </a:stretch>
        </p:blipFill>
        <p:spPr bwMode="auto">
          <a:xfrm>
            <a:off x="8077200" y="76200"/>
            <a:ext cx="914400" cy="914400"/>
          </a:xfrm>
          <a:prstGeom prst="rect">
            <a:avLst/>
          </a:prstGeom>
          <a:noFill/>
          <a:ln w="9525">
            <a:noFill/>
            <a:miter lim="800000"/>
            <a:headEnd/>
            <a:tailEnd/>
          </a:ln>
        </p:spPr>
      </p:pic>
      <p:sp>
        <p:nvSpPr>
          <p:cNvPr id="5123" name="Rectangle 2"/>
          <p:cNvSpPr>
            <a:spLocks noGrp="1" noChangeArrowheads="1"/>
          </p:cNvSpPr>
          <p:nvPr>
            <p:ph type="title"/>
          </p:nvPr>
        </p:nvSpPr>
        <p:spPr bwMode="auto">
          <a:xfrm>
            <a:off x="685800" y="-114300"/>
            <a:ext cx="7772400" cy="1143000"/>
          </a:xfrm>
          <a:prstGeom prst="rect">
            <a:avLst/>
          </a:prstGeom>
          <a:noFill/>
          <a:ln w="9525">
            <a:noFill/>
            <a:miter lim="800000"/>
            <a:headEnd/>
            <a:tailEnd/>
          </a:ln>
        </p:spPr>
        <p:txBody>
          <a:bodyPr vert="horz" wrap="square" lIns="91308" tIns="45654" rIns="91308" bIns="45654" numCol="1" anchor="ctr" anchorCtr="0" compatLnSpc="1">
            <a:prstTxWarp prst="textNoShape">
              <a:avLst/>
            </a:prstTxWarp>
          </a:bodyPr>
          <a:lstStyle/>
          <a:p>
            <a:pPr lvl="0"/>
            <a:r>
              <a:rPr lang="en-US"/>
              <a:t>test</a:t>
            </a:r>
          </a:p>
        </p:txBody>
      </p:sp>
      <p:sp>
        <p:nvSpPr>
          <p:cNvPr id="5124" name="Rectangle 3"/>
          <p:cNvSpPr>
            <a:spLocks noGrp="1" noChangeArrowheads="1"/>
          </p:cNvSpPr>
          <p:nvPr>
            <p:ph type="body" idx="1"/>
          </p:nvPr>
        </p:nvSpPr>
        <p:spPr bwMode="auto">
          <a:xfrm>
            <a:off x="388938" y="1550988"/>
            <a:ext cx="7772400" cy="4114800"/>
          </a:xfrm>
          <a:prstGeom prst="rect">
            <a:avLst/>
          </a:prstGeom>
          <a:noFill/>
          <a:ln w="9525">
            <a:noFill/>
            <a:miter lim="800000"/>
            <a:headEnd/>
            <a:tailEnd/>
          </a:ln>
        </p:spPr>
        <p:txBody>
          <a:bodyPr vert="horz" wrap="square" lIns="91308" tIns="45654" rIns="91308" bIns="45654"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p:txBody>
      </p:sp>
      <p:sp>
        <p:nvSpPr>
          <p:cNvPr id="1028" name="Rectangle 4"/>
          <p:cNvSpPr>
            <a:spLocks noGrp="1" noChangeArrowheads="1"/>
          </p:cNvSpPr>
          <p:nvPr>
            <p:ph type="dt" sz="half" idx="2"/>
          </p:nvPr>
        </p:nvSpPr>
        <p:spPr bwMode="auto">
          <a:xfrm>
            <a:off x="685800" y="6273800"/>
            <a:ext cx="1905000" cy="457200"/>
          </a:xfrm>
          <a:prstGeom prst="rect">
            <a:avLst/>
          </a:prstGeom>
          <a:noFill/>
          <a:ln w="9525">
            <a:noFill/>
            <a:miter lim="800000"/>
            <a:headEnd/>
            <a:tailEnd/>
          </a:ln>
          <a:effectLst/>
        </p:spPr>
        <p:txBody>
          <a:bodyPr vert="horz" wrap="square" lIns="91308" tIns="45654" rIns="91308" bIns="45654" numCol="1" anchor="t" anchorCtr="0" compatLnSpc="1">
            <a:prstTxWarp prst="textNoShape">
              <a:avLst/>
            </a:prstTxWarp>
          </a:bodyPr>
          <a:lstStyle>
            <a:lvl1pPr eaLnBrk="0" hangingPunct="0">
              <a:defRPr sz="1500">
                <a:solidFill>
                  <a:srgbClr val="000000"/>
                </a:solidFill>
                <a:latin typeface="Times New Roman" pitchFamily="18" charset="0"/>
                <a:cs typeface="+mn-cs"/>
              </a:defRPr>
            </a:lvl1pPr>
          </a:lstStyle>
          <a:p>
            <a:pPr>
              <a:defRPr/>
            </a:pPr>
            <a:endParaRPr lang="en-US" dirty="0"/>
          </a:p>
        </p:txBody>
      </p:sp>
      <p:sp>
        <p:nvSpPr>
          <p:cNvPr id="1029" name="Rectangle 5"/>
          <p:cNvSpPr>
            <a:spLocks noGrp="1" noChangeArrowheads="1"/>
          </p:cNvSpPr>
          <p:nvPr>
            <p:ph type="ftr" sz="quarter" idx="3"/>
          </p:nvPr>
        </p:nvSpPr>
        <p:spPr bwMode="auto">
          <a:xfrm>
            <a:off x="3124200" y="6273800"/>
            <a:ext cx="2895600" cy="457200"/>
          </a:xfrm>
          <a:prstGeom prst="rect">
            <a:avLst/>
          </a:prstGeom>
          <a:noFill/>
          <a:ln w="9525">
            <a:noFill/>
            <a:miter lim="800000"/>
            <a:headEnd/>
            <a:tailEnd/>
          </a:ln>
          <a:effectLst/>
        </p:spPr>
        <p:txBody>
          <a:bodyPr vert="horz" wrap="square" lIns="91308" tIns="45654" rIns="91308" bIns="45654" numCol="1" anchor="t" anchorCtr="0" compatLnSpc="1">
            <a:prstTxWarp prst="textNoShape">
              <a:avLst/>
            </a:prstTxWarp>
          </a:bodyPr>
          <a:lstStyle>
            <a:lvl1pPr algn="ctr" eaLnBrk="0" hangingPunct="0">
              <a:defRPr sz="1500">
                <a:solidFill>
                  <a:srgbClr val="000000"/>
                </a:solidFill>
                <a:latin typeface="Times New Roman" pitchFamily="18" charset="0"/>
                <a:cs typeface="+mn-cs"/>
              </a:defRPr>
            </a:lvl1pPr>
          </a:lstStyle>
          <a:p>
            <a:pPr>
              <a:defRPr/>
            </a:pPr>
            <a:r>
              <a:rPr lang="en-US" dirty="0"/>
              <a:t>CUI</a:t>
            </a:r>
          </a:p>
        </p:txBody>
      </p:sp>
      <p:sp>
        <p:nvSpPr>
          <p:cNvPr id="1030" name="Rectangle 6"/>
          <p:cNvSpPr>
            <a:spLocks noGrp="1" noChangeArrowheads="1"/>
          </p:cNvSpPr>
          <p:nvPr>
            <p:ph type="sldNum" sz="quarter" idx="4"/>
          </p:nvPr>
        </p:nvSpPr>
        <p:spPr bwMode="auto">
          <a:xfrm>
            <a:off x="7189788" y="6391275"/>
            <a:ext cx="1905000" cy="457200"/>
          </a:xfrm>
          <a:prstGeom prst="rect">
            <a:avLst/>
          </a:prstGeom>
          <a:noFill/>
          <a:ln w="9525">
            <a:noFill/>
            <a:miter lim="800000"/>
            <a:headEnd/>
            <a:tailEnd/>
          </a:ln>
          <a:effectLst/>
        </p:spPr>
        <p:txBody>
          <a:bodyPr vert="horz" wrap="square" lIns="91308" tIns="45654" rIns="91308" bIns="45654" numCol="1" anchor="t" anchorCtr="0" compatLnSpc="1">
            <a:prstTxWarp prst="textNoShape">
              <a:avLst/>
            </a:prstTxWarp>
          </a:bodyPr>
          <a:lstStyle>
            <a:lvl1pPr algn="r" eaLnBrk="0" hangingPunct="0">
              <a:defRPr sz="1500">
                <a:solidFill>
                  <a:srgbClr val="000000"/>
                </a:solidFill>
                <a:latin typeface="Times New Roman" pitchFamily="18" charset="0"/>
                <a:cs typeface="+mn-cs"/>
              </a:defRPr>
            </a:lvl1pPr>
          </a:lstStyle>
          <a:p>
            <a:pPr>
              <a:defRPr/>
            </a:pPr>
            <a:fld id="{DA9BA815-37C7-4A61-B51F-CDD3A6AB7291}" type="slidenum">
              <a:rPr lang="en-US"/>
              <a:pPr>
                <a:defRPr/>
              </a:pPr>
              <a:t>‹#›</a:t>
            </a:fld>
            <a:endParaRPr lang="en-US" dirty="0"/>
          </a:p>
        </p:txBody>
      </p:sp>
      <p:sp>
        <p:nvSpPr>
          <p:cNvPr id="1031" name="Rectangle 7"/>
          <p:cNvSpPr>
            <a:spLocks noChangeArrowheads="1"/>
          </p:cNvSpPr>
          <p:nvPr/>
        </p:nvSpPr>
        <p:spPr bwMode="auto">
          <a:xfrm>
            <a:off x="9043988" y="976313"/>
            <a:ext cx="100012" cy="119062"/>
          </a:xfrm>
          <a:prstGeom prst="rect">
            <a:avLst/>
          </a:prstGeom>
          <a:solidFill>
            <a:srgbClr val="DDDDDD"/>
          </a:solidFill>
          <a:ln w="9525">
            <a:noFill/>
            <a:miter lim="800000"/>
            <a:headEnd/>
            <a:tailEnd/>
          </a:ln>
          <a:effectLst/>
        </p:spPr>
        <p:txBody>
          <a:bodyPr wrap="none" lIns="83239" tIns="41621" rIns="83239" bIns="41621" anchor="ctr"/>
          <a:lstStyle/>
          <a:p>
            <a:pPr eaLnBrk="0" hangingPunct="0">
              <a:defRPr/>
            </a:pPr>
            <a:endParaRPr lang="en-US" sz="1800" dirty="0">
              <a:solidFill>
                <a:srgbClr val="000000"/>
              </a:solidFill>
              <a:cs typeface="+mn-cs"/>
            </a:endParaRPr>
          </a:p>
        </p:txBody>
      </p:sp>
      <p:sp>
        <p:nvSpPr>
          <p:cNvPr id="1033" name="Rectangle 9"/>
          <p:cNvSpPr>
            <a:spLocks noChangeArrowheads="1"/>
          </p:cNvSpPr>
          <p:nvPr/>
        </p:nvSpPr>
        <p:spPr bwMode="auto">
          <a:xfrm flipV="1">
            <a:off x="0" y="990600"/>
            <a:ext cx="5099050" cy="74613"/>
          </a:xfrm>
          <a:prstGeom prst="rect">
            <a:avLst/>
          </a:prstGeom>
          <a:gradFill rotWithShape="0">
            <a:gsLst>
              <a:gs pos="0">
                <a:srgbClr val="000099"/>
              </a:gs>
              <a:gs pos="100000">
                <a:schemeClr val="accent2"/>
              </a:gs>
            </a:gsLst>
            <a:lin ang="0" scaled="1"/>
          </a:gradFill>
          <a:ln w="9525">
            <a:noFill/>
            <a:miter lim="800000"/>
            <a:headEnd/>
            <a:tailEnd/>
          </a:ln>
          <a:effectLst/>
        </p:spPr>
        <p:txBody>
          <a:bodyPr wrap="none" lIns="83239" tIns="41621" rIns="83239" bIns="41621" anchor="ctr"/>
          <a:lstStyle/>
          <a:p>
            <a:pPr eaLnBrk="0" hangingPunct="0">
              <a:defRPr/>
            </a:pPr>
            <a:endParaRPr lang="en-US" sz="1800" dirty="0">
              <a:solidFill>
                <a:srgbClr val="000000"/>
              </a:solidFill>
              <a:cs typeface="+mn-cs"/>
            </a:endParaRPr>
          </a:p>
        </p:txBody>
      </p:sp>
      <p:pic>
        <p:nvPicPr>
          <p:cNvPr id="5130" name="Picture 33" descr="chrmblue_std small"/>
          <p:cNvPicPr>
            <a:picLocks noChangeAspect="1" noChangeArrowheads="1"/>
          </p:cNvPicPr>
          <p:nvPr/>
        </p:nvPicPr>
        <p:blipFill>
          <a:blip r:embed="rId18" cstate="print"/>
          <a:srcRect/>
          <a:stretch>
            <a:fillRect/>
          </a:stretch>
        </p:blipFill>
        <p:spPr bwMode="auto">
          <a:xfrm>
            <a:off x="196850" y="128588"/>
            <a:ext cx="803275" cy="741362"/>
          </a:xfrm>
          <a:prstGeom prst="rect">
            <a:avLst/>
          </a:prstGeom>
          <a:noFill/>
          <a:ln w="9525">
            <a:noFill/>
            <a:miter lim="800000"/>
            <a:headEnd/>
            <a:tailEnd/>
          </a:ln>
        </p:spPr>
      </p:pic>
      <p:sp>
        <p:nvSpPr>
          <p:cNvPr id="1059" name="Text Box 35"/>
          <p:cNvSpPr txBox="1">
            <a:spLocks noChangeArrowheads="1"/>
          </p:cNvSpPr>
          <p:nvPr/>
        </p:nvSpPr>
        <p:spPr bwMode="auto">
          <a:xfrm>
            <a:off x="5048250" y="901700"/>
            <a:ext cx="4195763" cy="285750"/>
          </a:xfrm>
          <a:prstGeom prst="rect">
            <a:avLst/>
          </a:prstGeom>
          <a:noFill/>
          <a:ln w="9525">
            <a:noFill/>
            <a:miter lim="800000"/>
            <a:headEnd/>
            <a:tailEnd/>
          </a:ln>
          <a:effectLst/>
        </p:spPr>
        <p:txBody>
          <a:bodyPr wrap="none" lIns="83239" tIns="41621" rIns="83239" bIns="41621">
            <a:spAutoFit/>
          </a:bodyPr>
          <a:lstStyle/>
          <a:p>
            <a:pPr eaLnBrk="0" hangingPunct="0">
              <a:defRPr/>
            </a:pPr>
            <a:r>
              <a:rPr lang="en-US" sz="1300" b="1" i="1" dirty="0">
                <a:solidFill>
                  <a:srgbClr val="000066"/>
                </a:solidFill>
                <a:cs typeface="+mn-cs"/>
              </a:rPr>
              <a:t>Develop America's Airmen Today ... for Tomorrow</a:t>
            </a:r>
          </a:p>
        </p:txBody>
      </p:sp>
      <p:sp>
        <p:nvSpPr>
          <p:cNvPr id="15" name="Rectangle 9"/>
          <p:cNvSpPr>
            <a:spLocks noChangeArrowheads="1"/>
          </p:cNvSpPr>
          <p:nvPr/>
        </p:nvSpPr>
        <p:spPr bwMode="auto">
          <a:xfrm flipV="1">
            <a:off x="0" y="6542088"/>
            <a:ext cx="3548063" cy="74612"/>
          </a:xfrm>
          <a:prstGeom prst="rect">
            <a:avLst/>
          </a:prstGeom>
          <a:gradFill rotWithShape="0">
            <a:gsLst>
              <a:gs pos="0">
                <a:srgbClr val="000099"/>
              </a:gs>
              <a:gs pos="100000">
                <a:schemeClr val="accent2"/>
              </a:gs>
            </a:gsLst>
            <a:lin ang="0" scaled="1"/>
          </a:gradFill>
          <a:ln w="9525">
            <a:noFill/>
            <a:miter lim="800000"/>
            <a:headEnd/>
            <a:tailEnd/>
          </a:ln>
          <a:effectLst/>
        </p:spPr>
        <p:txBody>
          <a:bodyPr wrap="none" lIns="83239" tIns="41621" rIns="83239" bIns="41621" anchor="ctr"/>
          <a:lstStyle/>
          <a:p>
            <a:pPr eaLnBrk="0" hangingPunct="0">
              <a:defRPr/>
            </a:pPr>
            <a:endParaRPr lang="en-US" sz="1800" dirty="0">
              <a:solidFill>
                <a:srgbClr val="000000"/>
              </a:solidFill>
              <a:cs typeface="+mn-cs"/>
            </a:endParaRPr>
          </a:p>
        </p:txBody>
      </p:sp>
      <p:sp>
        <p:nvSpPr>
          <p:cNvPr id="17" name="Text Box 35"/>
          <p:cNvSpPr txBox="1">
            <a:spLocks noChangeArrowheads="1"/>
          </p:cNvSpPr>
          <p:nvPr/>
        </p:nvSpPr>
        <p:spPr bwMode="auto">
          <a:xfrm>
            <a:off x="3492500" y="6405563"/>
            <a:ext cx="2159000" cy="334962"/>
          </a:xfrm>
          <a:prstGeom prst="rect">
            <a:avLst/>
          </a:prstGeom>
          <a:noFill/>
          <a:ln w="9525">
            <a:noFill/>
            <a:miter lim="800000"/>
            <a:headEnd/>
            <a:tailEnd/>
          </a:ln>
          <a:effectLst/>
        </p:spPr>
        <p:txBody>
          <a:bodyPr wrap="none" lIns="83239" tIns="41621" rIns="83239" bIns="41621">
            <a:spAutoFit/>
          </a:bodyPr>
          <a:lstStyle/>
          <a:p>
            <a:pPr eaLnBrk="0" hangingPunct="0">
              <a:defRPr/>
            </a:pPr>
            <a:r>
              <a:rPr lang="en-US" sz="1600" b="1" i="1" dirty="0">
                <a:solidFill>
                  <a:srgbClr val="000066"/>
                </a:solidFill>
                <a:cs typeface="+mn-cs"/>
              </a:rPr>
              <a:t>The First Command</a:t>
            </a:r>
          </a:p>
        </p:txBody>
      </p:sp>
      <p:pic>
        <p:nvPicPr>
          <p:cNvPr id="5134" name="Picture 4"/>
          <p:cNvPicPr>
            <a:picLocks noChangeAspect="1" noChangeArrowheads="1"/>
          </p:cNvPicPr>
          <p:nvPr/>
        </p:nvPicPr>
        <p:blipFill>
          <a:blip r:embed="rId19" cstate="print"/>
          <a:srcRect t="9106" b="9254"/>
          <a:stretch>
            <a:fillRect/>
          </a:stretch>
        </p:blipFill>
        <p:spPr bwMode="auto">
          <a:xfrm>
            <a:off x="2017713" y="1560513"/>
            <a:ext cx="5473700" cy="4381500"/>
          </a:xfrm>
          <a:prstGeom prst="rect">
            <a:avLst/>
          </a:prstGeom>
          <a:noFill/>
          <a:ln w="9525">
            <a:noFill/>
            <a:miter lim="800000"/>
            <a:headEnd/>
            <a:tailEnd/>
          </a:ln>
        </p:spPr>
      </p:pic>
      <p:sp>
        <p:nvSpPr>
          <p:cNvPr id="19" name="Text Box 35"/>
          <p:cNvSpPr txBox="1">
            <a:spLocks noChangeArrowheads="1"/>
          </p:cNvSpPr>
          <p:nvPr/>
        </p:nvSpPr>
        <p:spPr bwMode="auto">
          <a:xfrm>
            <a:off x="5045075" y="906463"/>
            <a:ext cx="4195763" cy="285750"/>
          </a:xfrm>
          <a:prstGeom prst="rect">
            <a:avLst/>
          </a:prstGeom>
          <a:noFill/>
          <a:ln w="9525">
            <a:noFill/>
            <a:miter lim="800000"/>
            <a:headEnd/>
            <a:tailEnd/>
          </a:ln>
          <a:effectLst/>
        </p:spPr>
        <p:txBody>
          <a:bodyPr wrap="none" lIns="83239" tIns="41621" rIns="83239" bIns="41621">
            <a:spAutoFit/>
          </a:bodyPr>
          <a:lstStyle/>
          <a:p>
            <a:pPr eaLnBrk="0" hangingPunct="0">
              <a:defRPr/>
            </a:pPr>
            <a:r>
              <a:rPr lang="en-US" sz="1300" b="1" i="1" dirty="0">
                <a:solidFill>
                  <a:srgbClr val="000066"/>
                </a:solidFill>
                <a:cs typeface="+mn-cs"/>
              </a:rPr>
              <a:t>Develop America's Airmen Today ... for Tomorrow</a:t>
            </a:r>
          </a:p>
        </p:txBody>
      </p:sp>
      <p:sp>
        <p:nvSpPr>
          <p:cNvPr id="20" name="Text Box 35"/>
          <p:cNvSpPr txBox="1">
            <a:spLocks noChangeArrowheads="1"/>
          </p:cNvSpPr>
          <p:nvPr/>
        </p:nvSpPr>
        <p:spPr bwMode="auto">
          <a:xfrm>
            <a:off x="5045075" y="896938"/>
            <a:ext cx="4195763" cy="285750"/>
          </a:xfrm>
          <a:prstGeom prst="rect">
            <a:avLst/>
          </a:prstGeom>
          <a:noFill/>
          <a:ln w="9525">
            <a:noFill/>
            <a:miter lim="800000"/>
            <a:headEnd/>
            <a:tailEnd/>
          </a:ln>
          <a:effectLst/>
        </p:spPr>
        <p:txBody>
          <a:bodyPr wrap="none" lIns="83239" tIns="41621" rIns="83239" bIns="41621">
            <a:spAutoFit/>
          </a:bodyPr>
          <a:lstStyle/>
          <a:p>
            <a:pPr eaLnBrk="0" hangingPunct="0">
              <a:defRPr/>
            </a:pPr>
            <a:r>
              <a:rPr lang="en-US" sz="1300" b="1" i="1" dirty="0">
                <a:solidFill>
                  <a:srgbClr val="000066"/>
                </a:solidFill>
                <a:cs typeface="+mn-cs"/>
              </a:rPr>
              <a:t>Develop America's Airmen Today ... for Tomorrow</a:t>
            </a:r>
          </a:p>
        </p:txBody>
      </p:sp>
      <p:sp>
        <p:nvSpPr>
          <p:cNvPr id="22" name="Rectangle 10"/>
          <p:cNvSpPr>
            <a:spLocks noChangeArrowheads="1"/>
          </p:cNvSpPr>
          <p:nvPr/>
        </p:nvSpPr>
        <p:spPr bwMode="auto">
          <a:xfrm flipV="1">
            <a:off x="5584825" y="6540500"/>
            <a:ext cx="3559175" cy="76200"/>
          </a:xfrm>
          <a:prstGeom prst="rect">
            <a:avLst/>
          </a:prstGeom>
          <a:gradFill rotWithShape="0">
            <a:gsLst>
              <a:gs pos="0">
                <a:schemeClr val="accent2"/>
              </a:gs>
              <a:gs pos="100000">
                <a:srgbClr val="DDDDDD"/>
              </a:gs>
            </a:gsLst>
            <a:lin ang="0" scaled="1"/>
          </a:gradFill>
          <a:ln w="9525">
            <a:noFill/>
            <a:miter lim="800000"/>
            <a:headEnd/>
            <a:tailEnd/>
          </a:ln>
          <a:effectLst/>
        </p:spPr>
        <p:txBody>
          <a:bodyPr rot="10800000" wrap="none" lIns="83239" tIns="41621" rIns="83239" bIns="41621" anchor="ctr"/>
          <a:lstStyle/>
          <a:p>
            <a:pPr algn="ctr" eaLnBrk="0" hangingPunct="0">
              <a:defRPr/>
            </a:pPr>
            <a:endParaRPr lang="en-US" sz="1800" dirty="0">
              <a:solidFill>
                <a:srgbClr val="000000"/>
              </a:solidFill>
              <a:cs typeface="+mn-cs"/>
            </a:endParaRPr>
          </a:p>
        </p:txBody>
      </p:sp>
    </p:spTree>
  </p:cSld>
  <p:clrMap bg1="lt1" tx1="dk1" bg2="lt2" tx2="dk2" accent1="accent1" accent2="accent2" accent3="accent3" accent4="accent4" accent5="accent5" accent6="accent6" hlink="hlink" folHlink="folHlink"/>
  <p:sldLayoutIdLst>
    <p:sldLayoutId id="2147507133" r:id="rId1"/>
    <p:sldLayoutId id="2147507134" r:id="rId2"/>
    <p:sldLayoutId id="2147507135" r:id="rId3"/>
    <p:sldLayoutId id="2147507136" r:id="rId4"/>
    <p:sldLayoutId id="2147507137" r:id="rId5"/>
    <p:sldLayoutId id="2147507138" r:id="rId6"/>
    <p:sldLayoutId id="2147507139" r:id="rId7"/>
    <p:sldLayoutId id="2147507140" r:id="rId8"/>
    <p:sldLayoutId id="2147507141" r:id="rId9"/>
    <p:sldLayoutId id="2147507142" r:id="rId10"/>
    <p:sldLayoutId id="2147507143" r:id="rId11"/>
    <p:sldLayoutId id="2147507144" r:id="rId12"/>
    <p:sldLayoutId id="2147507145" r:id="rId13"/>
    <p:sldLayoutId id="2147507146" r:id="rId14"/>
    <p:sldLayoutId id="2147507147" r:id="rId15"/>
  </p:sldLayoutIdLst>
  <p:transition/>
  <p:hf hdr="0"/>
  <p:txStyles>
    <p:titleStyle>
      <a:lvl1pPr algn="ctr" rtl="0" eaLnBrk="0" fontAlgn="base" hangingPunct="0">
        <a:spcBef>
          <a:spcPct val="0"/>
        </a:spcBef>
        <a:spcAft>
          <a:spcPct val="0"/>
        </a:spcAft>
        <a:defRPr sz="3600" b="1">
          <a:solidFill>
            <a:schemeClr val="folHlink"/>
          </a:solidFill>
          <a:latin typeface="+mj-lt"/>
          <a:ea typeface="+mj-ea"/>
          <a:cs typeface="+mj-cs"/>
        </a:defRPr>
      </a:lvl1pPr>
      <a:lvl2pPr algn="ctr" rtl="0" eaLnBrk="0" fontAlgn="base" hangingPunct="0">
        <a:spcBef>
          <a:spcPct val="0"/>
        </a:spcBef>
        <a:spcAft>
          <a:spcPct val="0"/>
        </a:spcAft>
        <a:defRPr sz="3600" b="1">
          <a:solidFill>
            <a:schemeClr val="folHlink"/>
          </a:solidFill>
          <a:latin typeface="Arial" charset="0"/>
        </a:defRPr>
      </a:lvl2pPr>
      <a:lvl3pPr algn="ctr" rtl="0" eaLnBrk="0" fontAlgn="base" hangingPunct="0">
        <a:spcBef>
          <a:spcPct val="0"/>
        </a:spcBef>
        <a:spcAft>
          <a:spcPct val="0"/>
        </a:spcAft>
        <a:defRPr sz="3600" b="1">
          <a:solidFill>
            <a:schemeClr val="folHlink"/>
          </a:solidFill>
          <a:latin typeface="Arial" charset="0"/>
        </a:defRPr>
      </a:lvl3pPr>
      <a:lvl4pPr algn="ctr" rtl="0" eaLnBrk="0" fontAlgn="base" hangingPunct="0">
        <a:spcBef>
          <a:spcPct val="0"/>
        </a:spcBef>
        <a:spcAft>
          <a:spcPct val="0"/>
        </a:spcAft>
        <a:defRPr sz="3600" b="1">
          <a:solidFill>
            <a:schemeClr val="folHlink"/>
          </a:solidFill>
          <a:latin typeface="Arial" charset="0"/>
        </a:defRPr>
      </a:lvl4pPr>
      <a:lvl5pPr algn="ctr" rtl="0" eaLnBrk="0" fontAlgn="base" hangingPunct="0">
        <a:spcBef>
          <a:spcPct val="0"/>
        </a:spcBef>
        <a:spcAft>
          <a:spcPct val="0"/>
        </a:spcAft>
        <a:defRPr sz="3600" b="1">
          <a:solidFill>
            <a:schemeClr val="folHlink"/>
          </a:solidFill>
          <a:latin typeface="Arial" charset="0"/>
        </a:defRPr>
      </a:lvl5pPr>
      <a:lvl6pPr marL="416203" algn="ctr" defTabSz="913336" rtl="0" eaLnBrk="0" fontAlgn="base" hangingPunct="0">
        <a:spcBef>
          <a:spcPct val="0"/>
        </a:spcBef>
        <a:spcAft>
          <a:spcPct val="0"/>
        </a:spcAft>
        <a:defRPr sz="3600" b="1">
          <a:solidFill>
            <a:schemeClr val="folHlink"/>
          </a:solidFill>
          <a:latin typeface="Arial" charset="0"/>
        </a:defRPr>
      </a:lvl6pPr>
      <a:lvl7pPr marL="832407" algn="ctr" defTabSz="913336" rtl="0" eaLnBrk="0" fontAlgn="base" hangingPunct="0">
        <a:spcBef>
          <a:spcPct val="0"/>
        </a:spcBef>
        <a:spcAft>
          <a:spcPct val="0"/>
        </a:spcAft>
        <a:defRPr sz="3600" b="1">
          <a:solidFill>
            <a:schemeClr val="folHlink"/>
          </a:solidFill>
          <a:latin typeface="Arial" charset="0"/>
        </a:defRPr>
      </a:lvl7pPr>
      <a:lvl8pPr marL="1248611" algn="ctr" defTabSz="913336" rtl="0" eaLnBrk="0" fontAlgn="base" hangingPunct="0">
        <a:spcBef>
          <a:spcPct val="0"/>
        </a:spcBef>
        <a:spcAft>
          <a:spcPct val="0"/>
        </a:spcAft>
        <a:defRPr sz="3600" b="1">
          <a:solidFill>
            <a:schemeClr val="folHlink"/>
          </a:solidFill>
          <a:latin typeface="Arial" charset="0"/>
        </a:defRPr>
      </a:lvl8pPr>
      <a:lvl9pPr marL="1664814" algn="ctr" defTabSz="913336" rtl="0" eaLnBrk="0" fontAlgn="base" hangingPunct="0">
        <a:spcBef>
          <a:spcPct val="0"/>
        </a:spcBef>
        <a:spcAft>
          <a:spcPct val="0"/>
        </a:spcAft>
        <a:defRPr sz="3600" b="1">
          <a:solidFill>
            <a:schemeClr val="folHlink"/>
          </a:solidFill>
          <a:latin typeface="Arial" charset="0"/>
        </a:defRPr>
      </a:lvl9pPr>
    </p:titleStyle>
    <p:bodyStyle>
      <a:lvl1pPr marL="339725" indent="-339725" algn="l" rtl="0" eaLnBrk="0" fontAlgn="base" hangingPunct="0">
        <a:spcBef>
          <a:spcPct val="20000"/>
        </a:spcBef>
        <a:spcAft>
          <a:spcPct val="0"/>
        </a:spcAft>
        <a:buChar char="•"/>
        <a:defRPr sz="2600">
          <a:solidFill>
            <a:schemeClr val="tx1"/>
          </a:solidFill>
          <a:latin typeface="+mn-lt"/>
          <a:ea typeface="+mn-ea"/>
          <a:cs typeface="+mn-cs"/>
        </a:defRPr>
      </a:lvl1pPr>
      <a:lvl2pPr marL="738188" indent="-280988" algn="l" rtl="0" eaLnBrk="0" fontAlgn="base" hangingPunct="0">
        <a:spcBef>
          <a:spcPct val="20000"/>
        </a:spcBef>
        <a:spcAft>
          <a:spcPct val="0"/>
        </a:spcAft>
        <a:buChar char="•"/>
        <a:defRPr sz="2200">
          <a:solidFill>
            <a:schemeClr val="tx1"/>
          </a:solidFill>
          <a:latin typeface="+mn-lt"/>
        </a:defRPr>
      </a:lvl2pPr>
      <a:lvl3pPr marL="1139825" indent="-225425" algn="l" rtl="0" eaLnBrk="0" fontAlgn="base" hangingPunct="0">
        <a:spcBef>
          <a:spcPct val="20000"/>
        </a:spcBef>
        <a:spcAft>
          <a:spcPct val="0"/>
        </a:spcAft>
        <a:buChar char="•"/>
        <a:defRPr sz="2400">
          <a:solidFill>
            <a:schemeClr val="tx1"/>
          </a:solidFill>
          <a:latin typeface="+mn-lt"/>
        </a:defRPr>
      </a:lvl3pPr>
      <a:lvl4pPr marL="1595438" indent="-225425" algn="l" rtl="0" eaLnBrk="0" fontAlgn="base" hangingPunct="0">
        <a:spcBef>
          <a:spcPct val="20000"/>
        </a:spcBef>
        <a:spcAft>
          <a:spcPct val="0"/>
        </a:spcAft>
        <a:buChar char="–"/>
        <a:defRPr sz="2000">
          <a:solidFill>
            <a:schemeClr val="tx1"/>
          </a:solidFill>
          <a:latin typeface="+mn-lt"/>
        </a:defRPr>
      </a:lvl4pPr>
      <a:lvl5pPr marL="2052638" indent="-225425" algn="l" rtl="0" eaLnBrk="0" fontAlgn="base" hangingPunct="0">
        <a:spcBef>
          <a:spcPct val="20000"/>
        </a:spcBef>
        <a:spcAft>
          <a:spcPct val="0"/>
        </a:spcAft>
        <a:buChar char="»"/>
        <a:defRPr sz="2000">
          <a:solidFill>
            <a:schemeClr val="tx1"/>
          </a:solidFill>
          <a:latin typeface="+mn-lt"/>
        </a:defRPr>
      </a:lvl5pPr>
      <a:lvl6pPr marL="2471210" indent="-228334" algn="l" defTabSz="913336" rtl="0" eaLnBrk="0" fontAlgn="base" hangingPunct="0">
        <a:spcBef>
          <a:spcPct val="20000"/>
        </a:spcBef>
        <a:spcAft>
          <a:spcPct val="0"/>
        </a:spcAft>
        <a:buChar char="»"/>
        <a:defRPr sz="1800">
          <a:solidFill>
            <a:schemeClr val="tx1"/>
          </a:solidFill>
          <a:latin typeface="+mn-lt"/>
        </a:defRPr>
      </a:lvl6pPr>
      <a:lvl7pPr marL="2887414" indent="-228334" algn="l" defTabSz="913336" rtl="0" eaLnBrk="0" fontAlgn="base" hangingPunct="0">
        <a:spcBef>
          <a:spcPct val="20000"/>
        </a:spcBef>
        <a:spcAft>
          <a:spcPct val="0"/>
        </a:spcAft>
        <a:buChar char="»"/>
        <a:defRPr sz="1800">
          <a:solidFill>
            <a:schemeClr val="tx1"/>
          </a:solidFill>
          <a:latin typeface="+mn-lt"/>
        </a:defRPr>
      </a:lvl7pPr>
      <a:lvl8pPr marL="3303617" indent="-228334" algn="l" defTabSz="913336" rtl="0" eaLnBrk="0" fontAlgn="base" hangingPunct="0">
        <a:spcBef>
          <a:spcPct val="20000"/>
        </a:spcBef>
        <a:spcAft>
          <a:spcPct val="0"/>
        </a:spcAft>
        <a:buChar char="»"/>
        <a:defRPr sz="1800">
          <a:solidFill>
            <a:schemeClr val="tx1"/>
          </a:solidFill>
          <a:latin typeface="+mn-lt"/>
        </a:defRPr>
      </a:lvl8pPr>
      <a:lvl9pPr marL="3719818" indent="-228334" algn="l" defTabSz="913336" rtl="0" eaLnBrk="0" fontAlgn="base" hangingPunct="0">
        <a:spcBef>
          <a:spcPct val="20000"/>
        </a:spcBef>
        <a:spcAft>
          <a:spcPct val="0"/>
        </a:spcAft>
        <a:buChar char="»"/>
        <a:defRPr sz="1800">
          <a:solidFill>
            <a:schemeClr val="tx1"/>
          </a:solidFill>
          <a:latin typeface="+mn-lt"/>
        </a:defRPr>
      </a:lvl9pPr>
    </p:bodyStyle>
    <p:otherStyle>
      <a:defPPr>
        <a:defRPr lang="en-US"/>
      </a:defPPr>
      <a:lvl1pPr marL="0" algn="l" defTabSz="832407" rtl="0" eaLnBrk="1" latinLnBrk="0" hangingPunct="1">
        <a:defRPr sz="1600" kern="1200">
          <a:solidFill>
            <a:schemeClr val="tx1"/>
          </a:solidFill>
          <a:latin typeface="+mn-lt"/>
          <a:ea typeface="+mn-ea"/>
          <a:cs typeface="+mn-cs"/>
        </a:defRPr>
      </a:lvl1pPr>
      <a:lvl2pPr marL="416203" algn="l" defTabSz="832407" rtl="0" eaLnBrk="1" latinLnBrk="0" hangingPunct="1">
        <a:defRPr sz="1600" kern="1200">
          <a:solidFill>
            <a:schemeClr val="tx1"/>
          </a:solidFill>
          <a:latin typeface="+mn-lt"/>
          <a:ea typeface="+mn-ea"/>
          <a:cs typeface="+mn-cs"/>
        </a:defRPr>
      </a:lvl2pPr>
      <a:lvl3pPr marL="832407" algn="l" defTabSz="832407" rtl="0" eaLnBrk="1" latinLnBrk="0" hangingPunct="1">
        <a:defRPr sz="1600" kern="1200">
          <a:solidFill>
            <a:schemeClr val="tx1"/>
          </a:solidFill>
          <a:latin typeface="+mn-lt"/>
          <a:ea typeface="+mn-ea"/>
          <a:cs typeface="+mn-cs"/>
        </a:defRPr>
      </a:lvl3pPr>
      <a:lvl4pPr marL="1248611" algn="l" defTabSz="832407" rtl="0" eaLnBrk="1" latinLnBrk="0" hangingPunct="1">
        <a:defRPr sz="1600" kern="1200">
          <a:solidFill>
            <a:schemeClr val="tx1"/>
          </a:solidFill>
          <a:latin typeface="+mn-lt"/>
          <a:ea typeface="+mn-ea"/>
          <a:cs typeface="+mn-cs"/>
        </a:defRPr>
      </a:lvl4pPr>
      <a:lvl5pPr marL="1664814" algn="l" defTabSz="832407" rtl="0" eaLnBrk="1" latinLnBrk="0" hangingPunct="1">
        <a:defRPr sz="1600" kern="1200">
          <a:solidFill>
            <a:schemeClr val="tx1"/>
          </a:solidFill>
          <a:latin typeface="+mn-lt"/>
          <a:ea typeface="+mn-ea"/>
          <a:cs typeface="+mn-cs"/>
        </a:defRPr>
      </a:lvl5pPr>
      <a:lvl6pPr marL="2081018" algn="l" defTabSz="832407" rtl="0" eaLnBrk="1" latinLnBrk="0" hangingPunct="1">
        <a:defRPr sz="1600" kern="1200">
          <a:solidFill>
            <a:schemeClr val="tx1"/>
          </a:solidFill>
          <a:latin typeface="+mn-lt"/>
          <a:ea typeface="+mn-ea"/>
          <a:cs typeface="+mn-cs"/>
        </a:defRPr>
      </a:lvl6pPr>
      <a:lvl7pPr marL="2497223" algn="l" defTabSz="832407" rtl="0" eaLnBrk="1" latinLnBrk="0" hangingPunct="1">
        <a:defRPr sz="1600" kern="1200">
          <a:solidFill>
            <a:schemeClr val="tx1"/>
          </a:solidFill>
          <a:latin typeface="+mn-lt"/>
          <a:ea typeface="+mn-ea"/>
          <a:cs typeface="+mn-cs"/>
        </a:defRPr>
      </a:lvl7pPr>
      <a:lvl8pPr marL="2913426" algn="l" defTabSz="832407" rtl="0" eaLnBrk="1" latinLnBrk="0" hangingPunct="1">
        <a:defRPr sz="1600" kern="1200">
          <a:solidFill>
            <a:schemeClr val="tx1"/>
          </a:solidFill>
          <a:latin typeface="+mn-lt"/>
          <a:ea typeface="+mn-ea"/>
          <a:cs typeface="+mn-cs"/>
        </a:defRPr>
      </a:lvl8pPr>
      <a:lvl9pPr marL="3329630" algn="l" defTabSz="832407" rtl="0" eaLnBrk="1" latinLnBrk="0" hangingPunct="1">
        <a:defRPr sz="16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6" name="Rectangle 1026"/>
          <p:cNvSpPr>
            <a:spLocks noGrp="1" noChangeArrowheads="1"/>
          </p:cNvSpPr>
          <p:nvPr>
            <p:ph type="body" idx="1"/>
          </p:nvPr>
        </p:nvSpPr>
        <p:spPr bwMode="auto">
          <a:xfrm>
            <a:off x="369888" y="1363663"/>
            <a:ext cx="8362950" cy="4860925"/>
          </a:xfrm>
          <a:prstGeom prst="rect">
            <a:avLst/>
          </a:prstGeom>
          <a:noFill/>
          <a:ln w="9525">
            <a:noFill/>
            <a:miter lim="800000"/>
            <a:headEnd/>
            <a:tailEnd/>
          </a:ln>
        </p:spPr>
        <p:txBody>
          <a:bodyPr vert="horz" wrap="square" lIns="91340" tIns="45670" rIns="91340" bIns="4567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p:txBody>
      </p:sp>
      <p:sp>
        <p:nvSpPr>
          <p:cNvPr id="49156" name="Rectangle 1028"/>
          <p:cNvSpPr>
            <a:spLocks noGrp="1" noChangeArrowheads="1"/>
          </p:cNvSpPr>
          <p:nvPr>
            <p:ph type="sldNum" sz="quarter" idx="4"/>
          </p:nvPr>
        </p:nvSpPr>
        <p:spPr bwMode="auto">
          <a:xfrm>
            <a:off x="7988300" y="6524625"/>
            <a:ext cx="1143000" cy="304800"/>
          </a:xfrm>
          <a:prstGeom prst="rect">
            <a:avLst/>
          </a:prstGeom>
          <a:noFill/>
          <a:ln w="9525">
            <a:noFill/>
            <a:miter lim="800000"/>
            <a:headEnd/>
            <a:tailEnd/>
          </a:ln>
          <a:effectLst/>
        </p:spPr>
        <p:txBody>
          <a:bodyPr vert="horz" wrap="square" lIns="91340" tIns="45670" rIns="91340" bIns="45670" numCol="1" anchor="t" anchorCtr="0" compatLnSpc="1">
            <a:prstTxWarp prst="textNoShape">
              <a:avLst/>
            </a:prstTxWarp>
          </a:bodyPr>
          <a:lstStyle>
            <a:lvl1pPr algn="r">
              <a:defRPr sz="1000" b="0">
                <a:solidFill>
                  <a:srgbClr val="969696"/>
                </a:solidFill>
                <a:latin typeface="Arial" pitchFamily="34" charset="0"/>
                <a:cs typeface="+mn-cs"/>
              </a:defRPr>
            </a:lvl1pPr>
          </a:lstStyle>
          <a:p>
            <a:pPr>
              <a:defRPr/>
            </a:pPr>
            <a:fld id="{2370B28C-8CC3-4942-A917-6CBE0AA75927}" type="slidenum">
              <a:rPr lang="en-US"/>
              <a:pPr>
                <a:defRPr/>
              </a:pPr>
              <a:t>‹#›</a:t>
            </a:fld>
            <a:endParaRPr lang="en-US" dirty="0">
              <a:solidFill>
                <a:srgbClr val="808080"/>
              </a:solidFill>
            </a:endParaRPr>
          </a:p>
        </p:txBody>
      </p:sp>
      <p:sp>
        <p:nvSpPr>
          <p:cNvPr id="6148" name="Rectangle 1030"/>
          <p:cNvSpPr>
            <a:spLocks noGrp="1" noChangeArrowheads="1"/>
          </p:cNvSpPr>
          <p:nvPr>
            <p:ph type="title"/>
          </p:nvPr>
        </p:nvSpPr>
        <p:spPr bwMode="auto">
          <a:xfrm>
            <a:off x="1663700" y="76200"/>
            <a:ext cx="7086600" cy="1143000"/>
          </a:xfrm>
          <a:prstGeom prst="rect">
            <a:avLst/>
          </a:prstGeom>
          <a:noFill/>
          <a:ln w="9525">
            <a:noFill/>
            <a:miter lim="800000"/>
            <a:headEnd/>
            <a:tailEnd/>
          </a:ln>
        </p:spPr>
        <p:txBody>
          <a:bodyPr vert="horz" wrap="square" lIns="91340" tIns="45670" rIns="91340" bIns="45670" numCol="1" anchor="ctr" anchorCtr="0" compatLnSpc="1">
            <a:prstTxWarp prst="textNoShape">
              <a:avLst/>
            </a:prstTxWarp>
          </a:bodyPr>
          <a:lstStyle/>
          <a:p>
            <a:pPr lvl="0"/>
            <a:r>
              <a:rPr lang="en-US"/>
              <a:t>Click to edit Master title style</a:t>
            </a:r>
          </a:p>
        </p:txBody>
      </p:sp>
      <p:sp>
        <p:nvSpPr>
          <p:cNvPr id="49159" name="Line 1031"/>
          <p:cNvSpPr>
            <a:spLocks noChangeShapeType="1"/>
          </p:cNvSpPr>
          <p:nvPr/>
        </p:nvSpPr>
        <p:spPr bwMode="auto">
          <a:xfrm>
            <a:off x="381000" y="6451600"/>
            <a:ext cx="8382000" cy="0"/>
          </a:xfrm>
          <a:prstGeom prst="line">
            <a:avLst/>
          </a:prstGeom>
          <a:noFill/>
          <a:ln w="57150">
            <a:solidFill>
              <a:srgbClr val="0C2D83"/>
            </a:solidFill>
            <a:round/>
            <a:headEnd/>
            <a:tailEnd/>
          </a:ln>
          <a:effectLst/>
        </p:spPr>
        <p:txBody>
          <a:bodyPr wrap="none" lIns="91340" tIns="45670" rIns="91340" bIns="45670" anchor="ctr"/>
          <a:lstStyle/>
          <a:p>
            <a:pPr>
              <a:defRPr/>
            </a:pPr>
            <a:endParaRPr lang="en-US" sz="1800" dirty="0">
              <a:solidFill>
                <a:srgbClr val="000000"/>
              </a:solidFill>
              <a:latin typeface="Arial" pitchFamily="34" charset="0"/>
            </a:endParaRPr>
          </a:p>
        </p:txBody>
      </p:sp>
      <p:sp>
        <p:nvSpPr>
          <p:cNvPr id="49160" name="Line 1032"/>
          <p:cNvSpPr>
            <a:spLocks noChangeShapeType="1"/>
          </p:cNvSpPr>
          <p:nvPr/>
        </p:nvSpPr>
        <p:spPr bwMode="auto">
          <a:xfrm>
            <a:off x="381000" y="1231900"/>
            <a:ext cx="8382000" cy="0"/>
          </a:xfrm>
          <a:prstGeom prst="line">
            <a:avLst/>
          </a:prstGeom>
          <a:noFill/>
          <a:ln w="57150">
            <a:solidFill>
              <a:srgbClr val="0C2D83"/>
            </a:solidFill>
            <a:round/>
            <a:headEnd/>
            <a:tailEnd/>
          </a:ln>
          <a:effectLst/>
        </p:spPr>
        <p:txBody>
          <a:bodyPr wrap="none" lIns="91340" tIns="45670" rIns="91340" bIns="45670" anchor="ctr"/>
          <a:lstStyle/>
          <a:p>
            <a:pPr>
              <a:defRPr/>
            </a:pPr>
            <a:endParaRPr lang="en-US" sz="1800" dirty="0">
              <a:solidFill>
                <a:srgbClr val="000000"/>
              </a:solidFill>
              <a:latin typeface="Arial" pitchFamily="34" charset="0"/>
            </a:endParaRPr>
          </a:p>
        </p:txBody>
      </p:sp>
      <p:pic>
        <p:nvPicPr>
          <p:cNvPr id="6151" name="Picture 1033" descr="afsymbol"/>
          <p:cNvPicPr>
            <a:picLocks noChangeAspect="1" noChangeArrowheads="1"/>
          </p:cNvPicPr>
          <p:nvPr/>
        </p:nvPicPr>
        <p:blipFill>
          <a:blip r:embed="rId16" cstate="print"/>
          <a:srcRect/>
          <a:stretch>
            <a:fillRect/>
          </a:stretch>
        </p:blipFill>
        <p:spPr bwMode="auto">
          <a:xfrm>
            <a:off x="392113" y="90488"/>
            <a:ext cx="1346200" cy="1062037"/>
          </a:xfrm>
          <a:prstGeom prst="rect">
            <a:avLst/>
          </a:prstGeom>
          <a:noFill/>
          <a:ln w="9525">
            <a:noFill/>
            <a:miter lim="800000"/>
            <a:headEnd/>
            <a:tailEnd/>
          </a:ln>
        </p:spPr>
      </p:pic>
      <p:sp>
        <p:nvSpPr>
          <p:cNvPr id="9" name="Footer Placeholder 4"/>
          <p:cNvSpPr>
            <a:spLocks noGrp="1"/>
          </p:cNvSpPr>
          <p:nvPr/>
        </p:nvSpPr>
        <p:spPr bwMode="auto">
          <a:xfrm>
            <a:off x="387350" y="6489700"/>
            <a:ext cx="7869238" cy="506413"/>
          </a:xfrm>
          <a:prstGeom prst="rect">
            <a:avLst/>
          </a:prstGeom>
          <a:noFill/>
          <a:ln w="9525">
            <a:noFill/>
            <a:miter lim="800000"/>
            <a:headEnd/>
            <a:tailEnd/>
          </a:ln>
        </p:spPr>
        <p:txBody>
          <a:bodyPr lIns="100167" tIns="50084" rIns="100167" bIns="50084"/>
          <a:lstStyle>
            <a:defPPr>
              <a:defRPr lang="en-US"/>
            </a:defPPr>
            <a:lvl1pPr algn="ctr" rtl="0" eaLnBrk="0" fontAlgn="base" hangingPunct="0">
              <a:spcBef>
                <a:spcPct val="0"/>
              </a:spcBef>
              <a:spcAft>
                <a:spcPct val="0"/>
              </a:spcAft>
              <a:defRPr sz="1600" b="1" i="0" kern="1200">
                <a:solidFill>
                  <a:srgbClr val="FF3300"/>
                </a:solidFill>
                <a:latin typeface="Times New Roman" pitchFamily="18" charset="0"/>
                <a:ea typeface="+mn-ea"/>
                <a:cs typeface="+mn-cs"/>
              </a:defRPr>
            </a:lvl1pPr>
            <a:lvl2pPr marL="457200" algn="l" rtl="0" eaLnBrk="0" fontAlgn="base" hangingPunct="0">
              <a:spcBef>
                <a:spcPct val="0"/>
              </a:spcBef>
              <a:spcAft>
                <a:spcPct val="0"/>
              </a:spcAft>
              <a:defRPr i="1" kern="1200">
                <a:solidFill>
                  <a:schemeClr val="tx1"/>
                </a:solidFill>
                <a:latin typeface="Arial" charset="0"/>
                <a:ea typeface="+mn-ea"/>
                <a:cs typeface="+mn-cs"/>
              </a:defRPr>
            </a:lvl2pPr>
            <a:lvl3pPr marL="914400" algn="l" rtl="0" eaLnBrk="0" fontAlgn="base" hangingPunct="0">
              <a:spcBef>
                <a:spcPct val="0"/>
              </a:spcBef>
              <a:spcAft>
                <a:spcPct val="0"/>
              </a:spcAft>
              <a:defRPr i="1" kern="1200">
                <a:solidFill>
                  <a:schemeClr val="tx1"/>
                </a:solidFill>
                <a:latin typeface="Arial" charset="0"/>
                <a:ea typeface="+mn-ea"/>
                <a:cs typeface="+mn-cs"/>
              </a:defRPr>
            </a:lvl3pPr>
            <a:lvl4pPr marL="1371600" algn="l" rtl="0" eaLnBrk="0" fontAlgn="base" hangingPunct="0">
              <a:spcBef>
                <a:spcPct val="0"/>
              </a:spcBef>
              <a:spcAft>
                <a:spcPct val="0"/>
              </a:spcAft>
              <a:defRPr i="1" kern="1200">
                <a:solidFill>
                  <a:schemeClr val="tx1"/>
                </a:solidFill>
                <a:latin typeface="Arial" charset="0"/>
                <a:ea typeface="+mn-ea"/>
                <a:cs typeface="+mn-cs"/>
              </a:defRPr>
            </a:lvl4pPr>
            <a:lvl5pPr marL="1828800" algn="l" rtl="0" eaLnBrk="0" fontAlgn="base" hangingPunct="0">
              <a:spcBef>
                <a:spcPct val="0"/>
              </a:spcBef>
              <a:spcAft>
                <a:spcPct val="0"/>
              </a:spcAft>
              <a:defRPr i="1" kern="1200">
                <a:solidFill>
                  <a:schemeClr val="tx1"/>
                </a:solidFill>
                <a:latin typeface="Arial" charset="0"/>
                <a:ea typeface="+mn-ea"/>
                <a:cs typeface="+mn-cs"/>
              </a:defRPr>
            </a:lvl5pPr>
            <a:lvl6pPr marL="2286000" algn="l" defTabSz="914400" rtl="0" eaLnBrk="1" latinLnBrk="0" hangingPunct="1">
              <a:defRPr i="1" kern="1200">
                <a:solidFill>
                  <a:schemeClr val="tx1"/>
                </a:solidFill>
                <a:latin typeface="Arial" charset="0"/>
                <a:ea typeface="+mn-ea"/>
                <a:cs typeface="+mn-cs"/>
              </a:defRPr>
            </a:lvl6pPr>
            <a:lvl7pPr marL="2743200" algn="l" defTabSz="914400" rtl="0" eaLnBrk="1" latinLnBrk="0" hangingPunct="1">
              <a:defRPr i="1" kern="1200">
                <a:solidFill>
                  <a:schemeClr val="tx1"/>
                </a:solidFill>
                <a:latin typeface="Arial" charset="0"/>
                <a:ea typeface="+mn-ea"/>
                <a:cs typeface="+mn-cs"/>
              </a:defRPr>
            </a:lvl7pPr>
            <a:lvl8pPr marL="3200400" algn="l" defTabSz="914400" rtl="0" eaLnBrk="1" latinLnBrk="0" hangingPunct="1">
              <a:defRPr i="1" kern="1200">
                <a:solidFill>
                  <a:schemeClr val="tx1"/>
                </a:solidFill>
                <a:latin typeface="Arial" charset="0"/>
                <a:ea typeface="+mn-ea"/>
                <a:cs typeface="+mn-cs"/>
              </a:defRPr>
            </a:lvl8pPr>
            <a:lvl9pPr marL="3657600" algn="l" defTabSz="914400" rtl="0" eaLnBrk="1" latinLnBrk="0" hangingPunct="1">
              <a:defRPr i="1" kern="1200">
                <a:solidFill>
                  <a:schemeClr val="tx1"/>
                </a:solidFill>
                <a:latin typeface="Arial" charset="0"/>
                <a:ea typeface="+mn-ea"/>
                <a:cs typeface="+mn-cs"/>
              </a:defRPr>
            </a:lvl9pPr>
          </a:lstStyle>
          <a:p>
            <a:pPr>
              <a:defRPr/>
            </a:pPr>
            <a:r>
              <a:rPr lang="en-US" dirty="0">
                <a:latin typeface="Arial"/>
              </a:rPr>
              <a:t>Controlled Unclassified Information / Source Selection Sensitive Information</a:t>
            </a:r>
          </a:p>
        </p:txBody>
      </p:sp>
    </p:spTree>
  </p:cSld>
  <p:clrMap bg1="lt1" tx1="dk1" bg2="lt2" tx2="dk2" accent1="accent1" accent2="accent2" accent3="accent3" accent4="accent4" accent5="accent5" accent6="accent6" hlink="hlink" folHlink="folHlink"/>
  <p:sldLayoutIdLst>
    <p:sldLayoutId id="2147507148" r:id="rId1"/>
    <p:sldLayoutId id="2147507149" r:id="rId2"/>
    <p:sldLayoutId id="2147506950" r:id="rId3"/>
    <p:sldLayoutId id="2147506951" r:id="rId4"/>
    <p:sldLayoutId id="2147506952" r:id="rId5"/>
    <p:sldLayoutId id="2147506953" r:id="rId6"/>
    <p:sldLayoutId id="2147506954" r:id="rId7"/>
    <p:sldLayoutId id="2147506955" r:id="rId8"/>
    <p:sldLayoutId id="2147506956" r:id="rId9"/>
    <p:sldLayoutId id="2147506957" r:id="rId10"/>
    <p:sldLayoutId id="2147506958" r:id="rId11"/>
    <p:sldLayoutId id="2147506959" r:id="rId12"/>
    <p:sldLayoutId id="2147506960" r:id="rId13"/>
    <p:sldLayoutId id="2147507150" r:id="rId14"/>
  </p:sldLayoutIdLst>
  <p:hf hdr="0"/>
  <p:txStyles>
    <p:titleStyle>
      <a:lvl1pPr algn="r" rtl="0" eaLnBrk="0" fontAlgn="base" hangingPunct="0">
        <a:spcBef>
          <a:spcPct val="0"/>
        </a:spcBef>
        <a:spcAft>
          <a:spcPct val="0"/>
        </a:spcAft>
        <a:defRPr sz="2800" b="1" i="1">
          <a:solidFill>
            <a:srgbClr val="151C77"/>
          </a:solidFill>
          <a:latin typeface="+mj-lt"/>
          <a:ea typeface="+mj-ea"/>
          <a:cs typeface="+mj-cs"/>
        </a:defRPr>
      </a:lvl1pPr>
      <a:lvl2pPr algn="r" rtl="0" eaLnBrk="0" fontAlgn="base" hangingPunct="0">
        <a:spcBef>
          <a:spcPct val="0"/>
        </a:spcBef>
        <a:spcAft>
          <a:spcPct val="0"/>
        </a:spcAft>
        <a:defRPr sz="2800" b="1" i="1">
          <a:solidFill>
            <a:srgbClr val="151C77"/>
          </a:solidFill>
          <a:latin typeface="Arial" pitchFamily="34" charset="0"/>
        </a:defRPr>
      </a:lvl2pPr>
      <a:lvl3pPr algn="r" rtl="0" eaLnBrk="0" fontAlgn="base" hangingPunct="0">
        <a:spcBef>
          <a:spcPct val="0"/>
        </a:spcBef>
        <a:spcAft>
          <a:spcPct val="0"/>
        </a:spcAft>
        <a:defRPr sz="2800" b="1" i="1">
          <a:solidFill>
            <a:srgbClr val="151C77"/>
          </a:solidFill>
          <a:latin typeface="Arial" pitchFamily="34" charset="0"/>
        </a:defRPr>
      </a:lvl3pPr>
      <a:lvl4pPr algn="r" rtl="0" eaLnBrk="0" fontAlgn="base" hangingPunct="0">
        <a:spcBef>
          <a:spcPct val="0"/>
        </a:spcBef>
        <a:spcAft>
          <a:spcPct val="0"/>
        </a:spcAft>
        <a:defRPr sz="2800" b="1" i="1">
          <a:solidFill>
            <a:srgbClr val="151C77"/>
          </a:solidFill>
          <a:latin typeface="Arial" pitchFamily="34" charset="0"/>
        </a:defRPr>
      </a:lvl4pPr>
      <a:lvl5pPr algn="r" rtl="0" eaLnBrk="0" fontAlgn="base" hangingPunct="0">
        <a:spcBef>
          <a:spcPct val="0"/>
        </a:spcBef>
        <a:spcAft>
          <a:spcPct val="0"/>
        </a:spcAft>
        <a:defRPr sz="2800" b="1" i="1">
          <a:solidFill>
            <a:srgbClr val="151C77"/>
          </a:solidFill>
          <a:latin typeface="Arial" pitchFamily="34" charset="0"/>
        </a:defRPr>
      </a:lvl5pPr>
      <a:lvl6pPr marL="456710" algn="r" rtl="0" eaLnBrk="0" fontAlgn="base" hangingPunct="0">
        <a:spcBef>
          <a:spcPct val="0"/>
        </a:spcBef>
        <a:spcAft>
          <a:spcPct val="0"/>
        </a:spcAft>
        <a:defRPr sz="2800" b="1" i="1">
          <a:solidFill>
            <a:srgbClr val="151C77"/>
          </a:solidFill>
          <a:latin typeface="Arial" pitchFamily="34" charset="0"/>
        </a:defRPr>
      </a:lvl6pPr>
      <a:lvl7pPr marL="913423" algn="r" rtl="0" eaLnBrk="0" fontAlgn="base" hangingPunct="0">
        <a:spcBef>
          <a:spcPct val="0"/>
        </a:spcBef>
        <a:spcAft>
          <a:spcPct val="0"/>
        </a:spcAft>
        <a:defRPr sz="2800" b="1" i="1">
          <a:solidFill>
            <a:srgbClr val="151C77"/>
          </a:solidFill>
          <a:latin typeface="Arial" pitchFamily="34" charset="0"/>
        </a:defRPr>
      </a:lvl7pPr>
      <a:lvl8pPr marL="1370130" algn="r" rtl="0" eaLnBrk="0" fontAlgn="base" hangingPunct="0">
        <a:spcBef>
          <a:spcPct val="0"/>
        </a:spcBef>
        <a:spcAft>
          <a:spcPct val="0"/>
        </a:spcAft>
        <a:defRPr sz="2800" b="1" i="1">
          <a:solidFill>
            <a:srgbClr val="151C77"/>
          </a:solidFill>
          <a:latin typeface="Arial" pitchFamily="34" charset="0"/>
        </a:defRPr>
      </a:lvl8pPr>
      <a:lvl9pPr marL="1826844" algn="r" rtl="0" eaLnBrk="0" fontAlgn="base" hangingPunct="0">
        <a:spcBef>
          <a:spcPct val="0"/>
        </a:spcBef>
        <a:spcAft>
          <a:spcPct val="0"/>
        </a:spcAft>
        <a:defRPr sz="2800" b="1" i="1">
          <a:solidFill>
            <a:srgbClr val="151C77"/>
          </a:solidFill>
          <a:latin typeface="Arial" pitchFamily="34" charset="0"/>
        </a:defRPr>
      </a:lvl9pPr>
    </p:titleStyle>
    <p:bodyStyle>
      <a:lvl1pPr marL="284163" indent="-284163" algn="l" rtl="0" eaLnBrk="0" fontAlgn="base" hangingPunct="0">
        <a:spcBef>
          <a:spcPts val="500"/>
        </a:spcBef>
        <a:spcAft>
          <a:spcPct val="0"/>
        </a:spcAft>
        <a:buClr>
          <a:srgbClr val="151C77"/>
        </a:buClr>
        <a:buSzPct val="80000"/>
        <a:buFont typeface="Wingdings" pitchFamily="2" charset="2"/>
        <a:buChar char="n"/>
        <a:defRPr sz="2000" b="1">
          <a:solidFill>
            <a:schemeClr val="tx1"/>
          </a:solidFill>
          <a:latin typeface="+mn-lt"/>
          <a:ea typeface="+mn-ea"/>
          <a:cs typeface="+mn-cs"/>
        </a:defRPr>
      </a:lvl1pPr>
      <a:lvl2pPr marL="687388" indent="-280988" algn="l" rtl="0" eaLnBrk="0" fontAlgn="base" hangingPunct="0">
        <a:spcBef>
          <a:spcPts val="25"/>
        </a:spcBef>
        <a:spcAft>
          <a:spcPct val="0"/>
        </a:spcAft>
        <a:buClr>
          <a:srgbClr val="151C77"/>
        </a:buClr>
        <a:buSzPct val="80000"/>
        <a:buFont typeface="Wingdings" pitchFamily="2" charset="2"/>
        <a:buChar char="n"/>
        <a:defRPr sz="2000" b="1">
          <a:solidFill>
            <a:schemeClr val="tx1"/>
          </a:solidFill>
          <a:latin typeface="+mn-lt"/>
        </a:defRPr>
      </a:lvl2pPr>
      <a:lvl3pPr marL="1025525" indent="-222250" algn="l" rtl="0" eaLnBrk="0" fontAlgn="base" hangingPunct="0">
        <a:spcBef>
          <a:spcPts val="25"/>
        </a:spcBef>
        <a:spcAft>
          <a:spcPct val="0"/>
        </a:spcAft>
        <a:buClr>
          <a:srgbClr val="151C77"/>
        </a:buClr>
        <a:buSzPct val="80000"/>
        <a:buFont typeface="Wingdings" pitchFamily="2" charset="2"/>
        <a:buChar char="n"/>
        <a:defRPr sz="2000" b="1">
          <a:solidFill>
            <a:schemeClr val="tx1"/>
          </a:solidFill>
          <a:latin typeface="+mn-lt"/>
        </a:defRPr>
      </a:lvl3pPr>
      <a:lvl4pPr marL="1597025" indent="-227013"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4pPr>
      <a:lvl5pPr marL="2054225" indent="-227013"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5pPr>
      <a:lvl6pPr marL="2511913" indent="-228357"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6pPr>
      <a:lvl7pPr marL="2968626" indent="-228357"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7pPr>
      <a:lvl8pPr marL="3425334" indent="-228357"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8pPr>
      <a:lvl9pPr marL="3882046" indent="-228357"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9pPr>
    </p:bodyStyle>
    <p:otherStyle>
      <a:defPPr>
        <a:defRPr lang="en-US"/>
      </a:defPPr>
      <a:lvl1pPr marL="0" algn="l" defTabSz="913423" rtl="0" eaLnBrk="1" latinLnBrk="0" hangingPunct="1">
        <a:defRPr sz="1800" kern="1200">
          <a:solidFill>
            <a:schemeClr val="tx1"/>
          </a:solidFill>
          <a:latin typeface="+mn-lt"/>
          <a:ea typeface="+mn-ea"/>
          <a:cs typeface="+mn-cs"/>
        </a:defRPr>
      </a:lvl1pPr>
      <a:lvl2pPr marL="456710" algn="l" defTabSz="913423" rtl="0" eaLnBrk="1" latinLnBrk="0" hangingPunct="1">
        <a:defRPr sz="1800" kern="1200">
          <a:solidFill>
            <a:schemeClr val="tx1"/>
          </a:solidFill>
          <a:latin typeface="+mn-lt"/>
          <a:ea typeface="+mn-ea"/>
          <a:cs typeface="+mn-cs"/>
        </a:defRPr>
      </a:lvl2pPr>
      <a:lvl3pPr marL="913423" algn="l" defTabSz="913423" rtl="0" eaLnBrk="1" latinLnBrk="0" hangingPunct="1">
        <a:defRPr sz="1800" kern="1200">
          <a:solidFill>
            <a:schemeClr val="tx1"/>
          </a:solidFill>
          <a:latin typeface="+mn-lt"/>
          <a:ea typeface="+mn-ea"/>
          <a:cs typeface="+mn-cs"/>
        </a:defRPr>
      </a:lvl3pPr>
      <a:lvl4pPr marL="1370130" algn="l" defTabSz="913423" rtl="0" eaLnBrk="1" latinLnBrk="0" hangingPunct="1">
        <a:defRPr sz="1800" kern="1200">
          <a:solidFill>
            <a:schemeClr val="tx1"/>
          </a:solidFill>
          <a:latin typeface="+mn-lt"/>
          <a:ea typeface="+mn-ea"/>
          <a:cs typeface="+mn-cs"/>
        </a:defRPr>
      </a:lvl4pPr>
      <a:lvl5pPr marL="1826844" algn="l" defTabSz="913423" rtl="0" eaLnBrk="1" latinLnBrk="0" hangingPunct="1">
        <a:defRPr sz="1800" kern="1200">
          <a:solidFill>
            <a:schemeClr val="tx1"/>
          </a:solidFill>
          <a:latin typeface="+mn-lt"/>
          <a:ea typeface="+mn-ea"/>
          <a:cs typeface="+mn-cs"/>
        </a:defRPr>
      </a:lvl5pPr>
      <a:lvl6pPr marL="2283557" algn="l" defTabSz="913423" rtl="0" eaLnBrk="1" latinLnBrk="0" hangingPunct="1">
        <a:defRPr sz="1800" kern="1200">
          <a:solidFill>
            <a:schemeClr val="tx1"/>
          </a:solidFill>
          <a:latin typeface="+mn-lt"/>
          <a:ea typeface="+mn-ea"/>
          <a:cs typeface="+mn-cs"/>
        </a:defRPr>
      </a:lvl6pPr>
      <a:lvl7pPr marL="2740269" algn="l" defTabSz="913423" rtl="0" eaLnBrk="1" latinLnBrk="0" hangingPunct="1">
        <a:defRPr sz="1800" kern="1200">
          <a:solidFill>
            <a:schemeClr val="tx1"/>
          </a:solidFill>
          <a:latin typeface="+mn-lt"/>
          <a:ea typeface="+mn-ea"/>
          <a:cs typeface="+mn-cs"/>
        </a:defRPr>
      </a:lvl7pPr>
      <a:lvl8pPr marL="3196979" algn="l" defTabSz="913423" rtl="0" eaLnBrk="1" latinLnBrk="0" hangingPunct="1">
        <a:defRPr sz="1800" kern="1200">
          <a:solidFill>
            <a:schemeClr val="tx1"/>
          </a:solidFill>
          <a:latin typeface="+mn-lt"/>
          <a:ea typeface="+mn-ea"/>
          <a:cs typeface="+mn-cs"/>
        </a:defRPr>
      </a:lvl8pPr>
      <a:lvl9pPr marL="3653691" algn="l" defTabSz="913423"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218" name="Rectangle 1026"/>
          <p:cNvSpPr>
            <a:spLocks noGrp="1" noChangeArrowheads="1"/>
          </p:cNvSpPr>
          <p:nvPr>
            <p:ph type="body" idx="1"/>
          </p:nvPr>
        </p:nvSpPr>
        <p:spPr bwMode="auto">
          <a:xfrm>
            <a:off x="369888" y="1363663"/>
            <a:ext cx="8362950" cy="4860925"/>
          </a:xfrm>
          <a:prstGeom prst="rect">
            <a:avLst/>
          </a:prstGeom>
          <a:noFill/>
          <a:ln w="9525">
            <a:noFill/>
            <a:miter lim="800000"/>
            <a:headEnd/>
            <a:tailEnd/>
          </a:ln>
        </p:spPr>
        <p:txBody>
          <a:bodyPr vert="horz" wrap="square" lIns="91340" tIns="45670" rIns="91340" bIns="4567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p:txBody>
      </p:sp>
      <p:sp>
        <p:nvSpPr>
          <p:cNvPr id="49156" name="Rectangle 1028"/>
          <p:cNvSpPr>
            <a:spLocks noGrp="1" noChangeArrowheads="1"/>
          </p:cNvSpPr>
          <p:nvPr>
            <p:ph type="sldNum" sz="quarter" idx="4"/>
          </p:nvPr>
        </p:nvSpPr>
        <p:spPr bwMode="auto">
          <a:xfrm>
            <a:off x="7988300" y="6524625"/>
            <a:ext cx="1143000" cy="304800"/>
          </a:xfrm>
          <a:prstGeom prst="rect">
            <a:avLst/>
          </a:prstGeom>
          <a:noFill/>
          <a:ln w="9525">
            <a:noFill/>
            <a:miter lim="800000"/>
            <a:headEnd/>
            <a:tailEnd/>
          </a:ln>
          <a:effectLst/>
        </p:spPr>
        <p:txBody>
          <a:bodyPr vert="horz" wrap="square" lIns="91340" tIns="45670" rIns="91340" bIns="45670" numCol="1" anchor="t" anchorCtr="0" compatLnSpc="1">
            <a:prstTxWarp prst="textNoShape">
              <a:avLst/>
            </a:prstTxWarp>
          </a:bodyPr>
          <a:lstStyle>
            <a:lvl1pPr algn="r">
              <a:defRPr sz="1000" b="0">
                <a:solidFill>
                  <a:srgbClr val="969696"/>
                </a:solidFill>
                <a:latin typeface="Arial" pitchFamily="34" charset="0"/>
                <a:cs typeface="+mn-cs"/>
              </a:defRPr>
            </a:lvl1pPr>
          </a:lstStyle>
          <a:p>
            <a:pPr>
              <a:defRPr/>
            </a:pPr>
            <a:fld id="{D07D15CA-4F30-41CC-A43E-E44D0F3527A4}" type="slidenum">
              <a:rPr lang="en-US"/>
              <a:pPr>
                <a:defRPr/>
              </a:pPr>
              <a:t>‹#›</a:t>
            </a:fld>
            <a:endParaRPr lang="en-US" dirty="0">
              <a:solidFill>
                <a:srgbClr val="808080"/>
              </a:solidFill>
            </a:endParaRPr>
          </a:p>
        </p:txBody>
      </p:sp>
      <p:sp>
        <p:nvSpPr>
          <p:cNvPr id="9220" name="Rectangle 1030"/>
          <p:cNvSpPr>
            <a:spLocks noGrp="1" noChangeArrowheads="1"/>
          </p:cNvSpPr>
          <p:nvPr>
            <p:ph type="title"/>
          </p:nvPr>
        </p:nvSpPr>
        <p:spPr bwMode="auto">
          <a:xfrm>
            <a:off x="1663700" y="76200"/>
            <a:ext cx="7086600" cy="1143000"/>
          </a:xfrm>
          <a:prstGeom prst="rect">
            <a:avLst/>
          </a:prstGeom>
          <a:noFill/>
          <a:ln w="9525">
            <a:noFill/>
            <a:miter lim="800000"/>
            <a:headEnd/>
            <a:tailEnd/>
          </a:ln>
        </p:spPr>
        <p:txBody>
          <a:bodyPr vert="horz" wrap="square" lIns="91340" tIns="45670" rIns="91340" bIns="45670" numCol="1" anchor="ctr" anchorCtr="0" compatLnSpc="1">
            <a:prstTxWarp prst="textNoShape">
              <a:avLst/>
            </a:prstTxWarp>
          </a:bodyPr>
          <a:lstStyle/>
          <a:p>
            <a:pPr lvl="0"/>
            <a:r>
              <a:rPr lang="en-US"/>
              <a:t>Click to edit Master title style</a:t>
            </a:r>
          </a:p>
        </p:txBody>
      </p:sp>
      <p:sp>
        <p:nvSpPr>
          <p:cNvPr id="49159" name="Line 1031"/>
          <p:cNvSpPr>
            <a:spLocks noChangeShapeType="1"/>
          </p:cNvSpPr>
          <p:nvPr/>
        </p:nvSpPr>
        <p:spPr bwMode="auto">
          <a:xfrm>
            <a:off x="381000" y="6451600"/>
            <a:ext cx="8382000" cy="0"/>
          </a:xfrm>
          <a:prstGeom prst="line">
            <a:avLst/>
          </a:prstGeom>
          <a:noFill/>
          <a:ln w="57150">
            <a:solidFill>
              <a:srgbClr val="0C2D83"/>
            </a:solidFill>
            <a:round/>
            <a:headEnd/>
            <a:tailEnd/>
          </a:ln>
          <a:effectLst/>
        </p:spPr>
        <p:txBody>
          <a:bodyPr wrap="none" lIns="91340" tIns="45670" rIns="91340" bIns="45670" anchor="ctr"/>
          <a:lstStyle/>
          <a:p>
            <a:pPr>
              <a:defRPr/>
            </a:pPr>
            <a:endParaRPr lang="en-US" sz="1800" dirty="0">
              <a:solidFill>
                <a:srgbClr val="000000"/>
              </a:solidFill>
              <a:latin typeface="Arial" pitchFamily="34" charset="0"/>
            </a:endParaRPr>
          </a:p>
        </p:txBody>
      </p:sp>
      <p:sp>
        <p:nvSpPr>
          <p:cNvPr id="49160" name="Line 1032"/>
          <p:cNvSpPr>
            <a:spLocks noChangeShapeType="1"/>
          </p:cNvSpPr>
          <p:nvPr/>
        </p:nvSpPr>
        <p:spPr bwMode="auto">
          <a:xfrm>
            <a:off x="381000" y="1231900"/>
            <a:ext cx="8382000" cy="0"/>
          </a:xfrm>
          <a:prstGeom prst="line">
            <a:avLst/>
          </a:prstGeom>
          <a:noFill/>
          <a:ln w="57150">
            <a:solidFill>
              <a:srgbClr val="0C2D83"/>
            </a:solidFill>
            <a:round/>
            <a:headEnd/>
            <a:tailEnd/>
          </a:ln>
          <a:effectLst/>
        </p:spPr>
        <p:txBody>
          <a:bodyPr wrap="none" lIns="91340" tIns="45670" rIns="91340" bIns="45670" anchor="ctr"/>
          <a:lstStyle/>
          <a:p>
            <a:pPr>
              <a:defRPr/>
            </a:pPr>
            <a:endParaRPr lang="en-US" sz="1800" dirty="0">
              <a:solidFill>
                <a:srgbClr val="000000"/>
              </a:solidFill>
              <a:latin typeface="Arial" pitchFamily="34" charset="0"/>
            </a:endParaRPr>
          </a:p>
        </p:txBody>
      </p:sp>
      <p:pic>
        <p:nvPicPr>
          <p:cNvPr id="9223" name="Picture 1033" descr="afsymbol"/>
          <p:cNvPicPr>
            <a:picLocks noChangeAspect="1" noChangeArrowheads="1"/>
          </p:cNvPicPr>
          <p:nvPr/>
        </p:nvPicPr>
        <p:blipFill>
          <a:blip r:embed="rId17" cstate="print"/>
          <a:srcRect/>
          <a:stretch>
            <a:fillRect/>
          </a:stretch>
        </p:blipFill>
        <p:spPr bwMode="auto">
          <a:xfrm>
            <a:off x="392113" y="90488"/>
            <a:ext cx="1346200" cy="1062037"/>
          </a:xfrm>
          <a:prstGeom prst="rect">
            <a:avLst/>
          </a:prstGeom>
          <a:noFill/>
          <a:ln w="9525">
            <a:noFill/>
            <a:miter lim="800000"/>
            <a:headEnd/>
            <a:tailEnd/>
          </a:ln>
        </p:spPr>
      </p:pic>
      <p:sp>
        <p:nvSpPr>
          <p:cNvPr id="9" name="Footer Placeholder 4"/>
          <p:cNvSpPr>
            <a:spLocks noGrp="1"/>
          </p:cNvSpPr>
          <p:nvPr/>
        </p:nvSpPr>
        <p:spPr bwMode="auto">
          <a:xfrm>
            <a:off x="387350" y="6489700"/>
            <a:ext cx="7869238" cy="506413"/>
          </a:xfrm>
          <a:prstGeom prst="rect">
            <a:avLst/>
          </a:prstGeom>
          <a:noFill/>
          <a:ln w="9525">
            <a:noFill/>
            <a:miter lim="800000"/>
            <a:headEnd/>
            <a:tailEnd/>
          </a:ln>
        </p:spPr>
        <p:txBody>
          <a:bodyPr lIns="100167" tIns="50084" rIns="100167" bIns="50084"/>
          <a:lstStyle>
            <a:defPPr>
              <a:defRPr lang="en-US"/>
            </a:defPPr>
            <a:lvl1pPr algn="ctr" rtl="0" eaLnBrk="0" fontAlgn="base" hangingPunct="0">
              <a:spcBef>
                <a:spcPct val="0"/>
              </a:spcBef>
              <a:spcAft>
                <a:spcPct val="0"/>
              </a:spcAft>
              <a:defRPr sz="1600" b="1" i="0" kern="1200">
                <a:solidFill>
                  <a:srgbClr val="FF3300"/>
                </a:solidFill>
                <a:latin typeface="Times New Roman" pitchFamily="18" charset="0"/>
                <a:ea typeface="+mn-ea"/>
                <a:cs typeface="+mn-cs"/>
              </a:defRPr>
            </a:lvl1pPr>
            <a:lvl2pPr marL="457200" algn="l" rtl="0" eaLnBrk="0" fontAlgn="base" hangingPunct="0">
              <a:spcBef>
                <a:spcPct val="0"/>
              </a:spcBef>
              <a:spcAft>
                <a:spcPct val="0"/>
              </a:spcAft>
              <a:defRPr i="1" kern="1200">
                <a:solidFill>
                  <a:schemeClr val="tx1"/>
                </a:solidFill>
                <a:latin typeface="Arial" charset="0"/>
                <a:ea typeface="+mn-ea"/>
                <a:cs typeface="+mn-cs"/>
              </a:defRPr>
            </a:lvl2pPr>
            <a:lvl3pPr marL="914400" algn="l" rtl="0" eaLnBrk="0" fontAlgn="base" hangingPunct="0">
              <a:spcBef>
                <a:spcPct val="0"/>
              </a:spcBef>
              <a:spcAft>
                <a:spcPct val="0"/>
              </a:spcAft>
              <a:defRPr i="1" kern="1200">
                <a:solidFill>
                  <a:schemeClr val="tx1"/>
                </a:solidFill>
                <a:latin typeface="Arial" charset="0"/>
                <a:ea typeface="+mn-ea"/>
                <a:cs typeface="+mn-cs"/>
              </a:defRPr>
            </a:lvl3pPr>
            <a:lvl4pPr marL="1371600" algn="l" rtl="0" eaLnBrk="0" fontAlgn="base" hangingPunct="0">
              <a:spcBef>
                <a:spcPct val="0"/>
              </a:spcBef>
              <a:spcAft>
                <a:spcPct val="0"/>
              </a:spcAft>
              <a:defRPr i="1" kern="1200">
                <a:solidFill>
                  <a:schemeClr val="tx1"/>
                </a:solidFill>
                <a:latin typeface="Arial" charset="0"/>
                <a:ea typeface="+mn-ea"/>
                <a:cs typeface="+mn-cs"/>
              </a:defRPr>
            </a:lvl4pPr>
            <a:lvl5pPr marL="1828800" algn="l" rtl="0" eaLnBrk="0" fontAlgn="base" hangingPunct="0">
              <a:spcBef>
                <a:spcPct val="0"/>
              </a:spcBef>
              <a:spcAft>
                <a:spcPct val="0"/>
              </a:spcAft>
              <a:defRPr i="1" kern="1200">
                <a:solidFill>
                  <a:schemeClr val="tx1"/>
                </a:solidFill>
                <a:latin typeface="Arial" charset="0"/>
                <a:ea typeface="+mn-ea"/>
                <a:cs typeface="+mn-cs"/>
              </a:defRPr>
            </a:lvl5pPr>
            <a:lvl6pPr marL="2286000" algn="l" defTabSz="914400" rtl="0" eaLnBrk="1" latinLnBrk="0" hangingPunct="1">
              <a:defRPr i="1" kern="1200">
                <a:solidFill>
                  <a:schemeClr val="tx1"/>
                </a:solidFill>
                <a:latin typeface="Arial" charset="0"/>
                <a:ea typeface="+mn-ea"/>
                <a:cs typeface="+mn-cs"/>
              </a:defRPr>
            </a:lvl6pPr>
            <a:lvl7pPr marL="2743200" algn="l" defTabSz="914400" rtl="0" eaLnBrk="1" latinLnBrk="0" hangingPunct="1">
              <a:defRPr i="1" kern="1200">
                <a:solidFill>
                  <a:schemeClr val="tx1"/>
                </a:solidFill>
                <a:latin typeface="Arial" charset="0"/>
                <a:ea typeface="+mn-ea"/>
                <a:cs typeface="+mn-cs"/>
              </a:defRPr>
            </a:lvl7pPr>
            <a:lvl8pPr marL="3200400" algn="l" defTabSz="914400" rtl="0" eaLnBrk="1" latinLnBrk="0" hangingPunct="1">
              <a:defRPr i="1" kern="1200">
                <a:solidFill>
                  <a:schemeClr val="tx1"/>
                </a:solidFill>
                <a:latin typeface="Arial" charset="0"/>
                <a:ea typeface="+mn-ea"/>
                <a:cs typeface="+mn-cs"/>
              </a:defRPr>
            </a:lvl8pPr>
            <a:lvl9pPr marL="3657600" algn="l" defTabSz="914400" rtl="0" eaLnBrk="1" latinLnBrk="0" hangingPunct="1">
              <a:defRPr i="1" kern="1200">
                <a:solidFill>
                  <a:schemeClr val="tx1"/>
                </a:solidFill>
                <a:latin typeface="Arial" charset="0"/>
                <a:ea typeface="+mn-ea"/>
                <a:cs typeface="+mn-cs"/>
              </a:defRPr>
            </a:lvl9pPr>
          </a:lstStyle>
          <a:p>
            <a:pPr>
              <a:defRPr/>
            </a:pPr>
            <a:r>
              <a:rPr lang="en-US" dirty="0">
                <a:latin typeface="Arial"/>
              </a:rPr>
              <a:t>Controlled Unclassified Information / Source Selection Sensitive Information</a:t>
            </a:r>
          </a:p>
        </p:txBody>
      </p:sp>
    </p:spTree>
  </p:cSld>
  <p:clrMap bg1="lt1" tx1="dk1" bg2="lt2" tx2="dk2" accent1="accent1" accent2="accent2" accent3="accent3" accent4="accent4" accent5="accent5" accent6="accent6" hlink="hlink" folHlink="folHlink"/>
  <p:sldLayoutIdLst>
    <p:sldLayoutId id="2147507159" r:id="rId1"/>
    <p:sldLayoutId id="2147507160" r:id="rId2"/>
    <p:sldLayoutId id="2147506983" r:id="rId3"/>
    <p:sldLayoutId id="2147506984" r:id="rId4"/>
    <p:sldLayoutId id="2147506985" r:id="rId5"/>
    <p:sldLayoutId id="2147506986" r:id="rId6"/>
    <p:sldLayoutId id="2147506987" r:id="rId7"/>
    <p:sldLayoutId id="2147506988" r:id="rId8"/>
    <p:sldLayoutId id="2147506989" r:id="rId9"/>
    <p:sldLayoutId id="2147506990" r:id="rId10"/>
    <p:sldLayoutId id="2147506991" r:id="rId11"/>
    <p:sldLayoutId id="2147506992" r:id="rId12"/>
    <p:sldLayoutId id="2147506993" r:id="rId13"/>
    <p:sldLayoutId id="2147507161" r:id="rId14"/>
    <p:sldLayoutId id="2147506994" r:id="rId15"/>
  </p:sldLayoutIdLst>
  <p:hf hdr="0"/>
  <p:txStyles>
    <p:titleStyle>
      <a:lvl1pPr algn="r" rtl="0" eaLnBrk="0" fontAlgn="base" hangingPunct="0">
        <a:spcBef>
          <a:spcPct val="0"/>
        </a:spcBef>
        <a:spcAft>
          <a:spcPct val="0"/>
        </a:spcAft>
        <a:defRPr sz="2800" b="1" i="1">
          <a:solidFill>
            <a:srgbClr val="151C77"/>
          </a:solidFill>
          <a:latin typeface="+mj-lt"/>
          <a:ea typeface="+mj-ea"/>
          <a:cs typeface="+mj-cs"/>
        </a:defRPr>
      </a:lvl1pPr>
      <a:lvl2pPr algn="r" rtl="0" eaLnBrk="0" fontAlgn="base" hangingPunct="0">
        <a:spcBef>
          <a:spcPct val="0"/>
        </a:spcBef>
        <a:spcAft>
          <a:spcPct val="0"/>
        </a:spcAft>
        <a:defRPr sz="2800" b="1" i="1">
          <a:solidFill>
            <a:srgbClr val="151C77"/>
          </a:solidFill>
          <a:latin typeface="Arial" pitchFamily="34" charset="0"/>
        </a:defRPr>
      </a:lvl2pPr>
      <a:lvl3pPr algn="r" rtl="0" eaLnBrk="0" fontAlgn="base" hangingPunct="0">
        <a:spcBef>
          <a:spcPct val="0"/>
        </a:spcBef>
        <a:spcAft>
          <a:spcPct val="0"/>
        </a:spcAft>
        <a:defRPr sz="2800" b="1" i="1">
          <a:solidFill>
            <a:srgbClr val="151C77"/>
          </a:solidFill>
          <a:latin typeface="Arial" pitchFamily="34" charset="0"/>
        </a:defRPr>
      </a:lvl3pPr>
      <a:lvl4pPr algn="r" rtl="0" eaLnBrk="0" fontAlgn="base" hangingPunct="0">
        <a:spcBef>
          <a:spcPct val="0"/>
        </a:spcBef>
        <a:spcAft>
          <a:spcPct val="0"/>
        </a:spcAft>
        <a:defRPr sz="2800" b="1" i="1">
          <a:solidFill>
            <a:srgbClr val="151C77"/>
          </a:solidFill>
          <a:latin typeface="Arial" pitchFamily="34" charset="0"/>
        </a:defRPr>
      </a:lvl4pPr>
      <a:lvl5pPr algn="r" rtl="0" eaLnBrk="0" fontAlgn="base" hangingPunct="0">
        <a:spcBef>
          <a:spcPct val="0"/>
        </a:spcBef>
        <a:spcAft>
          <a:spcPct val="0"/>
        </a:spcAft>
        <a:defRPr sz="2800" b="1" i="1">
          <a:solidFill>
            <a:srgbClr val="151C77"/>
          </a:solidFill>
          <a:latin typeface="Arial" pitchFamily="34" charset="0"/>
        </a:defRPr>
      </a:lvl5pPr>
      <a:lvl6pPr marL="456710" algn="r" rtl="0" eaLnBrk="0" fontAlgn="base" hangingPunct="0">
        <a:spcBef>
          <a:spcPct val="0"/>
        </a:spcBef>
        <a:spcAft>
          <a:spcPct val="0"/>
        </a:spcAft>
        <a:defRPr sz="2800" b="1" i="1">
          <a:solidFill>
            <a:srgbClr val="151C77"/>
          </a:solidFill>
          <a:latin typeface="Arial" pitchFamily="34" charset="0"/>
        </a:defRPr>
      </a:lvl6pPr>
      <a:lvl7pPr marL="913423" algn="r" rtl="0" eaLnBrk="0" fontAlgn="base" hangingPunct="0">
        <a:spcBef>
          <a:spcPct val="0"/>
        </a:spcBef>
        <a:spcAft>
          <a:spcPct val="0"/>
        </a:spcAft>
        <a:defRPr sz="2800" b="1" i="1">
          <a:solidFill>
            <a:srgbClr val="151C77"/>
          </a:solidFill>
          <a:latin typeface="Arial" pitchFamily="34" charset="0"/>
        </a:defRPr>
      </a:lvl7pPr>
      <a:lvl8pPr marL="1370130" algn="r" rtl="0" eaLnBrk="0" fontAlgn="base" hangingPunct="0">
        <a:spcBef>
          <a:spcPct val="0"/>
        </a:spcBef>
        <a:spcAft>
          <a:spcPct val="0"/>
        </a:spcAft>
        <a:defRPr sz="2800" b="1" i="1">
          <a:solidFill>
            <a:srgbClr val="151C77"/>
          </a:solidFill>
          <a:latin typeface="Arial" pitchFamily="34" charset="0"/>
        </a:defRPr>
      </a:lvl8pPr>
      <a:lvl9pPr marL="1826844" algn="r" rtl="0" eaLnBrk="0" fontAlgn="base" hangingPunct="0">
        <a:spcBef>
          <a:spcPct val="0"/>
        </a:spcBef>
        <a:spcAft>
          <a:spcPct val="0"/>
        </a:spcAft>
        <a:defRPr sz="2800" b="1" i="1">
          <a:solidFill>
            <a:srgbClr val="151C77"/>
          </a:solidFill>
          <a:latin typeface="Arial" pitchFamily="34" charset="0"/>
        </a:defRPr>
      </a:lvl9pPr>
    </p:titleStyle>
    <p:bodyStyle>
      <a:lvl1pPr marL="284163" indent="-284163" algn="l" rtl="0" eaLnBrk="0" fontAlgn="base" hangingPunct="0">
        <a:spcBef>
          <a:spcPts val="500"/>
        </a:spcBef>
        <a:spcAft>
          <a:spcPct val="0"/>
        </a:spcAft>
        <a:buClr>
          <a:srgbClr val="151C77"/>
        </a:buClr>
        <a:buSzPct val="80000"/>
        <a:buFont typeface="Wingdings" pitchFamily="2" charset="2"/>
        <a:buChar char="n"/>
        <a:defRPr sz="2000" b="1">
          <a:solidFill>
            <a:schemeClr val="tx1"/>
          </a:solidFill>
          <a:latin typeface="+mn-lt"/>
          <a:ea typeface="+mn-ea"/>
          <a:cs typeface="+mn-cs"/>
        </a:defRPr>
      </a:lvl1pPr>
      <a:lvl2pPr marL="687388" indent="-280988" algn="l" rtl="0" eaLnBrk="0" fontAlgn="base" hangingPunct="0">
        <a:spcBef>
          <a:spcPts val="25"/>
        </a:spcBef>
        <a:spcAft>
          <a:spcPct val="0"/>
        </a:spcAft>
        <a:buClr>
          <a:srgbClr val="151C77"/>
        </a:buClr>
        <a:buSzPct val="80000"/>
        <a:buFont typeface="Wingdings" pitchFamily="2" charset="2"/>
        <a:buChar char="n"/>
        <a:defRPr sz="2000" b="1">
          <a:solidFill>
            <a:schemeClr val="tx1"/>
          </a:solidFill>
          <a:latin typeface="+mn-lt"/>
        </a:defRPr>
      </a:lvl2pPr>
      <a:lvl3pPr marL="1025525" indent="-222250" algn="l" rtl="0" eaLnBrk="0" fontAlgn="base" hangingPunct="0">
        <a:spcBef>
          <a:spcPts val="25"/>
        </a:spcBef>
        <a:spcAft>
          <a:spcPct val="0"/>
        </a:spcAft>
        <a:buClr>
          <a:srgbClr val="151C77"/>
        </a:buClr>
        <a:buSzPct val="80000"/>
        <a:buFont typeface="Wingdings" pitchFamily="2" charset="2"/>
        <a:buChar char="n"/>
        <a:defRPr sz="2000" b="1">
          <a:solidFill>
            <a:schemeClr val="tx1"/>
          </a:solidFill>
          <a:latin typeface="+mn-lt"/>
        </a:defRPr>
      </a:lvl3pPr>
      <a:lvl4pPr marL="1597025" indent="-227013"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4pPr>
      <a:lvl5pPr marL="2054225" indent="-227013"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5pPr>
      <a:lvl6pPr marL="2511913" indent="-228357"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6pPr>
      <a:lvl7pPr marL="2968626" indent="-228357"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7pPr>
      <a:lvl8pPr marL="3425334" indent="-228357"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8pPr>
      <a:lvl9pPr marL="3882046" indent="-228357"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9pPr>
    </p:bodyStyle>
    <p:otherStyle>
      <a:defPPr>
        <a:defRPr lang="en-US"/>
      </a:defPPr>
      <a:lvl1pPr marL="0" algn="l" defTabSz="913423" rtl="0" eaLnBrk="1" latinLnBrk="0" hangingPunct="1">
        <a:defRPr sz="1800" kern="1200">
          <a:solidFill>
            <a:schemeClr val="tx1"/>
          </a:solidFill>
          <a:latin typeface="+mn-lt"/>
          <a:ea typeface="+mn-ea"/>
          <a:cs typeface="+mn-cs"/>
        </a:defRPr>
      </a:lvl1pPr>
      <a:lvl2pPr marL="456710" algn="l" defTabSz="913423" rtl="0" eaLnBrk="1" latinLnBrk="0" hangingPunct="1">
        <a:defRPr sz="1800" kern="1200">
          <a:solidFill>
            <a:schemeClr val="tx1"/>
          </a:solidFill>
          <a:latin typeface="+mn-lt"/>
          <a:ea typeface="+mn-ea"/>
          <a:cs typeface="+mn-cs"/>
        </a:defRPr>
      </a:lvl2pPr>
      <a:lvl3pPr marL="913423" algn="l" defTabSz="913423" rtl="0" eaLnBrk="1" latinLnBrk="0" hangingPunct="1">
        <a:defRPr sz="1800" kern="1200">
          <a:solidFill>
            <a:schemeClr val="tx1"/>
          </a:solidFill>
          <a:latin typeface="+mn-lt"/>
          <a:ea typeface="+mn-ea"/>
          <a:cs typeface="+mn-cs"/>
        </a:defRPr>
      </a:lvl3pPr>
      <a:lvl4pPr marL="1370130" algn="l" defTabSz="913423" rtl="0" eaLnBrk="1" latinLnBrk="0" hangingPunct="1">
        <a:defRPr sz="1800" kern="1200">
          <a:solidFill>
            <a:schemeClr val="tx1"/>
          </a:solidFill>
          <a:latin typeface="+mn-lt"/>
          <a:ea typeface="+mn-ea"/>
          <a:cs typeface="+mn-cs"/>
        </a:defRPr>
      </a:lvl4pPr>
      <a:lvl5pPr marL="1826844" algn="l" defTabSz="913423" rtl="0" eaLnBrk="1" latinLnBrk="0" hangingPunct="1">
        <a:defRPr sz="1800" kern="1200">
          <a:solidFill>
            <a:schemeClr val="tx1"/>
          </a:solidFill>
          <a:latin typeface="+mn-lt"/>
          <a:ea typeface="+mn-ea"/>
          <a:cs typeface="+mn-cs"/>
        </a:defRPr>
      </a:lvl5pPr>
      <a:lvl6pPr marL="2283557" algn="l" defTabSz="913423" rtl="0" eaLnBrk="1" latinLnBrk="0" hangingPunct="1">
        <a:defRPr sz="1800" kern="1200">
          <a:solidFill>
            <a:schemeClr val="tx1"/>
          </a:solidFill>
          <a:latin typeface="+mn-lt"/>
          <a:ea typeface="+mn-ea"/>
          <a:cs typeface="+mn-cs"/>
        </a:defRPr>
      </a:lvl6pPr>
      <a:lvl7pPr marL="2740269" algn="l" defTabSz="913423" rtl="0" eaLnBrk="1" latinLnBrk="0" hangingPunct="1">
        <a:defRPr sz="1800" kern="1200">
          <a:solidFill>
            <a:schemeClr val="tx1"/>
          </a:solidFill>
          <a:latin typeface="+mn-lt"/>
          <a:ea typeface="+mn-ea"/>
          <a:cs typeface="+mn-cs"/>
        </a:defRPr>
      </a:lvl7pPr>
      <a:lvl8pPr marL="3196979" algn="l" defTabSz="913423" rtl="0" eaLnBrk="1" latinLnBrk="0" hangingPunct="1">
        <a:defRPr sz="1800" kern="1200">
          <a:solidFill>
            <a:schemeClr val="tx1"/>
          </a:solidFill>
          <a:latin typeface="+mn-lt"/>
          <a:ea typeface="+mn-ea"/>
          <a:cs typeface="+mn-cs"/>
        </a:defRPr>
      </a:lvl8pPr>
      <a:lvl9pPr marL="3653691" algn="l" defTabSz="91342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mailto:Margaret.santos@us.af.mil"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mailto:Timothy.prymak@us.af.mil"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mailto:Timothy.prymak@us.af.mil" TargetMode="External"/><Relationship Id="rId2" Type="http://schemas.openxmlformats.org/officeDocument/2006/relationships/hyperlink" Target="mailto:Margaret.santos@us.af.mi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txBox="1">
            <a:spLocks noChangeArrowheads="1"/>
          </p:cNvSpPr>
          <p:nvPr/>
        </p:nvSpPr>
        <p:spPr bwMode="auto">
          <a:xfrm>
            <a:off x="612766" y="1702229"/>
            <a:ext cx="8207962" cy="225146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rtl="0" eaLnBrk="0" fontAlgn="base" hangingPunct="0">
              <a:spcBef>
                <a:spcPct val="0"/>
              </a:spcBef>
              <a:spcAft>
                <a:spcPct val="0"/>
              </a:spcAft>
              <a:defRPr sz="3600" b="1" i="1">
                <a:solidFill>
                  <a:srgbClr val="151C77"/>
                </a:solidFill>
                <a:latin typeface="+mj-lt"/>
                <a:ea typeface="+mj-ea"/>
                <a:cs typeface="+mj-cs"/>
              </a:defRPr>
            </a:lvl1pPr>
            <a:lvl2pPr algn="r" rtl="0" eaLnBrk="0" fontAlgn="base" hangingPunct="0">
              <a:spcBef>
                <a:spcPct val="0"/>
              </a:spcBef>
              <a:spcAft>
                <a:spcPct val="0"/>
              </a:spcAft>
              <a:defRPr sz="3600" b="1" i="1">
                <a:solidFill>
                  <a:srgbClr val="151C77"/>
                </a:solidFill>
                <a:latin typeface="Arial" charset="0"/>
              </a:defRPr>
            </a:lvl2pPr>
            <a:lvl3pPr algn="r" rtl="0" eaLnBrk="0" fontAlgn="base" hangingPunct="0">
              <a:spcBef>
                <a:spcPct val="0"/>
              </a:spcBef>
              <a:spcAft>
                <a:spcPct val="0"/>
              </a:spcAft>
              <a:defRPr sz="3600" b="1" i="1">
                <a:solidFill>
                  <a:srgbClr val="151C77"/>
                </a:solidFill>
                <a:latin typeface="Arial" charset="0"/>
              </a:defRPr>
            </a:lvl3pPr>
            <a:lvl4pPr algn="r" rtl="0" eaLnBrk="0" fontAlgn="base" hangingPunct="0">
              <a:spcBef>
                <a:spcPct val="0"/>
              </a:spcBef>
              <a:spcAft>
                <a:spcPct val="0"/>
              </a:spcAft>
              <a:defRPr sz="3600" b="1" i="1">
                <a:solidFill>
                  <a:srgbClr val="151C77"/>
                </a:solidFill>
                <a:latin typeface="Arial" charset="0"/>
              </a:defRPr>
            </a:lvl4pPr>
            <a:lvl5pPr algn="r" rtl="0" eaLnBrk="0" fontAlgn="base" hangingPunct="0">
              <a:spcBef>
                <a:spcPct val="0"/>
              </a:spcBef>
              <a:spcAft>
                <a:spcPct val="0"/>
              </a:spcAft>
              <a:defRPr sz="3600" b="1" i="1">
                <a:solidFill>
                  <a:srgbClr val="151C77"/>
                </a:solidFill>
                <a:latin typeface="Arial" charset="0"/>
              </a:defRPr>
            </a:lvl5pPr>
            <a:lvl6pPr marL="457200" algn="r" rtl="0" eaLnBrk="0" fontAlgn="base" hangingPunct="0">
              <a:spcBef>
                <a:spcPct val="0"/>
              </a:spcBef>
              <a:spcAft>
                <a:spcPct val="0"/>
              </a:spcAft>
              <a:defRPr sz="3600" b="1" i="1">
                <a:solidFill>
                  <a:srgbClr val="151C77"/>
                </a:solidFill>
                <a:latin typeface="Arial" charset="0"/>
              </a:defRPr>
            </a:lvl6pPr>
            <a:lvl7pPr marL="914400" algn="r" rtl="0" eaLnBrk="0" fontAlgn="base" hangingPunct="0">
              <a:spcBef>
                <a:spcPct val="0"/>
              </a:spcBef>
              <a:spcAft>
                <a:spcPct val="0"/>
              </a:spcAft>
              <a:defRPr sz="3600" b="1" i="1">
                <a:solidFill>
                  <a:srgbClr val="151C77"/>
                </a:solidFill>
                <a:latin typeface="Arial" charset="0"/>
              </a:defRPr>
            </a:lvl7pPr>
            <a:lvl8pPr marL="1371600" algn="r" rtl="0" eaLnBrk="0" fontAlgn="base" hangingPunct="0">
              <a:spcBef>
                <a:spcPct val="0"/>
              </a:spcBef>
              <a:spcAft>
                <a:spcPct val="0"/>
              </a:spcAft>
              <a:defRPr sz="3600" b="1" i="1">
                <a:solidFill>
                  <a:srgbClr val="151C77"/>
                </a:solidFill>
                <a:latin typeface="Arial" charset="0"/>
              </a:defRPr>
            </a:lvl8pPr>
            <a:lvl9pPr marL="1828800" algn="r" rtl="0" eaLnBrk="0" fontAlgn="base" hangingPunct="0">
              <a:spcBef>
                <a:spcPct val="0"/>
              </a:spcBef>
              <a:spcAft>
                <a:spcPct val="0"/>
              </a:spcAft>
              <a:defRPr sz="3600" b="1" i="1">
                <a:solidFill>
                  <a:srgbClr val="151C77"/>
                </a:solidFill>
                <a:latin typeface="Arial" charset="0"/>
              </a:defRPr>
            </a:lvl9pPr>
          </a:lstStyle>
          <a:p>
            <a:r>
              <a:rPr lang="en-US" sz="2400" dirty="0">
                <a:solidFill>
                  <a:srgbClr val="002060"/>
                </a:solidFill>
              </a:rPr>
              <a:t>Strategic Plans and Policy Support Services (SPPSS) </a:t>
            </a:r>
          </a:p>
          <a:p>
            <a:r>
              <a:rPr lang="en-US" altLang="en-US" sz="2400" b="0" kern="0">
                <a:solidFill>
                  <a:srgbClr val="002060"/>
                </a:solidFill>
              </a:rPr>
              <a:t>Virtual Industry </a:t>
            </a:r>
            <a:r>
              <a:rPr lang="en-US" altLang="en-US" sz="2400" b="0" kern="0" dirty="0">
                <a:solidFill>
                  <a:srgbClr val="002060"/>
                </a:solidFill>
              </a:rPr>
              <a:t>Day/Preproposal Conference</a:t>
            </a:r>
          </a:p>
        </p:txBody>
      </p:sp>
      <p:sp>
        <p:nvSpPr>
          <p:cNvPr id="2" name="Rectangle 1"/>
          <p:cNvSpPr/>
          <p:nvPr/>
        </p:nvSpPr>
        <p:spPr>
          <a:xfrm>
            <a:off x="4162433" y="4164152"/>
            <a:ext cx="4572000" cy="772006"/>
          </a:xfrm>
          <a:prstGeom prst="rect">
            <a:avLst/>
          </a:prstGeom>
        </p:spPr>
        <p:txBody>
          <a:bodyPr>
            <a:spAutoFit/>
          </a:bodyPr>
          <a:lstStyle/>
          <a:p>
            <a:pPr marL="285750" indent="-285750" algn="r" eaLnBrk="0" hangingPunct="0">
              <a:spcBef>
                <a:spcPts val="500"/>
              </a:spcBef>
              <a:buClr>
                <a:srgbClr val="151C77"/>
              </a:buClr>
              <a:buSzPct val="80000"/>
              <a:defRPr/>
            </a:pPr>
            <a:r>
              <a:rPr lang="en-US" sz="2000" b="1" kern="0" dirty="0"/>
              <a:t>Margaret Santos </a:t>
            </a:r>
          </a:p>
          <a:p>
            <a:pPr marL="285750" indent="-285750" algn="r" eaLnBrk="0" hangingPunct="0">
              <a:spcBef>
                <a:spcPts val="500"/>
              </a:spcBef>
              <a:buClr>
                <a:srgbClr val="151C77"/>
              </a:buClr>
              <a:buSzPct val="80000"/>
              <a:defRPr/>
            </a:pPr>
            <a:r>
              <a:rPr lang="en-US" sz="2000" b="1" kern="0" dirty="0"/>
              <a:t>AFDW/PK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4"/>
          <p:cNvSpPr>
            <a:spLocks noGrp="1" noChangeArrowheads="1"/>
          </p:cNvSpPr>
          <p:nvPr>
            <p:ph idx="1"/>
          </p:nvPr>
        </p:nvSpPr>
        <p:spPr>
          <a:xfrm>
            <a:off x="419100" y="1412875"/>
            <a:ext cx="8305800" cy="4495800"/>
          </a:xfrm>
        </p:spPr>
        <p:txBody>
          <a:bodyPr/>
          <a:lstStyle/>
          <a:p>
            <a:r>
              <a:rPr lang="en-US" b="1" i="0" u="none" strike="noStrike" dirty="0">
                <a:solidFill>
                  <a:srgbClr val="002060"/>
                </a:solidFill>
                <a:effectLst/>
                <a:latin typeface="Arial" panose="020B0604020202020204" pitchFamily="34" charset="0"/>
              </a:rPr>
              <a:t>Contractor Notice &amp; Rules of Engagement (ROE)</a:t>
            </a:r>
            <a:r>
              <a:rPr lang="en-US" b="0" i="0" dirty="0">
                <a:solidFill>
                  <a:srgbClr val="002060"/>
                </a:solidFill>
                <a:effectLst/>
                <a:latin typeface="Arial" panose="020B0604020202020204" pitchFamily="34" charset="0"/>
              </a:rPr>
              <a:t>​</a:t>
            </a:r>
          </a:p>
          <a:p>
            <a:r>
              <a:rPr lang="en-US" b="1" i="0" u="none" strike="noStrike" dirty="0">
                <a:solidFill>
                  <a:srgbClr val="002060"/>
                </a:solidFill>
                <a:effectLst/>
                <a:latin typeface="Arial" panose="020B0604020202020204" pitchFamily="34" charset="0"/>
              </a:rPr>
              <a:t>Introduction</a:t>
            </a:r>
          </a:p>
          <a:p>
            <a:r>
              <a:rPr lang="en-US" b="1" i="0" u="none" strike="noStrike" dirty="0">
                <a:solidFill>
                  <a:srgbClr val="002060"/>
                </a:solidFill>
                <a:effectLst/>
                <a:latin typeface="Arial" panose="020B0604020202020204" pitchFamily="34" charset="0"/>
              </a:rPr>
              <a:t>AF/A10 </a:t>
            </a:r>
            <a:r>
              <a:rPr lang="en-US" dirty="0">
                <a:solidFill>
                  <a:srgbClr val="002060"/>
                </a:solidFill>
                <a:latin typeface="Arial" panose="020B0604020202020204" pitchFamily="34" charset="0"/>
              </a:rPr>
              <a:t>Mission</a:t>
            </a:r>
            <a:endParaRPr lang="en-US" b="0" i="0" dirty="0">
              <a:solidFill>
                <a:srgbClr val="002060"/>
              </a:solidFill>
              <a:effectLst/>
              <a:latin typeface="Arial" panose="020B0604020202020204" pitchFamily="34" charset="0"/>
            </a:endParaRPr>
          </a:p>
          <a:p>
            <a:r>
              <a:rPr lang="en-US" b="1" i="0" u="none" strike="noStrike" dirty="0">
                <a:solidFill>
                  <a:srgbClr val="002060"/>
                </a:solidFill>
                <a:effectLst/>
                <a:latin typeface="Arial" panose="020B0604020202020204" pitchFamily="34" charset="0"/>
              </a:rPr>
              <a:t>T</a:t>
            </a:r>
            <a:r>
              <a:rPr lang="en-US" dirty="0">
                <a:solidFill>
                  <a:srgbClr val="002060"/>
                </a:solidFill>
                <a:latin typeface="Arial" panose="020B0604020202020204" pitchFamily="34" charset="0"/>
              </a:rPr>
              <a:t>entative Acquisition Strategy</a:t>
            </a:r>
          </a:p>
          <a:p>
            <a:pPr lvl="1"/>
            <a:r>
              <a:rPr lang="en-US" dirty="0">
                <a:solidFill>
                  <a:srgbClr val="002060"/>
                </a:solidFill>
                <a:latin typeface="Arial" panose="020B0604020202020204" pitchFamily="34" charset="0"/>
              </a:rPr>
              <a:t>Requirement </a:t>
            </a:r>
          </a:p>
          <a:p>
            <a:pPr lvl="1"/>
            <a:r>
              <a:rPr lang="en-US" dirty="0">
                <a:solidFill>
                  <a:srgbClr val="002060"/>
                </a:solidFill>
                <a:latin typeface="Arial" panose="020B0604020202020204" pitchFamily="34" charset="0"/>
              </a:rPr>
              <a:t>Timeline</a:t>
            </a:r>
          </a:p>
          <a:p>
            <a:pPr lvl="1"/>
            <a:r>
              <a:rPr lang="en-US" dirty="0">
                <a:solidFill>
                  <a:srgbClr val="002060"/>
                </a:solidFill>
                <a:latin typeface="Arial" panose="020B0604020202020204" pitchFamily="34" charset="0"/>
              </a:rPr>
              <a:t>Submission Package</a:t>
            </a:r>
          </a:p>
          <a:p>
            <a:pPr lvl="1"/>
            <a:r>
              <a:rPr lang="en-US" dirty="0">
                <a:solidFill>
                  <a:srgbClr val="002060"/>
                </a:solidFill>
                <a:latin typeface="Arial" panose="020B0604020202020204" pitchFamily="34" charset="0"/>
              </a:rPr>
              <a:t>Evaluation Criteria</a:t>
            </a:r>
          </a:p>
          <a:p>
            <a:r>
              <a:rPr lang="en-US" dirty="0">
                <a:solidFill>
                  <a:srgbClr val="002060"/>
                </a:solidFill>
                <a:latin typeface="Arial" panose="020B0604020202020204" pitchFamily="34" charset="0"/>
              </a:rPr>
              <a:t>Discussion items</a:t>
            </a:r>
          </a:p>
          <a:p>
            <a:r>
              <a:rPr lang="en-US" dirty="0">
                <a:solidFill>
                  <a:srgbClr val="002060"/>
                </a:solidFill>
                <a:latin typeface="Arial" panose="020B0604020202020204" pitchFamily="34" charset="0"/>
              </a:rPr>
              <a:t>Closing Comments</a:t>
            </a:r>
          </a:p>
          <a:p>
            <a:pPr lvl="1">
              <a:buFont typeface="Arial" panose="020B0604020202020204" pitchFamily="34" charset="0"/>
              <a:buChar char="•"/>
            </a:pPr>
            <a:endParaRPr lang="en-US" dirty="0">
              <a:solidFill>
                <a:srgbClr val="000000"/>
              </a:solidFill>
              <a:latin typeface="Arial" panose="020B0604020202020204" pitchFamily="34" charset="0"/>
            </a:endParaRPr>
          </a:p>
          <a:p>
            <a:pPr algn="l" rtl="0" fontAlgn="base">
              <a:buFont typeface="Arial" panose="020B0604020202020204" pitchFamily="34" charset="0"/>
              <a:buChar char="•"/>
            </a:pPr>
            <a:endParaRPr lang="en-US" b="0" i="0" dirty="0">
              <a:solidFill>
                <a:srgbClr val="000000"/>
              </a:solidFill>
              <a:effectLst/>
              <a:latin typeface="Arial" panose="020B0604020202020204" pitchFamily="34" charset="0"/>
            </a:endParaRPr>
          </a:p>
        </p:txBody>
      </p:sp>
      <p:sp>
        <p:nvSpPr>
          <p:cNvPr id="3" name="Date Placeholder 2"/>
          <p:cNvSpPr>
            <a:spLocks noGrp="1"/>
          </p:cNvSpPr>
          <p:nvPr>
            <p:ph type="dt" sz="half" idx="10"/>
          </p:nvPr>
        </p:nvSpPr>
        <p:spPr/>
        <p:txBody>
          <a:bodyPr/>
          <a:lstStyle/>
          <a:p>
            <a:pPr>
              <a:defRPr/>
            </a:pPr>
            <a:endParaRPr lang="en-US" dirty="0"/>
          </a:p>
        </p:txBody>
      </p:sp>
      <p:sp>
        <p:nvSpPr>
          <p:cNvPr id="2" name="Slide Number Placeholder 1"/>
          <p:cNvSpPr>
            <a:spLocks noGrp="1"/>
          </p:cNvSpPr>
          <p:nvPr>
            <p:ph type="sldNum" sz="quarter" idx="11"/>
          </p:nvPr>
        </p:nvSpPr>
        <p:spPr/>
        <p:txBody>
          <a:bodyPr/>
          <a:lstStyle/>
          <a:p>
            <a:pPr>
              <a:defRPr/>
            </a:pPr>
            <a:fld id="{E8C4CF4F-2ECB-4C54-9552-FB58A436033C}" type="slidenum">
              <a:rPr lang="en-US" smtClean="0"/>
              <a:pPr>
                <a:defRPr/>
              </a:pPr>
              <a:t>2</a:t>
            </a:fld>
            <a:endParaRPr lang="en-US" dirty="0">
              <a:solidFill>
                <a:schemeClr val="bg2"/>
              </a:solidFill>
            </a:endParaRPr>
          </a:p>
        </p:txBody>
      </p:sp>
      <p:sp>
        <p:nvSpPr>
          <p:cNvPr id="4" name="Rectangle 13"/>
          <p:cNvSpPr txBox="1">
            <a:spLocks noChangeArrowheads="1"/>
          </p:cNvSpPr>
          <p:nvPr/>
        </p:nvSpPr>
        <p:spPr bwMode="auto">
          <a:xfrm>
            <a:off x="6196013" y="402983"/>
            <a:ext cx="2528887" cy="78788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r" rtl="0" eaLnBrk="0" fontAlgn="base" hangingPunct="0">
              <a:spcBef>
                <a:spcPct val="0"/>
              </a:spcBef>
              <a:spcAft>
                <a:spcPct val="0"/>
              </a:spcAft>
              <a:defRPr sz="3600" b="1" i="1">
                <a:solidFill>
                  <a:srgbClr val="151C77"/>
                </a:solidFill>
                <a:latin typeface="+mj-lt"/>
                <a:ea typeface="+mj-ea"/>
                <a:cs typeface="+mj-cs"/>
              </a:defRPr>
            </a:lvl1pPr>
            <a:lvl2pPr algn="r" rtl="0" eaLnBrk="0" fontAlgn="base" hangingPunct="0">
              <a:spcBef>
                <a:spcPct val="0"/>
              </a:spcBef>
              <a:spcAft>
                <a:spcPct val="0"/>
              </a:spcAft>
              <a:defRPr sz="3600" b="1" i="1">
                <a:solidFill>
                  <a:srgbClr val="151C77"/>
                </a:solidFill>
                <a:latin typeface="Arial" charset="0"/>
              </a:defRPr>
            </a:lvl2pPr>
            <a:lvl3pPr algn="r" rtl="0" eaLnBrk="0" fontAlgn="base" hangingPunct="0">
              <a:spcBef>
                <a:spcPct val="0"/>
              </a:spcBef>
              <a:spcAft>
                <a:spcPct val="0"/>
              </a:spcAft>
              <a:defRPr sz="3600" b="1" i="1">
                <a:solidFill>
                  <a:srgbClr val="151C77"/>
                </a:solidFill>
                <a:latin typeface="Arial" charset="0"/>
              </a:defRPr>
            </a:lvl3pPr>
            <a:lvl4pPr algn="r" rtl="0" eaLnBrk="0" fontAlgn="base" hangingPunct="0">
              <a:spcBef>
                <a:spcPct val="0"/>
              </a:spcBef>
              <a:spcAft>
                <a:spcPct val="0"/>
              </a:spcAft>
              <a:defRPr sz="3600" b="1" i="1">
                <a:solidFill>
                  <a:srgbClr val="151C77"/>
                </a:solidFill>
                <a:latin typeface="Arial" charset="0"/>
              </a:defRPr>
            </a:lvl4pPr>
            <a:lvl5pPr algn="r" rtl="0" eaLnBrk="0" fontAlgn="base" hangingPunct="0">
              <a:spcBef>
                <a:spcPct val="0"/>
              </a:spcBef>
              <a:spcAft>
                <a:spcPct val="0"/>
              </a:spcAft>
              <a:defRPr sz="3600" b="1" i="1">
                <a:solidFill>
                  <a:srgbClr val="151C77"/>
                </a:solidFill>
                <a:latin typeface="Arial" charset="0"/>
              </a:defRPr>
            </a:lvl5pPr>
            <a:lvl6pPr marL="457200" algn="r" rtl="0" eaLnBrk="0" fontAlgn="base" hangingPunct="0">
              <a:spcBef>
                <a:spcPct val="0"/>
              </a:spcBef>
              <a:spcAft>
                <a:spcPct val="0"/>
              </a:spcAft>
              <a:defRPr sz="3600" b="1" i="1">
                <a:solidFill>
                  <a:srgbClr val="151C77"/>
                </a:solidFill>
                <a:latin typeface="Arial" charset="0"/>
              </a:defRPr>
            </a:lvl6pPr>
            <a:lvl7pPr marL="914400" algn="r" rtl="0" eaLnBrk="0" fontAlgn="base" hangingPunct="0">
              <a:spcBef>
                <a:spcPct val="0"/>
              </a:spcBef>
              <a:spcAft>
                <a:spcPct val="0"/>
              </a:spcAft>
              <a:defRPr sz="3600" b="1" i="1">
                <a:solidFill>
                  <a:srgbClr val="151C77"/>
                </a:solidFill>
                <a:latin typeface="Arial" charset="0"/>
              </a:defRPr>
            </a:lvl7pPr>
            <a:lvl8pPr marL="1371600" algn="r" rtl="0" eaLnBrk="0" fontAlgn="base" hangingPunct="0">
              <a:spcBef>
                <a:spcPct val="0"/>
              </a:spcBef>
              <a:spcAft>
                <a:spcPct val="0"/>
              </a:spcAft>
              <a:defRPr sz="3600" b="1" i="1">
                <a:solidFill>
                  <a:srgbClr val="151C77"/>
                </a:solidFill>
                <a:latin typeface="Arial" charset="0"/>
              </a:defRPr>
            </a:lvl8pPr>
            <a:lvl9pPr marL="1828800" algn="r" rtl="0" eaLnBrk="0" fontAlgn="base" hangingPunct="0">
              <a:spcBef>
                <a:spcPct val="0"/>
              </a:spcBef>
              <a:spcAft>
                <a:spcPct val="0"/>
              </a:spcAft>
              <a:defRPr sz="3600" b="1" i="1">
                <a:solidFill>
                  <a:srgbClr val="151C77"/>
                </a:solidFill>
                <a:latin typeface="Arial" charset="0"/>
              </a:defRPr>
            </a:lvl9pPr>
          </a:lstStyle>
          <a:p>
            <a:r>
              <a:rPr lang="en-US" altLang="en-US" sz="3200" kern="0" dirty="0"/>
              <a:t>AGENDA</a:t>
            </a:r>
          </a:p>
        </p:txBody>
      </p:sp>
    </p:spTree>
    <p:extLst>
      <p:ext uri="{BB962C8B-B14F-4D97-AF65-F5344CB8AC3E}">
        <p14:creationId xmlns:p14="http://schemas.microsoft.com/office/powerpoint/2010/main" val="29608953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4"/>
          <p:cNvSpPr>
            <a:spLocks noGrp="1" noChangeArrowheads="1"/>
          </p:cNvSpPr>
          <p:nvPr>
            <p:ph idx="1"/>
          </p:nvPr>
        </p:nvSpPr>
        <p:spPr>
          <a:xfrm>
            <a:off x="419100" y="1282391"/>
            <a:ext cx="8305800" cy="5081102"/>
          </a:xfrm>
        </p:spPr>
        <p:txBody>
          <a:bodyPr/>
          <a:lstStyle/>
          <a:p>
            <a:r>
              <a:rPr lang="en-US" sz="1600" b="0" i="0" u="sng" dirty="0">
                <a:solidFill>
                  <a:srgbClr val="002060"/>
                </a:solidFill>
                <a:effectLst/>
                <a:latin typeface="+mj-lt"/>
              </a:rPr>
              <a:t>No part of this briefing should be construed as direction or authority to proceed or obligate any cost to the Government.</a:t>
            </a:r>
            <a:r>
              <a:rPr lang="en-US" sz="1600" b="0" i="0" dirty="0">
                <a:solidFill>
                  <a:srgbClr val="002060"/>
                </a:solidFill>
                <a:effectLst/>
                <a:latin typeface="+mj-lt"/>
              </a:rPr>
              <a:t>​</a:t>
            </a:r>
          </a:p>
          <a:p>
            <a:r>
              <a:rPr lang="en-US" sz="1600" b="0" i="0" u="none" strike="noStrike" dirty="0">
                <a:solidFill>
                  <a:srgbClr val="002060"/>
                </a:solidFill>
                <a:effectLst/>
                <a:latin typeface="+mj-lt"/>
              </a:rPr>
              <a:t>All Government employees have an affirmative legal duty under Federal law to protect business trade secrets and proprietary information.  </a:t>
            </a:r>
            <a:r>
              <a:rPr lang="en-US" sz="1600" b="0" i="0" dirty="0">
                <a:solidFill>
                  <a:srgbClr val="002060"/>
                </a:solidFill>
                <a:effectLst/>
                <a:latin typeface="+mj-lt"/>
              </a:rPr>
              <a:t>​</a:t>
            </a:r>
          </a:p>
          <a:p>
            <a:r>
              <a:rPr lang="en-US" sz="1600" b="0" i="0" u="none" strike="noStrike" dirty="0">
                <a:solidFill>
                  <a:srgbClr val="002060"/>
                </a:solidFill>
                <a:effectLst/>
                <a:latin typeface="+mj-lt"/>
              </a:rPr>
              <a:t>All information discussed, both provided to and received by the Government, during the open sessions of the Industry Day will be considered public and fully releasable.</a:t>
            </a:r>
            <a:r>
              <a:rPr lang="en-US" sz="1600" b="0" i="0" dirty="0">
                <a:solidFill>
                  <a:srgbClr val="002060"/>
                </a:solidFill>
                <a:effectLst/>
                <a:latin typeface="+mj-lt"/>
              </a:rPr>
              <a:t>​</a:t>
            </a:r>
          </a:p>
          <a:p>
            <a:r>
              <a:rPr lang="en-US" sz="1600" b="0" i="0" u="none" strike="noStrike" dirty="0">
                <a:solidFill>
                  <a:srgbClr val="002060"/>
                </a:solidFill>
                <a:effectLst/>
                <a:latin typeface="+mj-lt"/>
              </a:rPr>
              <a:t>Similarly, any comments regarding the improvement of the draft solicitation, may be incorporated into the official solicitation when released.</a:t>
            </a:r>
            <a:r>
              <a:rPr lang="en-US" sz="1600" b="0" i="0" dirty="0">
                <a:solidFill>
                  <a:srgbClr val="002060"/>
                </a:solidFill>
                <a:effectLst/>
                <a:latin typeface="+mj-lt"/>
              </a:rPr>
              <a:t>​</a:t>
            </a:r>
          </a:p>
          <a:p>
            <a:r>
              <a:rPr lang="en-US" sz="1600" b="0" dirty="0">
                <a:solidFill>
                  <a:srgbClr val="002060"/>
                </a:solidFill>
                <a:latin typeface="+mj-lt"/>
              </a:rPr>
              <a:t>Information presented today may be subject to change and is not binding upon the Government</a:t>
            </a:r>
          </a:p>
          <a:p>
            <a:r>
              <a:rPr lang="en-US" altLang="en-US" sz="1600" b="0" dirty="0">
                <a:solidFill>
                  <a:srgbClr val="002060"/>
                </a:solidFill>
                <a:latin typeface="+mj-lt"/>
              </a:rPr>
              <a:t>Thank you for attending and showing interest in supporting Air Force requirements </a:t>
            </a:r>
          </a:p>
          <a:p>
            <a:r>
              <a:rPr lang="en-US" altLang="en-US" sz="1600" b="0" dirty="0">
                <a:solidFill>
                  <a:srgbClr val="002060"/>
                </a:solidFill>
                <a:latin typeface="+mj-lt"/>
              </a:rPr>
              <a:t>The Government will answer your questions to the best of our abilities</a:t>
            </a:r>
          </a:p>
          <a:p>
            <a:r>
              <a:rPr lang="en-US" altLang="en-US" sz="1600" b="0" dirty="0">
                <a:solidFill>
                  <a:srgbClr val="002060"/>
                </a:solidFill>
                <a:latin typeface="+mj-lt"/>
              </a:rPr>
              <a:t>The Government WILL NOT provide any answers related to funding, staffing, incumbents, etc. </a:t>
            </a:r>
          </a:p>
          <a:p>
            <a:endParaRPr lang="en-US" sz="1600" b="0" dirty="0">
              <a:solidFill>
                <a:srgbClr val="3333CC">
                  <a:lumMod val="50000"/>
                </a:srgbClr>
              </a:solidFill>
            </a:endParaRPr>
          </a:p>
          <a:p>
            <a:endParaRPr lang="en-US" sz="1600" b="0" i="0" dirty="0">
              <a:solidFill>
                <a:srgbClr val="000000"/>
              </a:solidFill>
              <a:effectLst/>
              <a:latin typeface="Arial" panose="020B0604020202020204" pitchFamily="34" charset="0"/>
            </a:endParaRPr>
          </a:p>
          <a:p>
            <a:pPr algn="l" rtl="0" fontAlgn="base">
              <a:buFont typeface="Arial" panose="020B0604020202020204" pitchFamily="34" charset="0"/>
              <a:buChar char="•"/>
            </a:pPr>
            <a:endParaRPr lang="en-US" sz="1400" b="0" i="0" dirty="0">
              <a:solidFill>
                <a:srgbClr val="000000"/>
              </a:solidFill>
              <a:effectLst/>
              <a:latin typeface="Arial" panose="020B0604020202020204" pitchFamily="34" charset="0"/>
            </a:endParaRPr>
          </a:p>
        </p:txBody>
      </p:sp>
      <p:sp>
        <p:nvSpPr>
          <p:cNvPr id="3" name="Date Placeholder 2"/>
          <p:cNvSpPr>
            <a:spLocks noGrp="1"/>
          </p:cNvSpPr>
          <p:nvPr>
            <p:ph type="dt" sz="half" idx="10"/>
          </p:nvPr>
        </p:nvSpPr>
        <p:spPr/>
        <p:txBody>
          <a:bodyPr/>
          <a:lstStyle/>
          <a:p>
            <a:pPr>
              <a:defRPr/>
            </a:pPr>
            <a:endParaRPr lang="en-US" dirty="0"/>
          </a:p>
        </p:txBody>
      </p:sp>
      <p:sp>
        <p:nvSpPr>
          <p:cNvPr id="2" name="Slide Number Placeholder 1"/>
          <p:cNvSpPr>
            <a:spLocks noGrp="1"/>
          </p:cNvSpPr>
          <p:nvPr>
            <p:ph type="sldNum" sz="quarter" idx="11"/>
          </p:nvPr>
        </p:nvSpPr>
        <p:spPr/>
        <p:txBody>
          <a:bodyPr/>
          <a:lstStyle/>
          <a:p>
            <a:pPr>
              <a:defRPr/>
            </a:pPr>
            <a:fld id="{E8C4CF4F-2ECB-4C54-9552-FB58A436033C}" type="slidenum">
              <a:rPr lang="en-US" smtClean="0"/>
              <a:pPr>
                <a:defRPr/>
              </a:pPr>
              <a:t>3</a:t>
            </a:fld>
            <a:endParaRPr lang="en-US" dirty="0">
              <a:solidFill>
                <a:schemeClr val="bg2"/>
              </a:solidFill>
            </a:endParaRPr>
          </a:p>
        </p:txBody>
      </p:sp>
      <p:sp>
        <p:nvSpPr>
          <p:cNvPr id="4" name="Rectangle 13"/>
          <p:cNvSpPr txBox="1">
            <a:spLocks noChangeArrowheads="1"/>
          </p:cNvSpPr>
          <p:nvPr/>
        </p:nvSpPr>
        <p:spPr bwMode="auto">
          <a:xfrm>
            <a:off x="1384300" y="413941"/>
            <a:ext cx="7340600" cy="78788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r" rtl="0" eaLnBrk="0" fontAlgn="base" hangingPunct="0">
              <a:spcBef>
                <a:spcPct val="0"/>
              </a:spcBef>
              <a:spcAft>
                <a:spcPct val="0"/>
              </a:spcAft>
              <a:defRPr sz="3600" b="1" i="1">
                <a:solidFill>
                  <a:srgbClr val="151C77"/>
                </a:solidFill>
                <a:latin typeface="+mj-lt"/>
                <a:ea typeface="+mj-ea"/>
                <a:cs typeface="+mj-cs"/>
              </a:defRPr>
            </a:lvl1pPr>
            <a:lvl2pPr algn="r" rtl="0" eaLnBrk="0" fontAlgn="base" hangingPunct="0">
              <a:spcBef>
                <a:spcPct val="0"/>
              </a:spcBef>
              <a:spcAft>
                <a:spcPct val="0"/>
              </a:spcAft>
              <a:defRPr sz="3600" b="1" i="1">
                <a:solidFill>
                  <a:srgbClr val="151C77"/>
                </a:solidFill>
                <a:latin typeface="Arial" charset="0"/>
              </a:defRPr>
            </a:lvl2pPr>
            <a:lvl3pPr algn="r" rtl="0" eaLnBrk="0" fontAlgn="base" hangingPunct="0">
              <a:spcBef>
                <a:spcPct val="0"/>
              </a:spcBef>
              <a:spcAft>
                <a:spcPct val="0"/>
              </a:spcAft>
              <a:defRPr sz="3600" b="1" i="1">
                <a:solidFill>
                  <a:srgbClr val="151C77"/>
                </a:solidFill>
                <a:latin typeface="Arial" charset="0"/>
              </a:defRPr>
            </a:lvl3pPr>
            <a:lvl4pPr algn="r" rtl="0" eaLnBrk="0" fontAlgn="base" hangingPunct="0">
              <a:spcBef>
                <a:spcPct val="0"/>
              </a:spcBef>
              <a:spcAft>
                <a:spcPct val="0"/>
              </a:spcAft>
              <a:defRPr sz="3600" b="1" i="1">
                <a:solidFill>
                  <a:srgbClr val="151C77"/>
                </a:solidFill>
                <a:latin typeface="Arial" charset="0"/>
              </a:defRPr>
            </a:lvl4pPr>
            <a:lvl5pPr algn="r" rtl="0" eaLnBrk="0" fontAlgn="base" hangingPunct="0">
              <a:spcBef>
                <a:spcPct val="0"/>
              </a:spcBef>
              <a:spcAft>
                <a:spcPct val="0"/>
              </a:spcAft>
              <a:defRPr sz="3600" b="1" i="1">
                <a:solidFill>
                  <a:srgbClr val="151C77"/>
                </a:solidFill>
                <a:latin typeface="Arial" charset="0"/>
              </a:defRPr>
            </a:lvl5pPr>
            <a:lvl6pPr marL="457200" algn="r" rtl="0" eaLnBrk="0" fontAlgn="base" hangingPunct="0">
              <a:spcBef>
                <a:spcPct val="0"/>
              </a:spcBef>
              <a:spcAft>
                <a:spcPct val="0"/>
              </a:spcAft>
              <a:defRPr sz="3600" b="1" i="1">
                <a:solidFill>
                  <a:srgbClr val="151C77"/>
                </a:solidFill>
                <a:latin typeface="Arial" charset="0"/>
              </a:defRPr>
            </a:lvl6pPr>
            <a:lvl7pPr marL="914400" algn="r" rtl="0" eaLnBrk="0" fontAlgn="base" hangingPunct="0">
              <a:spcBef>
                <a:spcPct val="0"/>
              </a:spcBef>
              <a:spcAft>
                <a:spcPct val="0"/>
              </a:spcAft>
              <a:defRPr sz="3600" b="1" i="1">
                <a:solidFill>
                  <a:srgbClr val="151C77"/>
                </a:solidFill>
                <a:latin typeface="Arial" charset="0"/>
              </a:defRPr>
            </a:lvl7pPr>
            <a:lvl8pPr marL="1371600" algn="r" rtl="0" eaLnBrk="0" fontAlgn="base" hangingPunct="0">
              <a:spcBef>
                <a:spcPct val="0"/>
              </a:spcBef>
              <a:spcAft>
                <a:spcPct val="0"/>
              </a:spcAft>
              <a:defRPr sz="3600" b="1" i="1">
                <a:solidFill>
                  <a:srgbClr val="151C77"/>
                </a:solidFill>
                <a:latin typeface="Arial" charset="0"/>
              </a:defRPr>
            </a:lvl8pPr>
            <a:lvl9pPr marL="1828800" algn="r" rtl="0" eaLnBrk="0" fontAlgn="base" hangingPunct="0">
              <a:spcBef>
                <a:spcPct val="0"/>
              </a:spcBef>
              <a:spcAft>
                <a:spcPct val="0"/>
              </a:spcAft>
              <a:defRPr sz="3600" b="1" i="1">
                <a:solidFill>
                  <a:srgbClr val="151C77"/>
                </a:solidFill>
                <a:latin typeface="Arial" charset="0"/>
              </a:defRPr>
            </a:lvl9pPr>
          </a:lstStyle>
          <a:p>
            <a:r>
              <a:rPr lang="en-US" sz="3200" i="0" dirty="0">
                <a:solidFill>
                  <a:srgbClr val="002060"/>
                </a:solidFill>
                <a:latin typeface="Arial" panose="020B0604020202020204" pitchFamily="34" charset="0"/>
              </a:rPr>
              <a:t>RULES OF ENGAGEMENT (ROE)</a:t>
            </a:r>
            <a:r>
              <a:rPr lang="en-US" sz="3200" b="0" i="0" dirty="0">
                <a:solidFill>
                  <a:srgbClr val="002060"/>
                </a:solidFill>
                <a:latin typeface="Arial" panose="020B0604020202020204" pitchFamily="34" charset="0"/>
              </a:rPr>
              <a:t>​</a:t>
            </a:r>
          </a:p>
        </p:txBody>
      </p:sp>
    </p:spTree>
    <p:extLst>
      <p:ext uri="{BB962C8B-B14F-4D97-AF65-F5344CB8AC3E}">
        <p14:creationId xmlns:p14="http://schemas.microsoft.com/office/powerpoint/2010/main" val="5481443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8898D-E7B0-F7DC-D2B9-58771A467312}"/>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7E7E644A-7DA3-DD8F-1BFB-D837D1EEDF00}"/>
              </a:ext>
            </a:extLst>
          </p:cNvPr>
          <p:cNvSpPr>
            <a:spLocks noGrp="1"/>
          </p:cNvSpPr>
          <p:nvPr>
            <p:ph type="dt" sz="half" idx="10"/>
          </p:nvPr>
        </p:nvSpPr>
        <p:spPr/>
        <p:txBody>
          <a:bodyPr/>
          <a:lstStyle/>
          <a:p>
            <a:pPr>
              <a:defRPr/>
            </a:pPr>
            <a:endParaRPr lang="en-US" dirty="0"/>
          </a:p>
        </p:txBody>
      </p:sp>
      <p:sp>
        <p:nvSpPr>
          <p:cNvPr id="2" name="Slide Number Placeholder 1">
            <a:extLst>
              <a:ext uri="{FF2B5EF4-FFF2-40B4-BE49-F238E27FC236}">
                <a16:creationId xmlns:a16="http://schemas.microsoft.com/office/drawing/2014/main" id="{D7534FE4-478F-C34B-AA98-E5150DC9633B}"/>
              </a:ext>
            </a:extLst>
          </p:cNvPr>
          <p:cNvSpPr>
            <a:spLocks noGrp="1"/>
          </p:cNvSpPr>
          <p:nvPr>
            <p:ph type="sldNum" sz="quarter" idx="11"/>
          </p:nvPr>
        </p:nvSpPr>
        <p:spPr/>
        <p:txBody>
          <a:bodyPr/>
          <a:lstStyle/>
          <a:p>
            <a:pPr>
              <a:defRPr/>
            </a:pPr>
            <a:fld id="{E8C4CF4F-2ECB-4C54-9552-FB58A436033C}" type="slidenum">
              <a:rPr lang="en-US" smtClean="0"/>
              <a:pPr>
                <a:defRPr/>
              </a:pPr>
              <a:t>4</a:t>
            </a:fld>
            <a:endParaRPr lang="en-US" dirty="0">
              <a:solidFill>
                <a:schemeClr val="bg2"/>
              </a:solidFill>
            </a:endParaRPr>
          </a:p>
        </p:txBody>
      </p:sp>
      <p:sp>
        <p:nvSpPr>
          <p:cNvPr id="4" name="Rectangle 13">
            <a:extLst>
              <a:ext uri="{FF2B5EF4-FFF2-40B4-BE49-F238E27FC236}">
                <a16:creationId xmlns:a16="http://schemas.microsoft.com/office/drawing/2014/main" id="{D3FD4CD7-459B-0F6D-7A03-A18CAFE0DD0B}"/>
              </a:ext>
            </a:extLst>
          </p:cNvPr>
          <p:cNvSpPr txBox="1">
            <a:spLocks noChangeArrowheads="1"/>
          </p:cNvSpPr>
          <p:nvPr/>
        </p:nvSpPr>
        <p:spPr bwMode="auto">
          <a:xfrm>
            <a:off x="1922706" y="494507"/>
            <a:ext cx="6848231" cy="78788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r" rtl="0" eaLnBrk="0" fontAlgn="base" hangingPunct="0">
              <a:spcBef>
                <a:spcPct val="0"/>
              </a:spcBef>
              <a:spcAft>
                <a:spcPct val="0"/>
              </a:spcAft>
              <a:defRPr sz="3600" b="1" i="1">
                <a:solidFill>
                  <a:srgbClr val="151C77"/>
                </a:solidFill>
                <a:latin typeface="+mj-lt"/>
                <a:ea typeface="+mj-ea"/>
                <a:cs typeface="+mj-cs"/>
              </a:defRPr>
            </a:lvl1pPr>
            <a:lvl2pPr algn="r" rtl="0" eaLnBrk="0" fontAlgn="base" hangingPunct="0">
              <a:spcBef>
                <a:spcPct val="0"/>
              </a:spcBef>
              <a:spcAft>
                <a:spcPct val="0"/>
              </a:spcAft>
              <a:defRPr sz="3600" b="1" i="1">
                <a:solidFill>
                  <a:srgbClr val="151C77"/>
                </a:solidFill>
                <a:latin typeface="Arial" charset="0"/>
              </a:defRPr>
            </a:lvl2pPr>
            <a:lvl3pPr algn="r" rtl="0" eaLnBrk="0" fontAlgn="base" hangingPunct="0">
              <a:spcBef>
                <a:spcPct val="0"/>
              </a:spcBef>
              <a:spcAft>
                <a:spcPct val="0"/>
              </a:spcAft>
              <a:defRPr sz="3600" b="1" i="1">
                <a:solidFill>
                  <a:srgbClr val="151C77"/>
                </a:solidFill>
                <a:latin typeface="Arial" charset="0"/>
              </a:defRPr>
            </a:lvl3pPr>
            <a:lvl4pPr algn="r" rtl="0" eaLnBrk="0" fontAlgn="base" hangingPunct="0">
              <a:spcBef>
                <a:spcPct val="0"/>
              </a:spcBef>
              <a:spcAft>
                <a:spcPct val="0"/>
              </a:spcAft>
              <a:defRPr sz="3600" b="1" i="1">
                <a:solidFill>
                  <a:srgbClr val="151C77"/>
                </a:solidFill>
                <a:latin typeface="Arial" charset="0"/>
              </a:defRPr>
            </a:lvl4pPr>
            <a:lvl5pPr algn="r" rtl="0" eaLnBrk="0" fontAlgn="base" hangingPunct="0">
              <a:spcBef>
                <a:spcPct val="0"/>
              </a:spcBef>
              <a:spcAft>
                <a:spcPct val="0"/>
              </a:spcAft>
              <a:defRPr sz="3600" b="1" i="1">
                <a:solidFill>
                  <a:srgbClr val="151C77"/>
                </a:solidFill>
                <a:latin typeface="Arial" charset="0"/>
              </a:defRPr>
            </a:lvl5pPr>
            <a:lvl6pPr marL="457200" algn="r" rtl="0" eaLnBrk="0" fontAlgn="base" hangingPunct="0">
              <a:spcBef>
                <a:spcPct val="0"/>
              </a:spcBef>
              <a:spcAft>
                <a:spcPct val="0"/>
              </a:spcAft>
              <a:defRPr sz="3600" b="1" i="1">
                <a:solidFill>
                  <a:srgbClr val="151C77"/>
                </a:solidFill>
                <a:latin typeface="Arial" charset="0"/>
              </a:defRPr>
            </a:lvl6pPr>
            <a:lvl7pPr marL="914400" algn="r" rtl="0" eaLnBrk="0" fontAlgn="base" hangingPunct="0">
              <a:spcBef>
                <a:spcPct val="0"/>
              </a:spcBef>
              <a:spcAft>
                <a:spcPct val="0"/>
              </a:spcAft>
              <a:defRPr sz="3600" b="1" i="1">
                <a:solidFill>
                  <a:srgbClr val="151C77"/>
                </a:solidFill>
                <a:latin typeface="Arial" charset="0"/>
              </a:defRPr>
            </a:lvl7pPr>
            <a:lvl8pPr marL="1371600" algn="r" rtl="0" eaLnBrk="0" fontAlgn="base" hangingPunct="0">
              <a:spcBef>
                <a:spcPct val="0"/>
              </a:spcBef>
              <a:spcAft>
                <a:spcPct val="0"/>
              </a:spcAft>
              <a:defRPr sz="3600" b="1" i="1">
                <a:solidFill>
                  <a:srgbClr val="151C77"/>
                </a:solidFill>
                <a:latin typeface="Arial" charset="0"/>
              </a:defRPr>
            </a:lvl8pPr>
            <a:lvl9pPr marL="1828800" algn="r" rtl="0" eaLnBrk="0" fontAlgn="base" hangingPunct="0">
              <a:spcBef>
                <a:spcPct val="0"/>
              </a:spcBef>
              <a:spcAft>
                <a:spcPct val="0"/>
              </a:spcAft>
              <a:defRPr sz="3600" b="1" i="1">
                <a:solidFill>
                  <a:srgbClr val="151C77"/>
                </a:solidFill>
                <a:latin typeface="Arial" charset="0"/>
              </a:defRPr>
            </a:lvl9pPr>
          </a:lstStyle>
          <a:p>
            <a:r>
              <a:rPr lang="en-US" altLang="en-US" sz="3200" kern="0" dirty="0"/>
              <a:t>INTRODUCTION</a:t>
            </a:r>
          </a:p>
        </p:txBody>
      </p:sp>
      <p:sp>
        <p:nvSpPr>
          <p:cNvPr id="6" name="Content Placeholder 5">
            <a:extLst>
              <a:ext uri="{FF2B5EF4-FFF2-40B4-BE49-F238E27FC236}">
                <a16:creationId xmlns:a16="http://schemas.microsoft.com/office/drawing/2014/main" id="{34CA4A46-8062-6127-50E8-24C64470ADDD}"/>
              </a:ext>
            </a:extLst>
          </p:cNvPr>
          <p:cNvSpPr>
            <a:spLocks noGrp="1"/>
          </p:cNvSpPr>
          <p:nvPr>
            <p:ph idx="1"/>
          </p:nvPr>
        </p:nvSpPr>
        <p:spPr>
          <a:xfrm>
            <a:off x="373062" y="1282391"/>
            <a:ext cx="8397875" cy="4743450"/>
          </a:xfrm>
        </p:spPr>
        <p:txBody>
          <a:bodyPr/>
          <a:lstStyle/>
          <a:p>
            <a:pPr marL="0" indent="0" algn="ctr">
              <a:buNone/>
            </a:pPr>
            <a:r>
              <a:rPr lang="en-US" sz="1800" dirty="0">
                <a:solidFill>
                  <a:schemeClr val="accent2">
                    <a:lumMod val="50000"/>
                  </a:schemeClr>
                </a:solidFill>
              </a:rPr>
              <a:t>WELCOME!</a:t>
            </a:r>
          </a:p>
          <a:p>
            <a:r>
              <a:rPr lang="en-US" sz="1800" dirty="0">
                <a:solidFill>
                  <a:schemeClr val="accent2">
                    <a:lumMod val="50000"/>
                  </a:schemeClr>
                </a:solidFill>
              </a:rPr>
              <a:t>The intent of today’s Industry Day/Preproposal Conference is threefold:</a:t>
            </a:r>
          </a:p>
          <a:p>
            <a:pPr lvl="1"/>
            <a:r>
              <a:rPr lang="en-US" sz="1800" b="0" dirty="0">
                <a:solidFill>
                  <a:schemeClr val="accent2">
                    <a:lumMod val="50000"/>
                  </a:schemeClr>
                </a:solidFill>
              </a:rPr>
              <a:t>Enhance industry’s understanding of the requirement/acquisition process</a:t>
            </a:r>
          </a:p>
          <a:p>
            <a:pPr lvl="1"/>
            <a:r>
              <a:rPr lang="en-US" sz="1800" b="0" dirty="0">
                <a:solidFill>
                  <a:schemeClr val="accent2">
                    <a:lumMod val="50000"/>
                  </a:schemeClr>
                </a:solidFill>
              </a:rPr>
              <a:t>Obtain useful and relevant feedback from industry before release of the formal solicitation specifically with regard to the complicated program management aspects as it relates to global coverage and PWS structure</a:t>
            </a:r>
          </a:p>
          <a:p>
            <a:pPr lvl="1"/>
            <a:r>
              <a:rPr lang="en-US" sz="1800" b="0" dirty="0">
                <a:solidFill>
                  <a:schemeClr val="accent2">
                    <a:lumMod val="50000"/>
                  </a:schemeClr>
                </a:solidFill>
              </a:rPr>
              <a:t>Provide Government opportunity to be as transparent with the requirement/acquisition as possible and allowable for open dialogue</a:t>
            </a:r>
          </a:p>
          <a:p>
            <a:pPr lvl="1"/>
            <a:r>
              <a:rPr lang="en-US" sz="1800" b="0" dirty="0">
                <a:solidFill>
                  <a:schemeClr val="accent2">
                    <a:lumMod val="50000"/>
                  </a:schemeClr>
                </a:solidFill>
              </a:rPr>
              <a:t>Provide open forum for Industry to network</a:t>
            </a:r>
          </a:p>
          <a:p>
            <a:pPr lvl="1"/>
            <a:endParaRPr lang="en-US" sz="1800" dirty="0">
              <a:solidFill>
                <a:schemeClr val="accent2">
                  <a:lumMod val="50000"/>
                </a:schemeClr>
              </a:solidFill>
            </a:endParaRPr>
          </a:p>
          <a:p>
            <a:pPr marL="406400" lvl="1" indent="0" algn="ctr">
              <a:buNone/>
            </a:pPr>
            <a:r>
              <a:rPr lang="en-US" sz="1800" dirty="0">
                <a:solidFill>
                  <a:schemeClr val="accent2">
                    <a:lumMod val="50000"/>
                  </a:schemeClr>
                </a:solidFill>
              </a:rPr>
              <a:t>Although proprietary/competition sensitive information is not sought in this setting, parties that intend to reveal such information must clearly identify it and any restrictions on its use by the USG</a:t>
            </a:r>
          </a:p>
          <a:p>
            <a:endParaRPr lang="en-US" dirty="0"/>
          </a:p>
        </p:txBody>
      </p:sp>
    </p:spTree>
    <p:extLst>
      <p:ext uri="{BB962C8B-B14F-4D97-AF65-F5344CB8AC3E}">
        <p14:creationId xmlns:p14="http://schemas.microsoft.com/office/powerpoint/2010/main" val="39084897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4"/>
          <p:cNvSpPr>
            <a:spLocks noGrp="1" noChangeArrowheads="1"/>
          </p:cNvSpPr>
          <p:nvPr>
            <p:ph idx="1"/>
          </p:nvPr>
        </p:nvSpPr>
        <p:spPr>
          <a:xfrm>
            <a:off x="419100" y="1440717"/>
            <a:ext cx="8305800" cy="4495800"/>
          </a:xfrm>
        </p:spPr>
        <p:txBody>
          <a:bodyPr/>
          <a:lstStyle/>
          <a:p>
            <a:pPr marL="0" indent="0" algn="ctr" rtl="0" fontAlgn="base">
              <a:buNone/>
            </a:pPr>
            <a:r>
              <a:rPr lang="en-US" sz="2400" b="0" i="0" u="none" strike="noStrike" dirty="0">
                <a:solidFill>
                  <a:srgbClr val="000000"/>
                </a:solidFill>
                <a:effectLst/>
                <a:latin typeface="Arial" panose="020B0604020202020204" pitchFamily="34" charset="0"/>
              </a:rPr>
              <a:t>Contracting </a:t>
            </a:r>
            <a:r>
              <a:rPr lang="en-US" sz="2400" b="0" dirty="0">
                <a:solidFill>
                  <a:srgbClr val="000000"/>
                </a:solidFill>
                <a:latin typeface="Arial" panose="020B0604020202020204" pitchFamily="34" charset="0"/>
              </a:rPr>
              <a:t>Officer</a:t>
            </a:r>
          </a:p>
          <a:p>
            <a:pPr marL="0" indent="0" algn="ctr" rtl="0" fontAlgn="base">
              <a:buNone/>
            </a:pPr>
            <a:r>
              <a:rPr lang="en-US" sz="2400" b="1" i="0" u="none" strike="noStrike" dirty="0">
                <a:solidFill>
                  <a:srgbClr val="000000"/>
                </a:solidFill>
                <a:effectLst/>
                <a:latin typeface="Arial" panose="020B0604020202020204" pitchFamily="34" charset="0"/>
              </a:rPr>
              <a:t>MARGARET SANTOS</a:t>
            </a:r>
          </a:p>
          <a:p>
            <a:pPr marL="0" indent="0" algn="ctr" rtl="0" fontAlgn="base">
              <a:buNone/>
            </a:pPr>
            <a:r>
              <a:rPr lang="en-US" sz="2400" b="0" dirty="0">
                <a:solidFill>
                  <a:srgbClr val="000000"/>
                </a:solidFill>
                <a:latin typeface="Arial" panose="020B0604020202020204" pitchFamily="34" charset="0"/>
              </a:rPr>
              <a:t>Contract Specialist</a:t>
            </a:r>
          </a:p>
          <a:p>
            <a:pPr marL="0" indent="0" algn="ctr" rtl="0" fontAlgn="base">
              <a:buNone/>
            </a:pPr>
            <a:r>
              <a:rPr lang="en-US" sz="2400" dirty="0">
                <a:solidFill>
                  <a:srgbClr val="000000"/>
                </a:solidFill>
                <a:latin typeface="Arial" panose="020B0604020202020204" pitchFamily="34" charset="0"/>
              </a:rPr>
              <a:t> Mr. TIMOTHY “TJ” PRYMAK</a:t>
            </a:r>
            <a:endParaRPr lang="en-US" sz="2400" b="0" i="0" dirty="0">
              <a:solidFill>
                <a:srgbClr val="000000"/>
              </a:solidFill>
              <a:effectLst/>
              <a:latin typeface="Arial" panose="020B0604020202020204" pitchFamily="34" charset="0"/>
            </a:endParaRPr>
          </a:p>
          <a:p>
            <a:pPr marL="0" indent="0" algn="ctr" rtl="0" fontAlgn="base">
              <a:buNone/>
            </a:pPr>
            <a:r>
              <a:rPr lang="en-US" sz="2400" b="0" i="0" dirty="0">
                <a:solidFill>
                  <a:srgbClr val="000000"/>
                </a:solidFill>
                <a:effectLst/>
                <a:latin typeface="Arial" panose="020B0604020202020204" pitchFamily="34" charset="0"/>
              </a:rPr>
              <a:t>​Only points of contact pertaining to this requirement</a:t>
            </a:r>
          </a:p>
          <a:p>
            <a:pPr marL="0" indent="0" algn="ctr" rtl="0" fontAlgn="base">
              <a:buNone/>
            </a:pPr>
            <a:r>
              <a:rPr lang="en-US" sz="2400" b="0" i="0" dirty="0">
                <a:solidFill>
                  <a:srgbClr val="000000"/>
                </a:solidFill>
                <a:effectLst/>
                <a:latin typeface="Arial" panose="020B0604020202020204" pitchFamily="34" charset="0"/>
              </a:rPr>
              <a:t>Email is the only method of communication</a:t>
            </a:r>
          </a:p>
          <a:p>
            <a:pPr marL="0" indent="0" algn="ctr" rtl="0" fontAlgn="base">
              <a:buNone/>
            </a:pPr>
            <a:r>
              <a:rPr lang="en-US" sz="2400" b="0" i="0" dirty="0">
                <a:solidFill>
                  <a:srgbClr val="0000FF"/>
                </a:solidFill>
                <a:effectLst/>
                <a:latin typeface="Arial" panose="020B0604020202020204" pitchFamily="34" charset="0"/>
                <a:hlinkClick r:id="rId3">
                  <a:extLst>
                    <a:ext uri="{A12FA001-AC4F-418D-AE19-62706E023703}">
                      <ahyp:hlinkClr xmlns:ahyp="http://schemas.microsoft.com/office/drawing/2018/hyperlinkcolor" val="tx"/>
                    </a:ext>
                  </a:extLst>
                </a:hlinkClick>
              </a:rPr>
              <a:t>Margaret.santos@us.af.mil</a:t>
            </a:r>
            <a:endParaRPr lang="en-US" sz="2400" b="0" i="0" dirty="0">
              <a:solidFill>
                <a:srgbClr val="0000FF"/>
              </a:solidFill>
              <a:effectLst/>
              <a:latin typeface="Arial" panose="020B0604020202020204" pitchFamily="34" charset="0"/>
            </a:endParaRPr>
          </a:p>
          <a:p>
            <a:pPr marL="0" indent="0" algn="ctr" rtl="0" fontAlgn="base">
              <a:buNone/>
            </a:pPr>
            <a:r>
              <a:rPr lang="en-US" sz="2400" b="0" dirty="0">
                <a:solidFill>
                  <a:srgbClr val="0000FF"/>
                </a:solidFill>
                <a:latin typeface="Arial" panose="020B0604020202020204" pitchFamily="34" charset="0"/>
                <a:hlinkClick r:id="rId4">
                  <a:extLst>
                    <a:ext uri="{A12FA001-AC4F-418D-AE19-62706E023703}">
                      <ahyp:hlinkClr xmlns:ahyp="http://schemas.microsoft.com/office/drawing/2018/hyperlinkcolor" val="tx"/>
                    </a:ext>
                  </a:extLst>
                </a:hlinkClick>
              </a:rPr>
              <a:t>Timothy.prymak@us.af.mil</a:t>
            </a:r>
            <a:r>
              <a:rPr lang="en-US" sz="2400" b="0" dirty="0">
                <a:solidFill>
                  <a:srgbClr val="0000FF"/>
                </a:solidFill>
                <a:latin typeface="Arial" panose="020B0604020202020204" pitchFamily="34" charset="0"/>
              </a:rPr>
              <a:t> </a:t>
            </a:r>
            <a:endParaRPr lang="en-US" sz="2400" b="0" i="0" dirty="0">
              <a:solidFill>
                <a:srgbClr val="0000FF"/>
              </a:solidFill>
              <a:effectLst/>
              <a:latin typeface="Arial" panose="020B0604020202020204" pitchFamily="34" charset="0"/>
            </a:endParaRPr>
          </a:p>
        </p:txBody>
      </p:sp>
      <p:sp>
        <p:nvSpPr>
          <p:cNvPr id="3" name="Date Placeholder 2"/>
          <p:cNvSpPr>
            <a:spLocks noGrp="1"/>
          </p:cNvSpPr>
          <p:nvPr>
            <p:ph type="dt" sz="half" idx="10"/>
          </p:nvPr>
        </p:nvSpPr>
        <p:spPr/>
        <p:txBody>
          <a:bodyPr/>
          <a:lstStyle/>
          <a:p>
            <a:pPr>
              <a:defRPr/>
            </a:pPr>
            <a:endParaRPr lang="en-US" dirty="0"/>
          </a:p>
        </p:txBody>
      </p:sp>
      <p:sp>
        <p:nvSpPr>
          <p:cNvPr id="2" name="Slide Number Placeholder 1"/>
          <p:cNvSpPr>
            <a:spLocks noGrp="1"/>
          </p:cNvSpPr>
          <p:nvPr>
            <p:ph type="sldNum" sz="quarter" idx="11"/>
          </p:nvPr>
        </p:nvSpPr>
        <p:spPr/>
        <p:txBody>
          <a:bodyPr/>
          <a:lstStyle/>
          <a:p>
            <a:pPr>
              <a:defRPr/>
            </a:pPr>
            <a:fld id="{E8C4CF4F-2ECB-4C54-9552-FB58A436033C}" type="slidenum">
              <a:rPr lang="en-US" smtClean="0"/>
              <a:pPr>
                <a:defRPr/>
              </a:pPr>
              <a:t>5</a:t>
            </a:fld>
            <a:endParaRPr lang="en-US" dirty="0">
              <a:solidFill>
                <a:schemeClr val="bg2"/>
              </a:solidFill>
            </a:endParaRPr>
          </a:p>
        </p:txBody>
      </p:sp>
      <p:sp>
        <p:nvSpPr>
          <p:cNvPr id="4" name="Rectangle 13"/>
          <p:cNvSpPr txBox="1">
            <a:spLocks noChangeArrowheads="1"/>
          </p:cNvSpPr>
          <p:nvPr/>
        </p:nvSpPr>
        <p:spPr bwMode="auto">
          <a:xfrm>
            <a:off x="2857501" y="422033"/>
            <a:ext cx="6064250" cy="78788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r" rtl="0" eaLnBrk="0" fontAlgn="base" hangingPunct="0">
              <a:spcBef>
                <a:spcPct val="0"/>
              </a:spcBef>
              <a:spcAft>
                <a:spcPct val="0"/>
              </a:spcAft>
              <a:defRPr sz="3600" b="1" i="1">
                <a:solidFill>
                  <a:srgbClr val="151C77"/>
                </a:solidFill>
                <a:latin typeface="+mj-lt"/>
                <a:ea typeface="+mj-ea"/>
                <a:cs typeface="+mj-cs"/>
              </a:defRPr>
            </a:lvl1pPr>
            <a:lvl2pPr algn="r" rtl="0" eaLnBrk="0" fontAlgn="base" hangingPunct="0">
              <a:spcBef>
                <a:spcPct val="0"/>
              </a:spcBef>
              <a:spcAft>
                <a:spcPct val="0"/>
              </a:spcAft>
              <a:defRPr sz="3600" b="1" i="1">
                <a:solidFill>
                  <a:srgbClr val="151C77"/>
                </a:solidFill>
                <a:latin typeface="Arial" charset="0"/>
              </a:defRPr>
            </a:lvl2pPr>
            <a:lvl3pPr algn="r" rtl="0" eaLnBrk="0" fontAlgn="base" hangingPunct="0">
              <a:spcBef>
                <a:spcPct val="0"/>
              </a:spcBef>
              <a:spcAft>
                <a:spcPct val="0"/>
              </a:spcAft>
              <a:defRPr sz="3600" b="1" i="1">
                <a:solidFill>
                  <a:srgbClr val="151C77"/>
                </a:solidFill>
                <a:latin typeface="Arial" charset="0"/>
              </a:defRPr>
            </a:lvl3pPr>
            <a:lvl4pPr algn="r" rtl="0" eaLnBrk="0" fontAlgn="base" hangingPunct="0">
              <a:spcBef>
                <a:spcPct val="0"/>
              </a:spcBef>
              <a:spcAft>
                <a:spcPct val="0"/>
              </a:spcAft>
              <a:defRPr sz="3600" b="1" i="1">
                <a:solidFill>
                  <a:srgbClr val="151C77"/>
                </a:solidFill>
                <a:latin typeface="Arial" charset="0"/>
              </a:defRPr>
            </a:lvl4pPr>
            <a:lvl5pPr algn="r" rtl="0" eaLnBrk="0" fontAlgn="base" hangingPunct="0">
              <a:spcBef>
                <a:spcPct val="0"/>
              </a:spcBef>
              <a:spcAft>
                <a:spcPct val="0"/>
              </a:spcAft>
              <a:defRPr sz="3600" b="1" i="1">
                <a:solidFill>
                  <a:srgbClr val="151C77"/>
                </a:solidFill>
                <a:latin typeface="Arial" charset="0"/>
              </a:defRPr>
            </a:lvl5pPr>
            <a:lvl6pPr marL="457200" algn="r" rtl="0" eaLnBrk="0" fontAlgn="base" hangingPunct="0">
              <a:spcBef>
                <a:spcPct val="0"/>
              </a:spcBef>
              <a:spcAft>
                <a:spcPct val="0"/>
              </a:spcAft>
              <a:defRPr sz="3600" b="1" i="1">
                <a:solidFill>
                  <a:srgbClr val="151C77"/>
                </a:solidFill>
                <a:latin typeface="Arial" charset="0"/>
              </a:defRPr>
            </a:lvl6pPr>
            <a:lvl7pPr marL="914400" algn="r" rtl="0" eaLnBrk="0" fontAlgn="base" hangingPunct="0">
              <a:spcBef>
                <a:spcPct val="0"/>
              </a:spcBef>
              <a:spcAft>
                <a:spcPct val="0"/>
              </a:spcAft>
              <a:defRPr sz="3600" b="1" i="1">
                <a:solidFill>
                  <a:srgbClr val="151C77"/>
                </a:solidFill>
                <a:latin typeface="Arial" charset="0"/>
              </a:defRPr>
            </a:lvl7pPr>
            <a:lvl8pPr marL="1371600" algn="r" rtl="0" eaLnBrk="0" fontAlgn="base" hangingPunct="0">
              <a:spcBef>
                <a:spcPct val="0"/>
              </a:spcBef>
              <a:spcAft>
                <a:spcPct val="0"/>
              </a:spcAft>
              <a:defRPr sz="3600" b="1" i="1">
                <a:solidFill>
                  <a:srgbClr val="151C77"/>
                </a:solidFill>
                <a:latin typeface="Arial" charset="0"/>
              </a:defRPr>
            </a:lvl8pPr>
            <a:lvl9pPr marL="1828800" algn="r" rtl="0" eaLnBrk="0" fontAlgn="base" hangingPunct="0">
              <a:spcBef>
                <a:spcPct val="0"/>
              </a:spcBef>
              <a:spcAft>
                <a:spcPct val="0"/>
              </a:spcAft>
              <a:defRPr sz="3600" b="1" i="1">
                <a:solidFill>
                  <a:srgbClr val="151C77"/>
                </a:solidFill>
                <a:latin typeface="Arial" charset="0"/>
              </a:defRPr>
            </a:lvl9pPr>
          </a:lstStyle>
          <a:p>
            <a:r>
              <a:rPr lang="en-US" altLang="en-US" sz="3200" kern="0" dirty="0"/>
              <a:t>INTRODUCTION</a:t>
            </a:r>
          </a:p>
        </p:txBody>
      </p:sp>
    </p:spTree>
    <p:extLst>
      <p:ext uri="{BB962C8B-B14F-4D97-AF65-F5344CB8AC3E}">
        <p14:creationId xmlns:p14="http://schemas.microsoft.com/office/powerpoint/2010/main" val="587665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4"/>
          <p:cNvSpPr>
            <a:spLocks noGrp="1" noChangeArrowheads="1"/>
          </p:cNvSpPr>
          <p:nvPr>
            <p:ph idx="1"/>
          </p:nvPr>
        </p:nvSpPr>
        <p:spPr>
          <a:xfrm>
            <a:off x="415290" y="1282391"/>
            <a:ext cx="8313420" cy="5009292"/>
          </a:xfrm>
        </p:spPr>
        <p:txBody>
          <a:bodyPr/>
          <a:lstStyle/>
          <a:p>
            <a:pPr algn="ctr"/>
            <a:r>
              <a:rPr lang="en-US" u="sng" dirty="0"/>
              <a:t>Mission Statement:</a:t>
            </a:r>
            <a:r>
              <a:rPr lang="en-US" dirty="0"/>
              <a:t> </a:t>
            </a:r>
            <a:br>
              <a:rPr lang="en-US" dirty="0"/>
            </a:br>
            <a:r>
              <a:rPr lang="en-US" b="0" dirty="0"/>
              <a:t>AF/A10 conducts </a:t>
            </a:r>
            <a:r>
              <a:rPr lang="en-US" dirty="0"/>
              <a:t>indefinite</a:t>
            </a:r>
            <a:r>
              <a:rPr lang="en-US" b="0" dirty="0"/>
              <a:t> guidance, oversight, and advocacy of the Air Force </a:t>
            </a:r>
            <a:r>
              <a:rPr lang="en-US" dirty="0"/>
              <a:t>strategic deterrence </a:t>
            </a:r>
            <a:r>
              <a:rPr lang="en-US" b="0" dirty="0"/>
              <a:t>mission, in order to ensure Airmen have the necessary capabilities to</a:t>
            </a:r>
            <a:r>
              <a:rPr lang="en-US" dirty="0"/>
              <a:t> protect the United States</a:t>
            </a:r>
            <a:r>
              <a:rPr lang="en-US" b="0" dirty="0"/>
              <a:t>. </a:t>
            </a:r>
          </a:p>
          <a:p>
            <a:pPr algn="ctr">
              <a:spcBef>
                <a:spcPts val="1800"/>
              </a:spcBef>
            </a:pPr>
            <a:r>
              <a:rPr lang="en-US" u="sng" dirty="0"/>
              <a:t>Vision:</a:t>
            </a:r>
            <a:r>
              <a:rPr lang="en-US" dirty="0"/>
              <a:t> </a:t>
            </a:r>
          </a:p>
          <a:p>
            <a:pPr marL="0" indent="0" algn="ctr">
              <a:buNone/>
            </a:pPr>
            <a:r>
              <a:rPr lang="en-US" b="0" dirty="0"/>
              <a:t>An </a:t>
            </a:r>
            <a:r>
              <a:rPr lang="en-US" dirty="0"/>
              <a:t>Agile, back-to-basics </a:t>
            </a:r>
            <a:r>
              <a:rPr lang="en-US" b="0" dirty="0"/>
              <a:t>directorate, ensuring safe, secure, and reliable deterrence </a:t>
            </a:r>
            <a:r>
              <a:rPr lang="en-US" dirty="0"/>
              <a:t>both today and into the future.</a:t>
            </a:r>
          </a:p>
          <a:p>
            <a:pPr algn="ctr">
              <a:spcBef>
                <a:spcPts val="1800"/>
              </a:spcBef>
            </a:pPr>
            <a:r>
              <a:rPr lang="en-US" u="sng" dirty="0"/>
              <a:t>Priorities:</a:t>
            </a:r>
            <a:r>
              <a:rPr lang="en-US" dirty="0"/>
              <a:t> </a:t>
            </a:r>
          </a:p>
          <a:p>
            <a:pPr algn="ctr">
              <a:buFont typeface="Wingdings" panose="05000000000000000000" pitchFamily="2" charset="2"/>
              <a:buChar char="Ø"/>
            </a:pPr>
            <a:r>
              <a:rPr lang="en-US" b="0" dirty="0"/>
              <a:t>Live Our </a:t>
            </a:r>
            <a:r>
              <a:rPr lang="en-US" dirty="0"/>
              <a:t>Core Values</a:t>
            </a:r>
            <a:r>
              <a:rPr lang="en-US" b="0" dirty="0"/>
              <a:t>: Integrity, Service, Excellence </a:t>
            </a:r>
          </a:p>
          <a:p>
            <a:pPr algn="ctr">
              <a:buFont typeface="Wingdings" panose="05000000000000000000" pitchFamily="2" charset="2"/>
              <a:buChar char="Ø"/>
            </a:pPr>
            <a:r>
              <a:rPr lang="en-US" b="0" dirty="0"/>
              <a:t>Ensure Our </a:t>
            </a:r>
            <a:r>
              <a:rPr lang="en-US" dirty="0"/>
              <a:t>“Big-3 Missions” </a:t>
            </a:r>
          </a:p>
          <a:p>
            <a:pPr marL="0" indent="0" algn="ctr">
              <a:spcBef>
                <a:spcPts val="0"/>
              </a:spcBef>
              <a:buNone/>
            </a:pPr>
            <a:r>
              <a:rPr lang="en-US" b="0" dirty="0"/>
              <a:t>Strategic Deterrence Policy, Nuclear Modernization, C-WMD</a:t>
            </a:r>
          </a:p>
          <a:p>
            <a:pPr algn="ctr">
              <a:buFont typeface="Wingdings" panose="05000000000000000000" pitchFamily="2" charset="2"/>
              <a:buChar char="Ø"/>
            </a:pPr>
            <a:r>
              <a:rPr lang="en-US" dirty="0"/>
              <a:t>Enable Airmen </a:t>
            </a:r>
            <a:r>
              <a:rPr lang="en-US" b="0" dirty="0"/>
              <a:t>and their families</a:t>
            </a:r>
          </a:p>
          <a:p>
            <a:pPr marL="0" indent="0">
              <a:spcBef>
                <a:spcPts val="0"/>
              </a:spcBef>
              <a:buNone/>
            </a:pPr>
            <a:endParaRPr lang="en-US" sz="1600" b="0" dirty="0"/>
          </a:p>
          <a:p>
            <a:pPr algn="l" rtl="0" fontAlgn="base">
              <a:buFont typeface="Arial" panose="020B0604020202020204" pitchFamily="34" charset="0"/>
              <a:buChar char="•"/>
            </a:pPr>
            <a:endParaRPr lang="en-US" b="0" i="0" dirty="0">
              <a:solidFill>
                <a:srgbClr val="000000"/>
              </a:solidFill>
              <a:effectLst/>
              <a:latin typeface="Arial" panose="020B0604020202020204" pitchFamily="34" charset="0"/>
            </a:endParaRPr>
          </a:p>
        </p:txBody>
      </p:sp>
      <p:sp>
        <p:nvSpPr>
          <p:cNvPr id="3" name="Date Placeholder 2"/>
          <p:cNvSpPr>
            <a:spLocks noGrp="1"/>
          </p:cNvSpPr>
          <p:nvPr>
            <p:ph type="dt" sz="half" idx="10"/>
          </p:nvPr>
        </p:nvSpPr>
        <p:spPr/>
        <p:txBody>
          <a:bodyPr/>
          <a:lstStyle/>
          <a:p>
            <a:pPr>
              <a:defRPr/>
            </a:pPr>
            <a:endParaRPr lang="en-US" dirty="0"/>
          </a:p>
        </p:txBody>
      </p:sp>
      <p:sp>
        <p:nvSpPr>
          <p:cNvPr id="2" name="Slide Number Placeholder 1"/>
          <p:cNvSpPr>
            <a:spLocks noGrp="1"/>
          </p:cNvSpPr>
          <p:nvPr>
            <p:ph type="sldNum" sz="quarter" idx="11"/>
          </p:nvPr>
        </p:nvSpPr>
        <p:spPr/>
        <p:txBody>
          <a:bodyPr/>
          <a:lstStyle/>
          <a:p>
            <a:pPr>
              <a:defRPr/>
            </a:pPr>
            <a:fld id="{E8C4CF4F-2ECB-4C54-9552-FB58A436033C}" type="slidenum">
              <a:rPr lang="en-US" smtClean="0"/>
              <a:pPr>
                <a:defRPr/>
              </a:pPr>
              <a:t>6</a:t>
            </a:fld>
            <a:endParaRPr lang="en-US" dirty="0">
              <a:solidFill>
                <a:schemeClr val="bg2"/>
              </a:solidFill>
            </a:endParaRPr>
          </a:p>
        </p:txBody>
      </p:sp>
      <p:sp>
        <p:nvSpPr>
          <p:cNvPr id="4" name="Rectangle 13"/>
          <p:cNvSpPr txBox="1">
            <a:spLocks noChangeArrowheads="1"/>
          </p:cNvSpPr>
          <p:nvPr/>
        </p:nvSpPr>
        <p:spPr bwMode="auto">
          <a:xfrm>
            <a:off x="4321810" y="494507"/>
            <a:ext cx="4406900" cy="78788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r" rtl="0" eaLnBrk="0" fontAlgn="base" hangingPunct="0">
              <a:spcBef>
                <a:spcPct val="0"/>
              </a:spcBef>
              <a:spcAft>
                <a:spcPct val="0"/>
              </a:spcAft>
              <a:defRPr sz="3600" b="1" i="1">
                <a:solidFill>
                  <a:srgbClr val="151C77"/>
                </a:solidFill>
                <a:latin typeface="+mj-lt"/>
                <a:ea typeface="+mj-ea"/>
                <a:cs typeface="+mj-cs"/>
              </a:defRPr>
            </a:lvl1pPr>
            <a:lvl2pPr algn="r" rtl="0" eaLnBrk="0" fontAlgn="base" hangingPunct="0">
              <a:spcBef>
                <a:spcPct val="0"/>
              </a:spcBef>
              <a:spcAft>
                <a:spcPct val="0"/>
              </a:spcAft>
              <a:defRPr sz="3600" b="1" i="1">
                <a:solidFill>
                  <a:srgbClr val="151C77"/>
                </a:solidFill>
                <a:latin typeface="Arial" charset="0"/>
              </a:defRPr>
            </a:lvl2pPr>
            <a:lvl3pPr algn="r" rtl="0" eaLnBrk="0" fontAlgn="base" hangingPunct="0">
              <a:spcBef>
                <a:spcPct val="0"/>
              </a:spcBef>
              <a:spcAft>
                <a:spcPct val="0"/>
              </a:spcAft>
              <a:defRPr sz="3600" b="1" i="1">
                <a:solidFill>
                  <a:srgbClr val="151C77"/>
                </a:solidFill>
                <a:latin typeface="Arial" charset="0"/>
              </a:defRPr>
            </a:lvl3pPr>
            <a:lvl4pPr algn="r" rtl="0" eaLnBrk="0" fontAlgn="base" hangingPunct="0">
              <a:spcBef>
                <a:spcPct val="0"/>
              </a:spcBef>
              <a:spcAft>
                <a:spcPct val="0"/>
              </a:spcAft>
              <a:defRPr sz="3600" b="1" i="1">
                <a:solidFill>
                  <a:srgbClr val="151C77"/>
                </a:solidFill>
                <a:latin typeface="Arial" charset="0"/>
              </a:defRPr>
            </a:lvl4pPr>
            <a:lvl5pPr algn="r" rtl="0" eaLnBrk="0" fontAlgn="base" hangingPunct="0">
              <a:spcBef>
                <a:spcPct val="0"/>
              </a:spcBef>
              <a:spcAft>
                <a:spcPct val="0"/>
              </a:spcAft>
              <a:defRPr sz="3600" b="1" i="1">
                <a:solidFill>
                  <a:srgbClr val="151C77"/>
                </a:solidFill>
                <a:latin typeface="Arial" charset="0"/>
              </a:defRPr>
            </a:lvl5pPr>
            <a:lvl6pPr marL="457200" algn="r" rtl="0" eaLnBrk="0" fontAlgn="base" hangingPunct="0">
              <a:spcBef>
                <a:spcPct val="0"/>
              </a:spcBef>
              <a:spcAft>
                <a:spcPct val="0"/>
              </a:spcAft>
              <a:defRPr sz="3600" b="1" i="1">
                <a:solidFill>
                  <a:srgbClr val="151C77"/>
                </a:solidFill>
                <a:latin typeface="Arial" charset="0"/>
              </a:defRPr>
            </a:lvl6pPr>
            <a:lvl7pPr marL="914400" algn="r" rtl="0" eaLnBrk="0" fontAlgn="base" hangingPunct="0">
              <a:spcBef>
                <a:spcPct val="0"/>
              </a:spcBef>
              <a:spcAft>
                <a:spcPct val="0"/>
              </a:spcAft>
              <a:defRPr sz="3600" b="1" i="1">
                <a:solidFill>
                  <a:srgbClr val="151C77"/>
                </a:solidFill>
                <a:latin typeface="Arial" charset="0"/>
              </a:defRPr>
            </a:lvl7pPr>
            <a:lvl8pPr marL="1371600" algn="r" rtl="0" eaLnBrk="0" fontAlgn="base" hangingPunct="0">
              <a:spcBef>
                <a:spcPct val="0"/>
              </a:spcBef>
              <a:spcAft>
                <a:spcPct val="0"/>
              </a:spcAft>
              <a:defRPr sz="3600" b="1" i="1">
                <a:solidFill>
                  <a:srgbClr val="151C77"/>
                </a:solidFill>
                <a:latin typeface="Arial" charset="0"/>
              </a:defRPr>
            </a:lvl8pPr>
            <a:lvl9pPr marL="1828800" algn="r" rtl="0" eaLnBrk="0" fontAlgn="base" hangingPunct="0">
              <a:spcBef>
                <a:spcPct val="0"/>
              </a:spcBef>
              <a:spcAft>
                <a:spcPct val="0"/>
              </a:spcAft>
              <a:defRPr sz="3600" b="1" i="1">
                <a:solidFill>
                  <a:srgbClr val="151C77"/>
                </a:solidFill>
                <a:latin typeface="Arial" charset="0"/>
              </a:defRPr>
            </a:lvl9pPr>
          </a:lstStyle>
          <a:p>
            <a:r>
              <a:rPr lang="en-US" altLang="en-US" sz="3200" kern="0" dirty="0"/>
              <a:t>A10 MISSION</a:t>
            </a:r>
          </a:p>
        </p:txBody>
      </p:sp>
    </p:spTree>
    <p:extLst>
      <p:ext uri="{BB962C8B-B14F-4D97-AF65-F5344CB8AC3E}">
        <p14:creationId xmlns:p14="http://schemas.microsoft.com/office/powerpoint/2010/main" val="24032798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15909-688C-8869-D14F-E556F6BDC2EC}"/>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1FF1697F-A2F2-3E7E-44A2-21556A4FFD4A}"/>
              </a:ext>
            </a:extLst>
          </p:cNvPr>
          <p:cNvSpPr>
            <a:spLocks noGrp="1"/>
          </p:cNvSpPr>
          <p:nvPr>
            <p:ph type="dt" sz="half" idx="10"/>
          </p:nvPr>
        </p:nvSpPr>
        <p:spPr/>
        <p:txBody>
          <a:bodyPr/>
          <a:lstStyle/>
          <a:p>
            <a:pPr>
              <a:defRPr/>
            </a:pPr>
            <a:endParaRPr lang="en-US" dirty="0"/>
          </a:p>
        </p:txBody>
      </p:sp>
      <p:sp>
        <p:nvSpPr>
          <p:cNvPr id="2" name="Slide Number Placeholder 1">
            <a:extLst>
              <a:ext uri="{FF2B5EF4-FFF2-40B4-BE49-F238E27FC236}">
                <a16:creationId xmlns:a16="http://schemas.microsoft.com/office/drawing/2014/main" id="{4148A976-90D8-C5FC-3144-37B789EC511C}"/>
              </a:ext>
            </a:extLst>
          </p:cNvPr>
          <p:cNvSpPr>
            <a:spLocks noGrp="1"/>
          </p:cNvSpPr>
          <p:nvPr>
            <p:ph type="sldNum" sz="quarter" idx="11"/>
          </p:nvPr>
        </p:nvSpPr>
        <p:spPr/>
        <p:txBody>
          <a:bodyPr/>
          <a:lstStyle/>
          <a:p>
            <a:pPr>
              <a:defRPr/>
            </a:pPr>
            <a:fld id="{E8C4CF4F-2ECB-4C54-9552-FB58A436033C}" type="slidenum">
              <a:rPr lang="en-US" smtClean="0"/>
              <a:pPr>
                <a:defRPr/>
              </a:pPr>
              <a:t>7</a:t>
            </a:fld>
            <a:endParaRPr lang="en-US" dirty="0">
              <a:solidFill>
                <a:schemeClr val="bg2"/>
              </a:solidFill>
            </a:endParaRPr>
          </a:p>
        </p:txBody>
      </p:sp>
      <p:sp>
        <p:nvSpPr>
          <p:cNvPr id="4" name="Rectangle 13">
            <a:extLst>
              <a:ext uri="{FF2B5EF4-FFF2-40B4-BE49-F238E27FC236}">
                <a16:creationId xmlns:a16="http://schemas.microsoft.com/office/drawing/2014/main" id="{8F3A755A-9765-A63C-1757-51B22382B088}"/>
              </a:ext>
            </a:extLst>
          </p:cNvPr>
          <p:cNvSpPr txBox="1">
            <a:spLocks noChangeArrowheads="1"/>
          </p:cNvSpPr>
          <p:nvPr/>
        </p:nvSpPr>
        <p:spPr bwMode="auto">
          <a:xfrm>
            <a:off x="1949693" y="247717"/>
            <a:ext cx="6859344" cy="97745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r" rtl="0" eaLnBrk="0" fontAlgn="base" hangingPunct="0">
              <a:spcBef>
                <a:spcPct val="0"/>
              </a:spcBef>
              <a:spcAft>
                <a:spcPct val="0"/>
              </a:spcAft>
              <a:defRPr sz="3600" b="1" i="1">
                <a:solidFill>
                  <a:srgbClr val="151C77"/>
                </a:solidFill>
                <a:latin typeface="+mj-lt"/>
                <a:ea typeface="+mj-ea"/>
                <a:cs typeface="+mj-cs"/>
              </a:defRPr>
            </a:lvl1pPr>
            <a:lvl2pPr algn="r" rtl="0" eaLnBrk="0" fontAlgn="base" hangingPunct="0">
              <a:spcBef>
                <a:spcPct val="0"/>
              </a:spcBef>
              <a:spcAft>
                <a:spcPct val="0"/>
              </a:spcAft>
              <a:defRPr sz="3600" b="1" i="1">
                <a:solidFill>
                  <a:srgbClr val="151C77"/>
                </a:solidFill>
                <a:latin typeface="Arial" charset="0"/>
              </a:defRPr>
            </a:lvl2pPr>
            <a:lvl3pPr algn="r" rtl="0" eaLnBrk="0" fontAlgn="base" hangingPunct="0">
              <a:spcBef>
                <a:spcPct val="0"/>
              </a:spcBef>
              <a:spcAft>
                <a:spcPct val="0"/>
              </a:spcAft>
              <a:defRPr sz="3600" b="1" i="1">
                <a:solidFill>
                  <a:srgbClr val="151C77"/>
                </a:solidFill>
                <a:latin typeface="Arial" charset="0"/>
              </a:defRPr>
            </a:lvl3pPr>
            <a:lvl4pPr algn="r" rtl="0" eaLnBrk="0" fontAlgn="base" hangingPunct="0">
              <a:spcBef>
                <a:spcPct val="0"/>
              </a:spcBef>
              <a:spcAft>
                <a:spcPct val="0"/>
              </a:spcAft>
              <a:defRPr sz="3600" b="1" i="1">
                <a:solidFill>
                  <a:srgbClr val="151C77"/>
                </a:solidFill>
                <a:latin typeface="Arial" charset="0"/>
              </a:defRPr>
            </a:lvl4pPr>
            <a:lvl5pPr algn="r" rtl="0" eaLnBrk="0" fontAlgn="base" hangingPunct="0">
              <a:spcBef>
                <a:spcPct val="0"/>
              </a:spcBef>
              <a:spcAft>
                <a:spcPct val="0"/>
              </a:spcAft>
              <a:defRPr sz="3600" b="1" i="1">
                <a:solidFill>
                  <a:srgbClr val="151C77"/>
                </a:solidFill>
                <a:latin typeface="Arial" charset="0"/>
              </a:defRPr>
            </a:lvl5pPr>
            <a:lvl6pPr marL="457200" algn="r" rtl="0" eaLnBrk="0" fontAlgn="base" hangingPunct="0">
              <a:spcBef>
                <a:spcPct val="0"/>
              </a:spcBef>
              <a:spcAft>
                <a:spcPct val="0"/>
              </a:spcAft>
              <a:defRPr sz="3600" b="1" i="1">
                <a:solidFill>
                  <a:srgbClr val="151C77"/>
                </a:solidFill>
                <a:latin typeface="Arial" charset="0"/>
              </a:defRPr>
            </a:lvl6pPr>
            <a:lvl7pPr marL="914400" algn="r" rtl="0" eaLnBrk="0" fontAlgn="base" hangingPunct="0">
              <a:spcBef>
                <a:spcPct val="0"/>
              </a:spcBef>
              <a:spcAft>
                <a:spcPct val="0"/>
              </a:spcAft>
              <a:defRPr sz="3600" b="1" i="1">
                <a:solidFill>
                  <a:srgbClr val="151C77"/>
                </a:solidFill>
                <a:latin typeface="Arial" charset="0"/>
              </a:defRPr>
            </a:lvl7pPr>
            <a:lvl8pPr marL="1371600" algn="r" rtl="0" eaLnBrk="0" fontAlgn="base" hangingPunct="0">
              <a:spcBef>
                <a:spcPct val="0"/>
              </a:spcBef>
              <a:spcAft>
                <a:spcPct val="0"/>
              </a:spcAft>
              <a:defRPr sz="3600" b="1" i="1">
                <a:solidFill>
                  <a:srgbClr val="151C77"/>
                </a:solidFill>
                <a:latin typeface="Arial" charset="0"/>
              </a:defRPr>
            </a:lvl8pPr>
            <a:lvl9pPr marL="1828800" algn="r" rtl="0" eaLnBrk="0" fontAlgn="base" hangingPunct="0">
              <a:spcBef>
                <a:spcPct val="0"/>
              </a:spcBef>
              <a:spcAft>
                <a:spcPct val="0"/>
              </a:spcAft>
              <a:defRPr sz="3600" b="1" i="1">
                <a:solidFill>
                  <a:srgbClr val="151C77"/>
                </a:solidFill>
                <a:latin typeface="Arial" charset="0"/>
              </a:defRPr>
            </a:lvl9pPr>
          </a:lstStyle>
          <a:p>
            <a:r>
              <a:rPr lang="en-US" altLang="en-US" sz="3200" dirty="0"/>
              <a:t>TENTATIVE STRATEGY</a:t>
            </a:r>
            <a:endParaRPr lang="en-US" altLang="en-US" sz="3200" kern="0" dirty="0"/>
          </a:p>
        </p:txBody>
      </p:sp>
      <p:sp>
        <p:nvSpPr>
          <p:cNvPr id="6" name="Content Placeholder 5">
            <a:extLst>
              <a:ext uri="{FF2B5EF4-FFF2-40B4-BE49-F238E27FC236}">
                <a16:creationId xmlns:a16="http://schemas.microsoft.com/office/drawing/2014/main" id="{D0B47745-BA9F-76AD-5B77-75C872CB4DAD}"/>
              </a:ext>
            </a:extLst>
          </p:cNvPr>
          <p:cNvSpPr>
            <a:spLocks noGrp="1"/>
          </p:cNvSpPr>
          <p:nvPr>
            <p:ph idx="1"/>
          </p:nvPr>
        </p:nvSpPr>
        <p:spPr>
          <a:xfrm>
            <a:off x="268287" y="1692033"/>
            <a:ext cx="8397875" cy="5137392"/>
          </a:xfrm>
        </p:spPr>
        <p:txBody>
          <a:bodyPr/>
          <a:lstStyle/>
          <a:p>
            <a:pPr marL="0" indent="0" algn="ctr">
              <a:buNone/>
            </a:pPr>
            <a:r>
              <a:rPr lang="en-US" sz="1600" dirty="0"/>
              <a:t>Strategic Plans and Policy Support Services (SPPSS) 2</a:t>
            </a:r>
            <a:endParaRPr lang="en-US" sz="1600" dirty="0">
              <a:solidFill>
                <a:schemeClr val="accent2">
                  <a:lumMod val="50000"/>
                </a:schemeClr>
              </a:solidFill>
            </a:endParaRPr>
          </a:p>
          <a:p>
            <a:pPr marL="228600" indent="-228600"/>
            <a:r>
              <a:rPr lang="en-US" sz="1600" dirty="0"/>
              <a:t>Requirement</a:t>
            </a:r>
          </a:p>
          <a:p>
            <a:pPr marL="0" indent="0">
              <a:buNone/>
            </a:pPr>
            <a:r>
              <a:rPr lang="en-US" altLang="en-US" sz="1600" b="0" dirty="0"/>
              <a:t>T</a:t>
            </a:r>
            <a:r>
              <a:rPr lang="en-US" sz="1600" b="0" dirty="0"/>
              <a:t>echnical, analytical, operational, programmatic, and planning subject matter expertise support for AF/A10 and the Integrated Air and Missile Defense (IAMD) Branch (AF/A3OY) missions. To support AF national security strategic plans and policies, concepts, and initiatives. </a:t>
            </a:r>
          </a:p>
          <a:p>
            <a:pPr marL="228600" indent="-228600"/>
            <a:r>
              <a:rPr lang="en-US" sz="1600" dirty="0"/>
              <a:t>Period of Performance 5 years + 6 Months</a:t>
            </a:r>
          </a:p>
          <a:p>
            <a:pPr marL="457200" lvl="1" indent="-228600"/>
            <a:r>
              <a:rPr lang="en-US" sz="1600" b="0" dirty="0"/>
              <a:t>12-Month Base 27 July 26 – 26 July 27 </a:t>
            </a:r>
          </a:p>
          <a:p>
            <a:pPr marL="457200" lvl="1" indent="-228600"/>
            <a:r>
              <a:rPr lang="en-US" sz="1600" b="0" dirty="0"/>
              <a:t>4 12-month Options 27 July 27 – 26 July 31 </a:t>
            </a:r>
            <a:r>
              <a:rPr lang="en-US" sz="1200" b="0" i="1" dirty="0"/>
              <a:t>(IAW RFO 52.217-9 Option to Extend the Term of the Contract)</a:t>
            </a:r>
          </a:p>
          <a:p>
            <a:pPr marL="457200" lvl="1" indent="-228600"/>
            <a:r>
              <a:rPr lang="en-US" sz="1600" b="0" dirty="0"/>
              <a:t>Up to 6 months </a:t>
            </a:r>
            <a:r>
              <a:rPr lang="en-US" sz="1200" b="0" i="1" dirty="0"/>
              <a:t>(IAW RFO 52.217-8 Extend Services) TBD, if and when, required.</a:t>
            </a:r>
          </a:p>
          <a:p>
            <a:pPr marL="228600" indent="-228600"/>
            <a:r>
              <a:rPr lang="en-US" sz="1600" dirty="0"/>
              <a:t>Non-Commercial Terms and Conditions</a:t>
            </a:r>
          </a:p>
          <a:p>
            <a:pPr marL="230188" indent="-230188"/>
            <a:r>
              <a:rPr lang="en-US" sz="1600" dirty="0"/>
              <a:t>Cost Plus Fixed Fee</a:t>
            </a:r>
            <a:r>
              <a:rPr lang="en-US" altLang="en-US" sz="1600" dirty="0"/>
              <a:t> Task Order with Cost Reimbursable CLINs</a:t>
            </a:r>
          </a:p>
          <a:p>
            <a:pPr marL="230188" indent="-230188"/>
            <a:r>
              <a:rPr lang="en-US" altLang="en-US" sz="1600" i="1" dirty="0"/>
              <a:t>One Task Order off GSA OASIS+ </a:t>
            </a:r>
            <a:r>
              <a:rPr lang="en-US" sz="1600" b="0" dirty="0">
                <a:solidFill>
                  <a:srgbClr val="000000"/>
                </a:solidFill>
                <a:latin typeface="Arial" panose="020B0604020202020204" pitchFamily="34" charset="0"/>
              </a:rPr>
              <a:t>Unrestricted 60214 </a:t>
            </a:r>
            <a:r>
              <a:rPr lang="en-US" sz="1600" b="0" dirty="0">
                <a:solidFill>
                  <a:srgbClr val="0000FF"/>
                </a:solidFill>
                <a:latin typeface="Arial" panose="020B0604020202020204" pitchFamily="34" charset="0"/>
              </a:rPr>
              <a:t>(</a:t>
            </a:r>
            <a:r>
              <a:rPr lang="en-US" sz="1600" b="0" i="1" dirty="0">
                <a:solidFill>
                  <a:srgbClr val="0000FF"/>
                </a:solidFill>
                <a:latin typeface="Arial" panose="020B0604020202020204" pitchFamily="34" charset="0"/>
              </a:rPr>
              <a:t>TENTATIVE)</a:t>
            </a:r>
          </a:p>
          <a:p>
            <a:pPr marL="631825" lvl="1" indent="-228600"/>
            <a:r>
              <a:rPr lang="en-US" sz="1600" b="0" dirty="0">
                <a:solidFill>
                  <a:srgbClr val="000000"/>
                </a:solidFill>
                <a:latin typeface="Arial" panose="020B0604020202020204" pitchFamily="34" charset="0"/>
              </a:rPr>
              <a:t>Fair Opportunity Procedures IAW RFO 16.5 and GSA OASIS+ </a:t>
            </a:r>
          </a:p>
          <a:p>
            <a:pPr marL="230188" indent="-230188"/>
            <a:endParaRPr lang="en-US" altLang="en-US" sz="1600" b="0" i="1" dirty="0"/>
          </a:p>
          <a:p>
            <a:pPr marL="0" indent="0">
              <a:spcBef>
                <a:spcPts val="0"/>
              </a:spcBef>
              <a:buNone/>
            </a:pPr>
            <a:endParaRPr lang="en-US" sz="1800" dirty="0"/>
          </a:p>
          <a:p>
            <a:pPr lvl="1"/>
            <a:endParaRPr lang="en-US" sz="1800" dirty="0">
              <a:solidFill>
                <a:schemeClr val="accent2">
                  <a:lumMod val="50000"/>
                </a:schemeClr>
              </a:solidFill>
            </a:endParaRPr>
          </a:p>
          <a:p>
            <a:endParaRPr lang="en-US" dirty="0"/>
          </a:p>
        </p:txBody>
      </p:sp>
    </p:spTree>
    <p:extLst>
      <p:ext uri="{BB962C8B-B14F-4D97-AF65-F5344CB8AC3E}">
        <p14:creationId xmlns:p14="http://schemas.microsoft.com/office/powerpoint/2010/main" val="4293046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B257A-0CCA-53DD-1B23-810408B9495E}"/>
            </a:ext>
          </a:extLst>
        </p:cNvPr>
        <p:cNvGrpSpPr/>
        <p:nvPr/>
      </p:nvGrpSpPr>
      <p:grpSpPr>
        <a:xfrm>
          <a:off x="0" y="0"/>
          <a:ext cx="0" cy="0"/>
          <a:chOff x="0" y="0"/>
          <a:chExt cx="0" cy="0"/>
        </a:xfrm>
      </p:grpSpPr>
      <p:sp>
        <p:nvSpPr>
          <p:cNvPr id="7" name="Rectangle 14">
            <a:extLst>
              <a:ext uri="{FF2B5EF4-FFF2-40B4-BE49-F238E27FC236}">
                <a16:creationId xmlns:a16="http://schemas.microsoft.com/office/drawing/2014/main" id="{7F266E6C-4C2C-B5CA-C094-CD108C0DBF18}"/>
              </a:ext>
            </a:extLst>
          </p:cNvPr>
          <p:cNvSpPr>
            <a:spLocks noGrp="1" noChangeArrowheads="1"/>
          </p:cNvSpPr>
          <p:nvPr>
            <p:ph idx="1"/>
          </p:nvPr>
        </p:nvSpPr>
        <p:spPr>
          <a:xfrm>
            <a:off x="419100" y="1354200"/>
            <a:ext cx="8305800" cy="5293487"/>
          </a:xfrm>
        </p:spPr>
        <p:txBody>
          <a:bodyPr/>
          <a:lstStyle/>
          <a:p>
            <a:r>
              <a:rPr lang="en-US" sz="1600" b="0" i="1" dirty="0">
                <a:solidFill>
                  <a:srgbClr val="000000"/>
                </a:solidFill>
              </a:rPr>
              <a:t>Cost Plus Fixed Fee with Cost Reimbursable CLINs for travel and ODC</a:t>
            </a:r>
          </a:p>
          <a:p>
            <a:pPr marL="631825" lvl="1" indent="-228600"/>
            <a:r>
              <a:rPr lang="en-US" sz="1600" b="0" dirty="0">
                <a:solidFill>
                  <a:srgbClr val="000000"/>
                </a:solidFill>
              </a:rPr>
              <a:t>Term Contract IAW RFO 16.304-3(b) </a:t>
            </a:r>
          </a:p>
          <a:p>
            <a:pPr marL="631825" lvl="1" indent="-228600"/>
            <a:r>
              <a:rPr lang="en-US" sz="1600" b="0" dirty="0">
                <a:solidFill>
                  <a:srgbClr val="000000"/>
                </a:solidFill>
              </a:rPr>
              <a:t>Level of effort (hours) based - 1 year of support x 4 years</a:t>
            </a:r>
          </a:p>
          <a:p>
            <a:pPr marL="631825" lvl="1" indent="-228600"/>
            <a:r>
              <a:rPr lang="en-US" sz="1600" b="0" dirty="0">
                <a:solidFill>
                  <a:srgbClr val="000000"/>
                </a:solidFill>
              </a:rPr>
              <a:t>Funding sources identified by </a:t>
            </a:r>
            <a:r>
              <a:rPr lang="en-US" sz="1600" b="0" dirty="0" err="1">
                <a:solidFill>
                  <a:srgbClr val="000000"/>
                </a:solidFill>
              </a:rPr>
              <a:t>subCLINS</a:t>
            </a:r>
            <a:r>
              <a:rPr lang="en-US" sz="1600" b="0" dirty="0">
                <a:solidFill>
                  <a:srgbClr val="000000"/>
                </a:solidFill>
              </a:rPr>
              <a:t> to reflect lines of accounting</a:t>
            </a:r>
          </a:p>
          <a:p>
            <a:pPr marL="631825" lvl="1" indent="-228600"/>
            <a:r>
              <a:rPr lang="en-US" sz="1600" b="0" dirty="0">
                <a:solidFill>
                  <a:srgbClr val="000000"/>
                </a:solidFill>
              </a:rPr>
              <a:t>Subject to Limitation of Costs IAW RFO 52.232-20</a:t>
            </a:r>
          </a:p>
          <a:p>
            <a:pPr marL="631825" lvl="1" indent="-228600"/>
            <a:r>
              <a:rPr lang="en-US" sz="1600" b="0" dirty="0">
                <a:solidFill>
                  <a:srgbClr val="000000"/>
                </a:solidFill>
              </a:rPr>
              <a:t>Subject to Limitation of Funds IAW RFO 52.232-22 for Incremental funding</a:t>
            </a:r>
          </a:p>
          <a:p>
            <a:pPr marL="631825" lvl="1" indent="-228600"/>
            <a:endParaRPr lang="en-US" sz="1600" b="0" dirty="0">
              <a:solidFill>
                <a:srgbClr val="000000"/>
              </a:solidFill>
            </a:endParaRPr>
          </a:p>
          <a:p>
            <a:pPr marL="741362" lvl="2" indent="0">
              <a:buNone/>
            </a:pPr>
            <a:endParaRPr lang="en-US" sz="1600" b="0" dirty="0">
              <a:solidFill>
                <a:srgbClr val="000000"/>
              </a:solidFill>
            </a:endParaRPr>
          </a:p>
          <a:p>
            <a:pPr marL="741362" lvl="2" indent="0">
              <a:buNone/>
            </a:pPr>
            <a:endParaRPr lang="en-US" sz="1600" b="0" dirty="0">
              <a:solidFill>
                <a:srgbClr val="000000"/>
              </a:solidFill>
            </a:endParaRPr>
          </a:p>
          <a:p>
            <a:pPr lvl="2">
              <a:buFont typeface="Arial" panose="020B0604020202020204" pitchFamily="34" charset="0"/>
              <a:buChar char="•"/>
            </a:pPr>
            <a:endParaRPr lang="en-US" b="0" i="0" dirty="0">
              <a:solidFill>
                <a:srgbClr val="000000"/>
              </a:solidFill>
              <a:effectLst/>
              <a:latin typeface="Arial" panose="020B0604020202020204" pitchFamily="34" charset="0"/>
            </a:endParaRPr>
          </a:p>
          <a:p>
            <a:pPr marL="0" indent="0" algn="l" rtl="0" fontAlgn="base">
              <a:buNone/>
            </a:pPr>
            <a:r>
              <a:rPr lang="en-US" b="0" dirty="0">
                <a:solidFill>
                  <a:srgbClr val="000000"/>
                </a:solidFill>
                <a:latin typeface="Arial" panose="020B0604020202020204" pitchFamily="34" charset="0"/>
              </a:rPr>
              <a:t>	</a:t>
            </a:r>
            <a:endParaRPr lang="en-US" b="0" i="0" dirty="0">
              <a:solidFill>
                <a:srgbClr val="000000"/>
              </a:solidFill>
              <a:effectLst/>
              <a:latin typeface="Arial" panose="020B0604020202020204" pitchFamily="34" charset="0"/>
            </a:endParaRPr>
          </a:p>
          <a:p>
            <a:pPr algn="l" rtl="0" fontAlgn="base">
              <a:buFont typeface="Arial" panose="020B0604020202020204" pitchFamily="34" charset="0"/>
              <a:buChar char="•"/>
            </a:pPr>
            <a:endParaRPr lang="en-US" b="0" i="0" dirty="0">
              <a:solidFill>
                <a:srgbClr val="000000"/>
              </a:solidFill>
              <a:effectLst/>
              <a:latin typeface="Arial" panose="020B0604020202020204" pitchFamily="34" charset="0"/>
            </a:endParaRPr>
          </a:p>
        </p:txBody>
      </p:sp>
      <p:sp>
        <p:nvSpPr>
          <p:cNvPr id="2" name="Slide Number Placeholder 1">
            <a:extLst>
              <a:ext uri="{FF2B5EF4-FFF2-40B4-BE49-F238E27FC236}">
                <a16:creationId xmlns:a16="http://schemas.microsoft.com/office/drawing/2014/main" id="{8273C8E2-E1FF-7A53-5998-D57D0FD1F227}"/>
              </a:ext>
            </a:extLst>
          </p:cNvPr>
          <p:cNvSpPr>
            <a:spLocks noGrp="1"/>
          </p:cNvSpPr>
          <p:nvPr>
            <p:ph type="sldNum" sz="quarter" idx="11"/>
          </p:nvPr>
        </p:nvSpPr>
        <p:spPr/>
        <p:txBody>
          <a:bodyPr/>
          <a:lstStyle/>
          <a:p>
            <a:pPr>
              <a:defRPr/>
            </a:pPr>
            <a:fld id="{E8C4CF4F-2ECB-4C54-9552-FB58A436033C}" type="slidenum">
              <a:rPr lang="en-US" smtClean="0"/>
              <a:pPr>
                <a:defRPr/>
              </a:pPr>
              <a:t>8</a:t>
            </a:fld>
            <a:endParaRPr lang="en-US" dirty="0">
              <a:solidFill>
                <a:schemeClr val="bg2"/>
              </a:solidFill>
            </a:endParaRPr>
          </a:p>
        </p:txBody>
      </p:sp>
      <p:sp>
        <p:nvSpPr>
          <p:cNvPr id="4" name="Rectangle 13">
            <a:extLst>
              <a:ext uri="{FF2B5EF4-FFF2-40B4-BE49-F238E27FC236}">
                <a16:creationId xmlns:a16="http://schemas.microsoft.com/office/drawing/2014/main" id="{7342ECBC-A176-52B7-7DE8-AAFE85177010}"/>
              </a:ext>
            </a:extLst>
          </p:cNvPr>
          <p:cNvSpPr txBox="1">
            <a:spLocks noChangeArrowheads="1"/>
          </p:cNvSpPr>
          <p:nvPr/>
        </p:nvSpPr>
        <p:spPr bwMode="auto">
          <a:xfrm>
            <a:off x="1428750" y="459889"/>
            <a:ext cx="7340600" cy="78788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r" rtl="0" eaLnBrk="0" fontAlgn="base" hangingPunct="0">
              <a:spcBef>
                <a:spcPct val="0"/>
              </a:spcBef>
              <a:spcAft>
                <a:spcPct val="0"/>
              </a:spcAft>
              <a:defRPr sz="3600" b="1" i="1">
                <a:solidFill>
                  <a:srgbClr val="151C77"/>
                </a:solidFill>
                <a:latin typeface="+mj-lt"/>
                <a:ea typeface="+mj-ea"/>
                <a:cs typeface="+mj-cs"/>
              </a:defRPr>
            </a:lvl1pPr>
            <a:lvl2pPr algn="r" rtl="0" eaLnBrk="0" fontAlgn="base" hangingPunct="0">
              <a:spcBef>
                <a:spcPct val="0"/>
              </a:spcBef>
              <a:spcAft>
                <a:spcPct val="0"/>
              </a:spcAft>
              <a:defRPr sz="3600" b="1" i="1">
                <a:solidFill>
                  <a:srgbClr val="151C77"/>
                </a:solidFill>
                <a:latin typeface="Arial" charset="0"/>
              </a:defRPr>
            </a:lvl2pPr>
            <a:lvl3pPr algn="r" rtl="0" eaLnBrk="0" fontAlgn="base" hangingPunct="0">
              <a:spcBef>
                <a:spcPct val="0"/>
              </a:spcBef>
              <a:spcAft>
                <a:spcPct val="0"/>
              </a:spcAft>
              <a:defRPr sz="3600" b="1" i="1">
                <a:solidFill>
                  <a:srgbClr val="151C77"/>
                </a:solidFill>
                <a:latin typeface="Arial" charset="0"/>
              </a:defRPr>
            </a:lvl3pPr>
            <a:lvl4pPr algn="r" rtl="0" eaLnBrk="0" fontAlgn="base" hangingPunct="0">
              <a:spcBef>
                <a:spcPct val="0"/>
              </a:spcBef>
              <a:spcAft>
                <a:spcPct val="0"/>
              </a:spcAft>
              <a:defRPr sz="3600" b="1" i="1">
                <a:solidFill>
                  <a:srgbClr val="151C77"/>
                </a:solidFill>
                <a:latin typeface="Arial" charset="0"/>
              </a:defRPr>
            </a:lvl4pPr>
            <a:lvl5pPr algn="r" rtl="0" eaLnBrk="0" fontAlgn="base" hangingPunct="0">
              <a:spcBef>
                <a:spcPct val="0"/>
              </a:spcBef>
              <a:spcAft>
                <a:spcPct val="0"/>
              </a:spcAft>
              <a:defRPr sz="3600" b="1" i="1">
                <a:solidFill>
                  <a:srgbClr val="151C77"/>
                </a:solidFill>
                <a:latin typeface="Arial" charset="0"/>
              </a:defRPr>
            </a:lvl5pPr>
            <a:lvl6pPr marL="457200" algn="r" rtl="0" eaLnBrk="0" fontAlgn="base" hangingPunct="0">
              <a:spcBef>
                <a:spcPct val="0"/>
              </a:spcBef>
              <a:spcAft>
                <a:spcPct val="0"/>
              </a:spcAft>
              <a:defRPr sz="3600" b="1" i="1">
                <a:solidFill>
                  <a:srgbClr val="151C77"/>
                </a:solidFill>
                <a:latin typeface="Arial" charset="0"/>
              </a:defRPr>
            </a:lvl6pPr>
            <a:lvl7pPr marL="914400" algn="r" rtl="0" eaLnBrk="0" fontAlgn="base" hangingPunct="0">
              <a:spcBef>
                <a:spcPct val="0"/>
              </a:spcBef>
              <a:spcAft>
                <a:spcPct val="0"/>
              </a:spcAft>
              <a:defRPr sz="3600" b="1" i="1">
                <a:solidFill>
                  <a:srgbClr val="151C77"/>
                </a:solidFill>
                <a:latin typeface="Arial" charset="0"/>
              </a:defRPr>
            </a:lvl7pPr>
            <a:lvl8pPr marL="1371600" algn="r" rtl="0" eaLnBrk="0" fontAlgn="base" hangingPunct="0">
              <a:spcBef>
                <a:spcPct val="0"/>
              </a:spcBef>
              <a:spcAft>
                <a:spcPct val="0"/>
              </a:spcAft>
              <a:defRPr sz="3600" b="1" i="1">
                <a:solidFill>
                  <a:srgbClr val="151C77"/>
                </a:solidFill>
                <a:latin typeface="Arial" charset="0"/>
              </a:defRPr>
            </a:lvl8pPr>
            <a:lvl9pPr marL="1828800" algn="r" rtl="0" eaLnBrk="0" fontAlgn="base" hangingPunct="0">
              <a:spcBef>
                <a:spcPct val="0"/>
              </a:spcBef>
              <a:spcAft>
                <a:spcPct val="0"/>
              </a:spcAft>
              <a:defRPr sz="3600" b="1" i="1">
                <a:solidFill>
                  <a:srgbClr val="151C77"/>
                </a:solidFill>
                <a:latin typeface="Arial" charset="0"/>
              </a:defRPr>
            </a:lvl9pPr>
          </a:lstStyle>
          <a:p>
            <a:r>
              <a:rPr lang="en-US" altLang="en-US" sz="3200" dirty="0"/>
              <a:t>TENTATIVE STRATEGY</a:t>
            </a:r>
            <a:endParaRPr lang="en-US" altLang="en-US" sz="3200" kern="0" dirty="0"/>
          </a:p>
        </p:txBody>
      </p:sp>
      <p:graphicFrame>
        <p:nvGraphicFramePr>
          <p:cNvPr id="3" name="Table 2">
            <a:extLst>
              <a:ext uri="{FF2B5EF4-FFF2-40B4-BE49-F238E27FC236}">
                <a16:creationId xmlns:a16="http://schemas.microsoft.com/office/drawing/2014/main" id="{74E42AE8-7289-DCBE-3446-16D55B3F64C6}"/>
              </a:ext>
            </a:extLst>
          </p:cNvPr>
          <p:cNvGraphicFramePr>
            <a:graphicFrameLocks noGrp="1"/>
          </p:cNvGraphicFramePr>
          <p:nvPr>
            <p:extLst>
              <p:ext uri="{D42A27DB-BD31-4B8C-83A1-F6EECF244321}">
                <p14:modId xmlns:p14="http://schemas.microsoft.com/office/powerpoint/2010/main" val="699430616"/>
              </p:ext>
            </p:extLst>
          </p:nvPr>
        </p:nvGraphicFramePr>
        <p:xfrm>
          <a:off x="866775" y="3926522"/>
          <a:ext cx="7277100" cy="1683705"/>
        </p:xfrm>
        <a:graphic>
          <a:graphicData uri="http://schemas.openxmlformats.org/drawingml/2006/table">
            <a:tbl>
              <a:tblPr/>
              <a:tblGrid>
                <a:gridCol w="990202">
                  <a:extLst>
                    <a:ext uri="{9D8B030D-6E8A-4147-A177-3AD203B41FA5}">
                      <a16:colId xmlns:a16="http://schemas.microsoft.com/office/drawing/2014/main" val="1435623987"/>
                    </a:ext>
                  </a:extLst>
                </a:gridCol>
                <a:gridCol w="1023715">
                  <a:extLst>
                    <a:ext uri="{9D8B030D-6E8A-4147-A177-3AD203B41FA5}">
                      <a16:colId xmlns:a16="http://schemas.microsoft.com/office/drawing/2014/main" val="1444849951"/>
                    </a:ext>
                  </a:extLst>
                </a:gridCol>
                <a:gridCol w="5263183">
                  <a:extLst>
                    <a:ext uri="{9D8B030D-6E8A-4147-A177-3AD203B41FA5}">
                      <a16:colId xmlns:a16="http://schemas.microsoft.com/office/drawing/2014/main" val="1512238509"/>
                    </a:ext>
                  </a:extLst>
                </a:gridCol>
              </a:tblGrid>
              <a:tr h="240529">
                <a:tc gridSpan="3">
                  <a:txBody>
                    <a:bodyPr/>
                    <a:lstStyle/>
                    <a:p>
                      <a:pPr algn="ctr" fontAlgn="b"/>
                      <a:r>
                        <a:rPr lang="en-US" sz="1200" b="1" i="0" u="none" strike="noStrike" dirty="0">
                          <a:solidFill>
                            <a:srgbClr val="000000"/>
                          </a:solidFill>
                          <a:effectLst/>
                          <a:latin typeface="+mn-lt"/>
                          <a:cs typeface="Times" panose="02020603050405020304" pitchFamily="18" charset="0"/>
                        </a:rPr>
                        <a:t>CLIN STRUCTURE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CF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64582176"/>
                  </a:ext>
                </a:extLst>
              </a:tr>
              <a:tr h="360794">
                <a:tc>
                  <a:txBody>
                    <a:bodyPr/>
                    <a:lstStyle/>
                    <a:p>
                      <a:pPr algn="ctr" fontAlgn="b"/>
                      <a:r>
                        <a:rPr lang="en-US" sz="1200" b="0" i="0" u="none" strike="noStrike" dirty="0">
                          <a:solidFill>
                            <a:schemeClr val="tx1"/>
                          </a:solidFill>
                          <a:effectLst/>
                          <a:latin typeface="+mn-lt"/>
                          <a:cs typeface="Times" panose="02020603050405020304" pitchFamily="18" charset="0"/>
                        </a:rPr>
                        <a:t>CPFF</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200" b="0" i="0" u="none" strike="noStrike" dirty="0">
                          <a:solidFill>
                            <a:schemeClr val="tx1"/>
                          </a:solidFill>
                          <a:effectLst/>
                          <a:latin typeface="+mn-lt"/>
                          <a:cs typeface="Times" panose="02020603050405020304" pitchFamily="18" charset="0"/>
                        </a:rPr>
                        <a:t>X001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200" b="0" i="0" u="none" strike="noStrike" dirty="0">
                          <a:solidFill>
                            <a:schemeClr val="tx1"/>
                          </a:solidFill>
                          <a:effectLst/>
                          <a:latin typeface="+mn-lt"/>
                          <a:cs typeface="Times" panose="02020603050405020304" pitchFamily="18" charset="0"/>
                        </a:rPr>
                        <a:t>Tas</a:t>
                      </a:r>
                      <a:r>
                        <a:rPr lang="en-US" sz="1200" b="0" i="0" u="none" strike="noStrike" baseline="0" dirty="0">
                          <a:solidFill>
                            <a:schemeClr val="tx1"/>
                          </a:solidFill>
                          <a:effectLst/>
                          <a:latin typeface="+mn-lt"/>
                          <a:cs typeface="Times" panose="02020603050405020304" pitchFamily="18" charset="0"/>
                        </a:rPr>
                        <a:t>ks</a:t>
                      </a:r>
                      <a:endParaRPr lang="en-US" sz="1200" b="0" i="0" u="none" strike="noStrike" dirty="0">
                        <a:solidFill>
                          <a:schemeClr val="tx1"/>
                        </a:solidFill>
                        <a:effectLst/>
                        <a:latin typeface="+mn-lt"/>
                        <a:cs typeface="Times"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9462247"/>
                  </a:ext>
                </a:extLst>
              </a:tr>
              <a:tr h="360794">
                <a:tc>
                  <a:txBody>
                    <a:bodyPr/>
                    <a:lstStyle/>
                    <a:p>
                      <a:pPr algn="ctr"/>
                      <a:r>
                        <a:rPr kumimoji="0" lang="en-US" sz="1200" b="0" i="0" u="none" strike="noStrike" kern="1200" cap="none" spc="0" normalizeH="0" baseline="0" noProof="0" dirty="0">
                          <a:ln>
                            <a:noFill/>
                          </a:ln>
                          <a:solidFill>
                            <a:schemeClr val="tx1"/>
                          </a:solidFill>
                          <a:effectLst/>
                          <a:uLnTx/>
                          <a:uFillTx/>
                          <a:latin typeface="+mn-lt"/>
                          <a:ea typeface="+mn-ea"/>
                          <a:cs typeface="Times" panose="02020603050405020304" pitchFamily="18" charset="0"/>
                        </a:rPr>
                        <a:t>CPFF</a:t>
                      </a:r>
                      <a:endParaRPr lang="en-US" sz="1200" dirty="0">
                        <a:solidFill>
                          <a:schemeClr val="tx1"/>
                        </a:solidFill>
                        <a:latin typeface="+mn-lt"/>
                        <a:cs typeface="Times"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200" b="0" i="0" u="none" strike="noStrike" dirty="0">
                          <a:solidFill>
                            <a:schemeClr val="tx1"/>
                          </a:solidFill>
                          <a:effectLst/>
                          <a:latin typeface="+mn-lt"/>
                          <a:cs typeface="Times" panose="02020603050405020304" pitchFamily="18" charset="0"/>
                        </a:rPr>
                        <a:t>X002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200" b="0" i="0" u="none" strike="noStrike" dirty="0">
                          <a:solidFill>
                            <a:schemeClr val="tx1"/>
                          </a:solidFill>
                          <a:effectLst/>
                          <a:latin typeface="+mn-lt"/>
                          <a:cs typeface="Times" panose="02020603050405020304" pitchFamily="18" charset="0"/>
                        </a:rPr>
                        <a:t>Task: IAMD Support (optional)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5164807"/>
                  </a:ext>
                </a:extLst>
              </a:tr>
              <a:tr h="360794">
                <a:tc>
                  <a:txBody>
                    <a:bodyPr/>
                    <a:lstStyle/>
                    <a:p>
                      <a:pPr algn="ctr"/>
                      <a:r>
                        <a:rPr kumimoji="0" lang="en-US" sz="1200" b="0" i="0" u="none" strike="noStrike" kern="1200" cap="none" spc="0" normalizeH="0" baseline="0" noProof="0" dirty="0">
                          <a:ln>
                            <a:noFill/>
                          </a:ln>
                          <a:solidFill>
                            <a:schemeClr val="tx1"/>
                          </a:solidFill>
                          <a:effectLst/>
                          <a:uLnTx/>
                          <a:uFillTx/>
                          <a:latin typeface="+mn-lt"/>
                          <a:ea typeface="+mn-ea"/>
                          <a:cs typeface="Times" panose="02020603050405020304" pitchFamily="18" charset="0"/>
                        </a:rPr>
                        <a:t>Cost</a:t>
                      </a:r>
                      <a:endParaRPr lang="en-US" sz="1200" dirty="0">
                        <a:solidFill>
                          <a:schemeClr val="tx1"/>
                        </a:solidFill>
                        <a:latin typeface="+mn-lt"/>
                        <a:cs typeface="Times"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200" b="0" i="0" u="none" strike="noStrike" dirty="0">
                          <a:solidFill>
                            <a:schemeClr val="tx1"/>
                          </a:solidFill>
                          <a:effectLst/>
                          <a:latin typeface="+mn-lt"/>
                          <a:cs typeface="Times" panose="02020603050405020304" pitchFamily="18" charset="0"/>
                        </a:rPr>
                        <a:t>X003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200" b="0" i="0" u="none" strike="noStrike" dirty="0">
                          <a:solidFill>
                            <a:schemeClr val="tx1"/>
                          </a:solidFill>
                          <a:effectLst/>
                          <a:latin typeface="+mn-lt"/>
                          <a:cs typeface="Times" panose="02020603050405020304" pitchFamily="18" charset="0"/>
                        </a:rPr>
                        <a:t>Travel / Other Direct Costs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2024901"/>
                  </a:ext>
                </a:extLst>
              </a:tr>
              <a:tr h="360794">
                <a:tc>
                  <a:txBody>
                    <a:bodyPr/>
                    <a:lstStyle/>
                    <a:p>
                      <a:pPr algn="ctr"/>
                      <a:r>
                        <a:rPr kumimoji="0" lang="en-US" sz="1200" b="0" i="0" u="none" strike="noStrike" kern="1200" cap="none" spc="0" normalizeH="0" baseline="0" noProof="0" dirty="0">
                          <a:ln>
                            <a:noFill/>
                          </a:ln>
                          <a:solidFill>
                            <a:schemeClr val="tx1"/>
                          </a:solidFill>
                          <a:effectLst/>
                          <a:uLnTx/>
                          <a:uFillTx/>
                          <a:latin typeface="+mn-lt"/>
                          <a:ea typeface="+mn-ea"/>
                          <a:cs typeface="Times" panose="02020603050405020304" pitchFamily="18" charset="0"/>
                        </a:rPr>
                        <a:t>Cost</a:t>
                      </a:r>
                      <a:endParaRPr lang="en-US" sz="1200" dirty="0">
                        <a:solidFill>
                          <a:schemeClr val="tx1"/>
                        </a:solidFill>
                        <a:latin typeface="+mn-lt"/>
                        <a:cs typeface="Times"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200" b="0" i="0" u="none" strike="noStrike" dirty="0">
                          <a:solidFill>
                            <a:schemeClr val="tx1"/>
                          </a:solidFill>
                          <a:effectLst/>
                          <a:latin typeface="+mn-lt"/>
                          <a:cs typeface="Times" panose="02020603050405020304" pitchFamily="18" charset="0"/>
                        </a:rPr>
                        <a:t>X004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200" b="0" i="0" u="none" strike="noStrike" dirty="0">
                          <a:solidFill>
                            <a:schemeClr val="tx1"/>
                          </a:solidFill>
                          <a:effectLst/>
                          <a:latin typeface="+mn-lt"/>
                          <a:cs typeface="Times" panose="02020603050405020304" pitchFamily="18" charset="0"/>
                        </a:rPr>
                        <a:t>GSA OASIS CAF Fee (</a:t>
                      </a:r>
                      <a:r>
                        <a:rPr lang="en-US" sz="1200" b="1" i="0" u="none" strike="noStrike" dirty="0">
                          <a:solidFill>
                            <a:schemeClr val="tx1"/>
                          </a:solidFill>
                          <a:effectLst/>
                          <a:latin typeface="+mn-lt"/>
                          <a:cs typeface="Times" panose="02020603050405020304" pitchFamily="18" charset="0"/>
                        </a:rPr>
                        <a:t>.</a:t>
                      </a:r>
                      <a:r>
                        <a:rPr lang="en-US" sz="1200" b="0" i="0" u="none" strike="noStrike" dirty="0">
                          <a:solidFill>
                            <a:schemeClr val="tx1"/>
                          </a:solidFill>
                          <a:effectLst/>
                          <a:latin typeface="+mn-lt"/>
                          <a:cs typeface="Times" panose="02020603050405020304" pitchFamily="18" charset="0"/>
                        </a:rPr>
                        <a:t>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329840"/>
                  </a:ext>
                </a:extLst>
              </a:tr>
            </a:tbl>
          </a:graphicData>
        </a:graphic>
      </p:graphicFrame>
    </p:spTree>
    <p:extLst>
      <p:ext uri="{BB962C8B-B14F-4D97-AF65-F5344CB8AC3E}">
        <p14:creationId xmlns:p14="http://schemas.microsoft.com/office/powerpoint/2010/main" val="11168568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7188B-035B-80ED-4E79-5513878FD2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9A2C31-3BF3-69CD-4CB4-F5416AF12E10}"/>
              </a:ext>
            </a:extLst>
          </p:cNvPr>
          <p:cNvSpPr>
            <a:spLocks noGrp="1"/>
          </p:cNvSpPr>
          <p:nvPr>
            <p:ph type="title"/>
          </p:nvPr>
        </p:nvSpPr>
        <p:spPr>
          <a:xfrm>
            <a:off x="1653055" y="373698"/>
            <a:ext cx="7143750" cy="906667"/>
          </a:xfrm>
        </p:spPr>
        <p:txBody>
          <a:bodyPr anchor="b"/>
          <a:lstStyle/>
          <a:p>
            <a:r>
              <a:rPr lang="en-US" altLang="en-US" sz="3200" dirty="0"/>
              <a:t>TENTATIVE STRATEGY</a:t>
            </a:r>
            <a:endParaRPr lang="en-US" sz="3200" dirty="0"/>
          </a:p>
        </p:txBody>
      </p:sp>
      <p:sp>
        <p:nvSpPr>
          <p:cNvPr id="4" name="Slide Number Placeholder 3">
            <a:extLst>
              <a:ext uri="{FF2B5EF4-FFF2-40B4-BE49-F238E27FC236}">
                <a16:creationId xmlns:a16="http://schemas.microsoft.com/office/drawing/2014/main" id="{0FC6D1D9-E166-D47F-5F4F-1C14ACEF0302}"/>
              </a:ext>
            </a:extLst>
          </p:cNvPr>
          <p:cNvSpPr>
            <a:spLocks noGrp="1"/>
          </p:cNvSpPr>
          <p:nvPr>
            <p:ph type="sldNum" sz="quarter" idx="11"/>
          </p:nvPr>
        </p:nvSpPr>
        <p:spPr/>
        <p:txBody>
          <a:bodyPr/>
          <a:lstStyle/>
          <a:p>
            <a:pPr>
              <a:defRPr/>
            </a:pPr>
            <a:fld id="{E8C4CF4F-2ECB-4C54-9552-FB58A436033C}" type="slidenum">
              <a:rPr lang="en-US" smtClean="0">
                <a:solidFill>
                  <a:srgbClr val="FFFFFF">
                    <a:lumMod val="50000"/>
                  </a:srgbClr>
                </a:solidFill>
              </a:rPr>
              <a:pPr>
                <a:defRPr/>
              </a:pPr>
              <a:t>9</a:t>
            </a:fld>
            <a:endParaRPr lang="en-US">
              <a:solidFill>
                <a:srgbClr val="808080"/>
              </a:solidFill>
            </a:endParaRPr>
          </a:p>
        </p:txBody>
      </p:sp>
      <p:graphicFrame>
        <p:nvGraphicFramePr>
          <p:cNvPr id="3" name="Content Placeholder 2">
            <a:extLst>
              <a:ext uri="{FF2B5EF4-FFF2-40B4-BE49-F238E27FC236}">
                <a16:creationId xmlns:a16="http://schemas.microsoft.com/office/drawing/2014/main" id="{E8B724B6-2274-52E2-46B0-A2C6D5357C48}"/>
              </a:ext>
            </a:extLst>
          </p:cNvPr>
          <p:cNvGraphicFramePr>
            <a:graphicFrameLocks noGrp="1"/>
          </p:cNvGraphicFramePr>
          <p:nvPr>
            <p:ph idx="1"/>
            <p:extLst>
              <p:ext uri="{D42A27DB-BD31-4B8C-83A1-F6EECF244321}">
                <p14:modId xmlns:p14="http://schemas.microsoft.com/office/powerpoint/2010/main" val="3674917280"/>
              </p:ext>
            </p:extLst>
          </p:nvPr>
        </p:nvGraphicFramePr>
        <p:xfrm>
          <a:off x="347195" y="2016545"/>
          <a:ext cx="8377127" cy="3771900"/>
        </p:xfrm>
        <a:graphic>
          <a:graphicData uri="http://schemas.openxmlformats.org/drawingml/2006/table">
            <a:tbl>
              <a:tblPr>
                <a:tableStyleId>{5C22544A-7EE6-4342-B048-85BDC9FD1C3A}</a:tableStyleId>
              </a:tblPr>
              <a:tblGrid>
                <a:gridCol w="6078932">
                  <a:extLst>
                    <a:ext uri="{9D8B030D-6E8A-4147-A177-3AD203B41FA5}">
                      <a16:colId xmlns:a16="http://schemas.microsoft.com/office/drawing/2014/main" val="4038088005"/>
                    </a:ext>
                  </a:extLst>
                </a:gridCol>
                <a:gridCol w="2298195">
                  <a:extLst>
                    <a:ext uri="{9D8B030D-6E8A-4147-A177-3AD203B41FA5}">
                      <a16:colId xmlns:a16="http://schemas.microsoft.com/office/drawing/2014/main" val="2493989413"/>
                    </a:ext>
                  </a:extLst>
                </a:gridCol>
              </a:tblGrid>
              <a:tr h="279761">
                <a:tc>
                  <a:txBody>
                    <a:bodyPr/>
                    <a:lstStyle/>
                    <a:p>
                      <a:pPr algn="l" rtl="0" fontAlgn="ctr">
                        <a:buNone/>
                      </a:pPr>
                      <a:r>
                        <a:rPr lang="en-US" sz="2000" u="none" strike="noStrike" dirty="0">
                          <a:effectLst/>
                          <a:latin typeface="+mj-lt"/>
                        </a:rPr>
                        <a:t>Post FOPR/RFP</a:t>
                      </a:r>
                      <a:endParaRPr lang="en-US" sz="2000" b="1" i="0" u="none" strike="noStrike" dirty="0">
                        <a:solidFill>
                          <a:srgbClr val="000000"/>
                        </a:solidFill>
                        <a:effectLst/>
                        <a:latin typeface="+mj-lt"/>
                      </a:endParaRPr>
                    </a:p>
                  </a:txBody>
                  <a:tcPr marL="3429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2000" b="1" i="0" u="none" strike="noStrike" dirty="0">
                          <a:solidFill>
                            <a:srgbClr val="000000"/>
                          </a:solidFill>
                          <a:effectLst/>
                          <a:latin typeface="+mj-lt"/>
                        </a:rPr>
                        <a:t>15-Apr-26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1475213"/>
                  </a:ext>
                </a:extLst>
              </a:tr>
              <a:tr h="279761">
                <a:tc>
                  <a:txBody>
                    <a:bodyPr/>
                    <a:lstStyle/>
                    <a:p>
                      <a:pPr algn="l" rtl="0" fontAlgn="ctr">
                        <a:buNone/>
                      </a:pPr>
                      <a:r>
                        <a:rPr lang="en-US" sz="2000" u="none" strike="noStrike" dirty="0">
                          <a:effectLst/>
                          <a:latin typeface="+mj-lt"/>
                        </a:rPr>
                        <a:t>Proposals Due </a:t>
                      </a:r>
                      <a:endParaRPr lang="en-US" sz="2000" b="1" i="0" u="none" strike="noStrike" dirty="0">
                        <a:solidFill>
                          <a:srgbClr val="000000"/>
                        </a:solidFill>
                        <a:effectLst/>
                        <a:latin typeface="+mj-lt"/>
                      </a:endParaRPr>
                    </a:p>
                  </a:txBody>
                  <a:tcPr marL="3429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US" sz="2000" b="1" i="0" u="none" strike="noStrike" dirty="0">
                          <a:solidFill>
                            <a:srgbClr val="000000"/>
                          </a:solidFill>
                          <a:effectLst/>
                          <a:latin typeface="+mj-lt"/>
                        </a:rPr>
                        <a:t>15-May-26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6576842"/>
                  </a:ext>
                </a:extLst>
              </a:tr>
              <a:tr h="279761">
                <a:tc>
                  <a:txBody>
                    <a:bodyPr/>
                    <a:lstStyle/>
                    <a:p>
                      <a:pPr algn="l" rtl="0" fontAlgn="ctr">
                        <a:buNone/>
                      </a:pPr>
                      <a:r>
                        <a:rPr lang="en-US" sz="2000" u="none" strike="noStrike" dirty="0">
                          <a:effectLst/>
                          <a:latin typeface="+mj-lt"/>
                        </a:rPr>
                        <a:t>Tech / Past Performance Evaluation </a:t>
                      </a:r>
                      <a:endParaRPr lang="en-US" sz="2000" b="1" i="0" u="none" strike="noStrike" dirty="0">
                        <a:solidFill>
                          <a:srgbClr val="000000"/>
                        </a:solidFill>
                        <a:effectLst/>
                        <a:latin typeface="+mj-lt"/>
                      </a:endParaRPr>
                    </a:p>
                  </a:txBody>
                  <a:tcPr marL="3429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2000" b="1" i="0" u="none" strike="noStrike" dirty="0">
                          <a:solidFill>
                            <a:srgbClr val="000000"/>
                          </a:solidFill>
                          <a:effectLst/>
                          <a:latin typeface="+mj-lt"/>
                        </a:rPr>
                        <a:t>29-May-26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7329499"/>
                  </a:ext>
                </a:extLst>
              </a:tr>
              <a:tr h="279761">
                <a:tc>
                  <a:txBody>
                    <a:bodyPr/>
                    <a:lstStyle/>
                    <a:p>
                      <a:pPr algn="l" rtl="0" fontAlgn="ctr">
                        <a:buNone/>
                      </a:pPr>
                      <a:r>
                        <a:rPr lang="en-US" sz="2000" u="none" strike="noStrike" dirty="0">
                          <a:effectLst/>
                          <a:latin typeface="+mj-lt"/>
                        </a:rPr>
                        <a:t>Determine Competitive Range</a:t>
                      </a:r>
                      <a:endParaRPr lang="en-US" sz="2000" b="1" i="0" u="none" strike="noStrike" dirty="0">
                        <a:solidFill>
                          <a:srgbClr val="000000"/>
                        </a:solidFill>
                        <a:effectLst/>
                        <a:latin typeface="+mj-lt"/>
                      </a:endParaRPr>
                    </a:p>
                  </a:txBody>
                  <a:tcPr marL="3429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US" sz="2000" b="1" i="0" u="none" strike="noStrike" dirty="0">
                          <a:solidFill>
                            <a:srgbClr val="000000"/>
                          </a:solidFill>
                          <a:effectLst/>
                          <a:latin typeface="+mj-lt"/>
                        </a:rPr>
                        <a:t>03-Jun-26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0234434"/>
                  </a:ext>
                </a:extLst>
              </a:tr>
              <a:tr h="284089">
                <a:tc>
                  <a:txBody>
                    <a:bodyPr/>
                    <a:lstStyle/>
                    <a:p>
                      <a:pPr algn="l" rtl="0" fontAlgn="ctr">
                        <a:buNone/>
                      </a:pPr>
                      <a:r>
                        <a:rPr lang="en-US" sz="2000" u="none" strike="noStrike" dirty="0">
                          <a:effectLst/>
                          <a:latin typeface="+mj-lt"/>
                        </a:rPr>
                        <a:t>Complete Interchange/Discussion, if needed  </a:t>
                      </a:r>
                      <a:endParaRPr lang="en-US" sz="2000" b="1" i="0" u="none" strike="noStrike" dirty="0">
                        <a:solidFill>
                          <a:srgbClr val="000000"/>
                        </a:solidFill>
                        <a:effectLst/>
                        <a:latin typeface="+mj-lt"/>
                      </a:endParaRPr>
                    </a:p>
                  </a:txBody>
                  <a:tcPr marL="3429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2000" b="1" i="0" u="none" strike="noStrike" dirty="0">
                          <a:solidFill>
                            <a:srgbClr val="000000"/>
                          </a:solidFill>
                          <a:effectLst/>
                          <a:latin typeface="+mj-lt"/>
                        </a:rPr>
                        <a:t>10-Jun-26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145640"/>
                  </a:ext>
                </a:extLst>
              </a:tr>
              <a:tr h="279761">
                <a:tc>
                  <a:txBody>
                    <a:bodyPr/>
                    <a:lstStyle/>
                    <a:p>
                      <a:pPr algn="l" rtl="0" fontAlgn="ctr">
                        <a:buNone/>
                      </a:pPr>
                      <a:r>
                        <a:rPr lang="en-US" sz="2000" u="none" strike="noStrike" dirty="0">
                          <a:effectLst/>
                          <a:latin typeface="+mj-lt"/>
                        </a:rPr>
                        <a:t>Request for Final proposal Revision</a:t>
                      </a:r>
                      <a:endParaRPr lang="en-US" sz="2000" b="1" i="0" u="none" strike="noStrike" dirty="0">
                        <a:solidFill>
                          <a:srgbClr val="000000"/>
                        </a:solidFill>
                        <a:effectLst/>
                        <a:latin typeface="+mj-lt"/>
                      </a:endParaRPr>
                    </a:p>
                  </a:txBody>
                  <a:tcPr marL="3429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US" sz="2000" b="1" i="0" u="none" strike="noStrike" dirty="0">
                          <a:solidFill>
                            <a:srgbClr val="000000"/>
                          </a:solidFill>
                          <a:effectLst/>
                          <a:latin typeface="+mj-lt"/>
                        </a:rPr>
                        <a:t>N/A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992001"/>
                  </a:ext>
                </a:extLst>
              </a:tr>
              <a:tr h="279761">
                <a:tc>
                  <a:txBody>
                    <a:bodyPr/>
                    <a:lstStyle/>
                    <a:p>
                      <a:pPr algn="l" rtl="0" fontAlgn="ctr">
                        <a:buNone/>
                      </a:pPr>
                      <a:r>
                        <a:rPr lang="en-US" sz="2000" u="none" strike="noStrike" dirty="0">
                          <a:effectLst/>
                          <a:latin typeface="+mj-lt"/>
                        </a:rPr>
                        <a:t>Contract Clearance </a:t>
                      </a:r>
                      <a:endParaRPr lang="en-US" sz="2000" b="1" i="0" u="none" strike="noStrike" dirty="0">
                        <a:solidFill>
                          <a:srgbClr val="000000"/>
                        </a:solidFill>
                        <a:effectLst/>
                        <a:latin typeface="+mj-lt"/>
                      </a:endParaRPr>
                    </a:p>
                  </a:txBody>
                  <a:tcPr marL="3429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2000" b="1" i="0" u="none" strike="noStrike" dirty="0">
                          <a:solidFill>
                            <a:srgbClr val="000000"/>
                          </a:solidFill>
                          <a:effectLst/>
                          <a:latin typeface="+mj-lt"/>
                        </a:rPr>
                        <a:t>27-May-26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757432"/>
                  </a:ext>
                </a:extLst>
              </a:tr>
              <a:tr h="279761">
                <a:tc>
                  <a:txBody>
                    <a:bodyPr/>
                    <a:lstStyle/>
                    <a:p>
                      <a:pPr algn="l" rtl="0" fontAlgn="ctr">
                        <a:buNone/>
                      </a:pPr>
                      <a:r>
                        <a:rPr lang="en-US" sz="2000" u="none" strike="noStrike" dirty="0">
                          <a:effectLst/>
                          <a:latin typeface="+mj-lt"/>
                        </a:rPr>
                        <a:t>Decision Brief</a:t>
                      </a:r>
                      <a:endParaRPr lang="en-US" sz="2000" b="1" i="0" u="none" strike="noStrike" dirty="0">
                        <a:solidFill>
                          <a:srgbClr val="000000"/>
                        </a:solidFill>
                        <a:effectLst/>
                        <a:latin typeface="+mj-lt"/>
                      </a:endParaRPr>
                    </a:p>
                  </a:txBody>
                  <a:tcPr marL="3429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US" sz="2000" b="1" i="0" u="none" strike="noStrike" dirty="0">
                          <a:solidFill>
                            <a:srgbClr val="000000"/>
                          </a:solidFill>
                          <a:effectLst/>
                          <a:latin typeface="+mj-lt"/>
                        </a:rPr>
                        <a:t>08-Jul-26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97507031"/>
                  </a:ext>
                </a:extLst>
              </a:tr>
              <a:tr h="279761">
                <a:tc>
                  <a:txBody>
                    <a:bodyPr/>
                    <a:lstStyle/>
                    <a:p>
                      <a:pPr algn="l" rtl="0" fontAlgn="ctr">
                        <a:buNone/>
                      </a:pPr>
                      <a:r>
                        <a:rPr lang="en-US" sz="2000" u="none" strike="noStrike" dirty="0">
                          <a:effectLst/>
                          <a:latin typeface="+mj-lt"/>
                        </a:rPr>
                        <a:t>Congressional Notification</a:t>
                      </a:r>
                      <a:endParaRPr lang="en-US" sz="2000" b="1" i="0" u="none" strike="noStrike" dirty="0">
                        <a:solidFill>
                          <a:srgbClr val="000000"/>
                        </a:solidFill>
                        <a:effectLst/>
                        <a:latin typeface="+mj-lt"/>
                      </a:endParaRPr>
                    </a:p>
                  </a:txBody>
                  <a:tcPr marL="3429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2000" b="1" i="0" u="none" strike="noStrike">
                          <a:solidFill>
                            <a:srgbClr val="000000"/>
                          </a:solidFill>
                          <a:effectLst/>
                          <a:latin typeface="+mj-lt"/>
                        </a:rPr>
                        <a:t>21-Jul-26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6358667"/>
                  </a:ext>
                </a:extLst>
              </a:tr>
              <a:tr h="279761">
                <a:tc>
                  <a:txBody>
                    <a:bodyPr/>
                    <a:lstStyle/>
                    <a:p>
                      <a:pPr algn="l" rtl="0" fontAlgn="ctr">
                        <a:buNone/>
                      </a:pPr>
                      <a:r>
                        <a:rPr lang="en-US" sz="2000" u="none" strike="noStrike" dirty="0">
                          <a:effectLst/>
                          <a:latin typeface="+mj-lt"/>
                        </a:rPr>
                        <a:t>Contract Award</a:t>
                      </a:r>
                      <a:endParaRPr lang="en-US" sz="2000" b="1" i="0" u="none" strike="noStrike" dirty="0">
                        <a:solidFill>
                          <a:srgbClr val="000000"/>
                        </a:solidFill>
                        <a:effectLst/>
                        <a:latin typeface="+mj-lt"/>
                      </a:endParaRPr>
                    </a:p>
                  </a:txBody>
                  <a:tcPr marL="3429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US" sz="2000" b="1" i="0" u="none" strike="noStrike" dirty="0">
                          <a:solidFill>
                            <a:srgbClr val="000000"/>
                          </a:solidFill>
                          <a:effectLst/>
                          <a:latin typeface="+mj-lt"/>
                        </a:rPr>
                        <a:t>24-Jul-26*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4265805"/>
                  </a:ext>
                </a:extLst>
              </a:tr>
              <a:tr h="279761">
                <a:tc>
                  <a:txBody>
                    <a:bodyPr/>
                    <a:lstStyle/>
                    <a:p>
                      <a:pPr algn="l" rtl="0" fontAlgn="ctr">
                        <a:buNone/>
                      </a:pPr>
                      <a:r>
                        <a:rPr lang="en-US" sz="2000" u="none" strike="noStrike">
                          <a:effectLst/>
                          <a:latin typeface="+mj-lt"/>
                        </a:rPr>
                        <a:t>Transition Begins</a:t>
                      </a:r>
                      <a:endParaRPr lang="en-US" sz="2000" b="1" i="0" u="none" strike="noStrike">
                        <a:solidFill>
                          <a:srgbClr val="000000"/>
                        </a:solidFill>
                        <a:effectLst/>
                        <a:latin typeface="+mj-lt"/>
                      </a:endParaRPr>
                    </a:p>
                  </a:txBody>
                  <a:tcPr marL="3429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2000" b="1" i="0" u="none" strike="noStrike" dirty="0">
                          <a:solidFill>
                            <a:srgbClr val="000000"/>
                          </a:solidFill>
                          <a:effectLst/>
                          <a:latin typeface="+mj-lt"/>
                        </a:rPr>
                        <a:t>27-Jul-26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1716513"/>
                  </a:ext>
                </a:extLst>
              </a:tr>
              <a:tr h="279761">
                <a:tc>
                  <a:txBody>
                    <a:bodyPr/>
                    <a:lstStyle/>
                    <a:p>
                      <a:pPr marL="341313" indent="0" algn="l" fontAlgn="b">
                        <a:buNone/>
                      </a:pPr>
                      <a:r>
                        <a:rPr lang="en-US" sz="2000" u="none" strike="noStrike" dirty="0">
                          <a:effectLst/>
                          <a:latin typeface="+mj-lt"/>
                        </a:rPr>
                        <a:t>Full Contract Performance</a:t>
                      </a:r>
                      <a:endParaRPr lang="en-US" sz="2000" b="1" i="0" u="none" strike="noStrike" dirty="0">
                        <a:solidFill>
                          <a:srgbClr val="000000"/>
                        </a:solidFill>
                        <a:effectLst/>
                        <a:latin typeface="+mj-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2000" b="1" i="0" u="none" strike="noStrike" dirty="0">
                          <a:solidFill>
                            <a:srgbClr val="000000"/>
                          </a:solidFill>
                          <a:effectLst/>
                          <a:latin typeface="+mj-lt"/>
                        </a:rPr>
                        <a:t>26-Aug-26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5206698"/>
                  </a:ext>
                </a:extLst>
              </a:tr>
            </a:tbl>
          </a:graphicData>
        </a:graphic>
      </p:graphicFrame>
      <p:sp>
        <p:nvSpPr>
          <p:cNvPr id="5" name="TextBox 4">
            <a:extLst>
              <a:ext uri="{FF2B5EF4-FFF2-40B4-BE49-F238E27FC236}">
                <a16:creationId xmlns:a16="http://schemas.microsoft.com/office/drawing/2014/main" id="{D7098640-E540-D321-B7B6-DE456AC7DA6F}"/>
              </a:ext>
            </a:extLst>
          </p:cNvPr>
          <p:cNvSpPr txBox="1"/>
          <p:nvPr/>
        </p:nvSpPr>
        <p:spPr>
          <a:xfrm>
            <a:off x="419678" y="6088255"/>
            <a:ext cx="5101076" cy="307777"/>
          </a:xfrm>
          <a:prstGeom prst="rect">
            <a:avLst/>
          </a:prstGeom>
          <a:noFill/>
        </p:spPr>
        <p:txBody>
          <a:bodyPr wrap="none" rtlCol="0">
            <a:spAutoFit/>
          </a:bodyPr>
          <a:lstStyle/>
          <a:p>
            <a:r>
              <a:rPr lang="en-US" i="1" dirty="0"/>
              <a:t>*Option to Extend Services available until Feb 2027, if needed</a:t>
            </a:r>
          </a:p>
        </p:txBody>
      </p:sp>
      <p:sp>
        <p:nvSpPr>
          <p:cNvPr id="8" name="TextBox 7">
            <a:extLst>
              <a:ext uri="{FF2B5EF4-FFF2-40B4-BE49-F238E27FC236}">
                <a16:creationId xmlns:a16="http://schemas.microsoft.com/office/drawing/2014/main" id="{02E35994-F129-BC33-CBD7-6620AE669E9D}"/>
              </a:ext>
            </a:extLst>
          </p:cNvPr>
          <p:cNvSpPr txBox="1"/>
          <p:nvPr/>
        </p:nvSpPr>
        <p:spPr>
          <a:xfrm>
            <a:off x="347195" y="1238361"/>
            <a:ext cx="4572000" cy="338554"/>
          </a:xfrm>
          <a:prstGeom prst="rect">
            <a:avLst/>
          </a:prstGeom>
          <a:noFill/>
        </p:spPr>
        <p:txBody>
          <a:bodyPr wrap="square">
            <a:spAutoFit/>
          </a:bodyPr>
          <a:lstStyle/>
          <a:p>
            <a:pPr marL="230188" indent="-230188"/>
            <a:r>
              <a:rPr lang="en-US" sz="1600" b="0" i="1" dirty="0">
                <a:solidFill>
                  <a:srgbClr val="0000FF"/>
                </a:solidFill>
                <a:latin typeface="Arial" panose="020B0604020202020204" pitchFamily="34" charset="0"/>
              </a:rPr>
              <a:t>TENTATIVE</a:t>
            </a:r>
            <a:r>
              <a:rPr lang="en-US" sz="1400" b="0" i="1" dirty="0">
                <a:solidFill>
                  <a:srgbClr val="0000FF"/>
                </a:solidFill>
                <a:latin typeface="Arial" panose="020B0604020202020204" pitchFamily="34" charset="0"/>
              </a:rPr>
              <a:t> </a:t>
            </a:r>
            <a:r>
              <a:rPr lang="en-US" sz="1600" b="0" i="1" dirty="0">
                <a:solidFill>
                  <a:srgbClr val="002060"/>
                </a:solidFill>
                <a:latin typeface="Arial" panose="020B0604020202020204" pitchFamily="34" charset="0"/>
              </a:rPr>
              <a:t>TIMELINE</a:t>
            </a:r>
          </a:p>
        </p:txBody>
      </p:sp>
    </p:spTree>
    <p:extLst>
      <p:ext uri="{BB962C8B-B14F-4D97-AF65-F5344CB8AC3E}">
        <p14:creationId xmlns:p14="http://schemas.microsoft.com/office/powerpoint/2010/main" val="8432397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73678-67E7-0010-05DB-50B3871CD22B}"/>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39ACF22B-E157-513E-ABB8-2D1FD7958840}"/>
              </a:ext>
            </a:extLst>
          </p:cNvPr>
          <p:cNvSpPr>
            <a:spLocks noGrp="1"/>
          </p:cNvSpPr>
          <p:nvPr>
            <p:ph type="dt" sz="half" idx="10"/>
          </p:nvPr>
        </p:nvSpPr>
        <p:spPr/>
        <p:txBody>
          <a:bodyPr/>
          <a:lstStyle/>
          <a:p>
            <a:pPr>
              <a:defRPr/>
            </a:pPr>
            <a:endParaRPr lang="en-US" dirty="0"/>
          </a:p>
        </p:txBody>
      </p:sp>
      <p:sp>
        <p:nvSpPr>
          <p:cNvPr id="2" name="Slide Number Placeholder 1">
            <a:extLst>
              <a:ext uri="{FF2B5EF4-FFF2-40B4-BE49-F238E27FC236}">
                <a16:creationId xmlns:a16="http://schemas.microsoft.com/office/drawing/2014/main" id="{0043DF0A-F49F-5F86-C64D-B382305FFBF9}"/>
              </a:ext>
            </a:extLst>
          </p:cNvPr>
          <p:cNvSpPr>
            <a:spLocks noGrp="1"/>
          </p:cNvSpPr>
          <p:nvPr>
            <p:ph type="sldNum" sz="quarter" idx="11"/>
          </p:nvPr>
        </p:nvSpPr>
        <p:spPr/>
        <p:txBody>
          <a:bodyPr/>
          <a:lstStyle/>
          <a:p>
            <a:pPr>
              <a:defRPr/>
            </a:pPr>
            <a:fld id="{E8C4CF4F-2ECB-4C54-9552-FB58A436033C}" type="slidenum">
              <a:rPr lang="en-US" smtClean="0"/>
              <a:pPr>
                <a:defRPr/>
              </a:pPr>
              <a:t>10</a:t>
            </a:fld>
            <a:endParaRPr lang="en-US" dirty="0">
              <a:solidFill>
                <a:schemeClr val="bg2"/>
              </a:solidFill>
            </a:endParaRPr>
          </a:p>
        </p:txBody>
      </p:sp>
      <p:sp>
        <p:nvSpPr>
          <p:cNvPr id="4" name="Rectangle 13">
            <a:extLst>
              <a:ext uri="{FF2B5EF4-FFF2-40B4-BE49-F238E27FC236}">
                <a16:creationId xmlns:a16="http://schemas.microsoft.com/office/drawing/2014/main" id="{48310766-1229-11C2-7B3A-095A0EA84B1F}"/>
              </a:ext>
            </a:extLst>
          </p:cNvPr>
          <p:cNvSpPr txBox="1">
            <a:spLocks noChangeArrowheads="1"/>
          </p:cNvSpPr>
          <p:nvPr/>
        </p:nvSpPr>
        <p:spPr bwMode="auto">
          <a:xfrm>
            <a:off x="1362076" y="490503"/>
            <a:ext cx="7340600" cy="78788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r" rtl="0" eaLnBrk="0" fontAlgn="base" hangingPunct="0">
              <a:spcBef>
                <a:spcPct val="0"/>
              </a:spcBef>
              <a:spcAft>
                <a:spcPct val="0"/>
              </a:spcAft>
              <a:defRPr sz="3600" b="1" i="1">
                <a:solidFill>
                  <a:srgbClr val="151C77"/>
                </a:solidFill>
                <a:latin typeface="+mj-lt"/>
                <a:ea typeface="+mj-ea"/>
                <a:cs typeface="+mj-cs"/>
              </a:defRPr>
            </a:lvl1pPr>
            <a:lvl2pPr algn="r" rtl="0" eaLnBrk="0" fontAlgn="base" hangingPunct="0">
              <a:spcBef>
                <a:spcPct val="0"/>
              </a:spcBef>
              <a:spcAft>
                <a:spcPct val="0"/>
              </a:spcAft>
              <a:defRPr sz="3600" b="1" i="1">
                <a:solidFill>
                  <a:srgbClr val="151C77"/>
                </a:solidFill>
                <a:latin typeface="Arial" charset="0"/>
              </a:defRPr>
            </a:lvl2pPr>
            <a:lvl3pPr algn="r" rtl="0" eaLnBrk="0" fontAlgn="base" hangingPunct="0">
              <a:spcBef>
                <a:spcPct val="0"/>
              </a:spcBef>
              <a:spcAft>
                <a:spcPct val="0"/>
              </a:spcAft>
              <a:defRPr sz="3600" b="1" i="1">
                <a:solidFill>
                  <a:srgbClr val="151C77"/>
                </a:solidFill>
                <a:latin typeface="Arial" charset="0"/>
              </a:defRPr>
            </a:lvl3pPr>
            <a:lvl4pPr algn="r" rtl="0" eaLnBrk="0" fontAlgn="base" hangingPunct="0">
              <a:spcBef>
                <a:spcPct val="0"/>
              </a:spcBef>
              <a:spcAft>
                <a:spcPct val="0"/>
              </a:spcAft>
              <a:defRPr sz="3600" b="1" i="1">
                <a:solidFill>
                  <a:srgbClr val="151C77"/>
                </a:solidFill>
                <a:latin typeface="Arial" charset="0"/>
              </a:defRPr>
            </a:lvl4pPr>
            <a:lvl5pPr algn="r" rtl="0" eaLnBrk="0" fontAlgn="base" hangingPunct="0">
              <a:spcBef>
                <a:spcPct val="0"/>
              </a:spcBef>
              <a:spcAft>
                <a:spcPct val="0"/>
              </a:spcAft>
              <a:defRPr sz="3600" b="1" i="1">
                <a:solidFill>
                  <a:srgbClr val="151C77"/>
                </a:solidFill>
                <a:latin typeface="Arial" charset="0"/>
              </a:defRPr>
            </a:lvl5pPr>
            <a:lvl6pPr marL="457200" algn="r" rtl="0" eaLnBrk="0" fontAlgn="base" hangingPunct="0">
              <a:spcBef>
                <a:spcPct val="0"/>
              </a:spcBef>
              <a:spcAft>
                <a:spcPct val="0"/>
              </a:spcAft>
              <a:defRPr sz="3600" b="1" i="1">
                <a:solidFill>
                  <a:srgbClr val="151C77"/>
                </a:solidFill>
                <a:latin typeface="Arial" charset="0"/>
              </a:defRPr>
            </a:lvl6pPr>
            <a:lvl7pPr marL="914400" algn="r" rtl="0" eaLnBrk="0" fontAlgn="base" hangingPunct="0">
              <a:spcBef>
                <a:spcPct val="0"/>
              </a:spcBef>
              <a:spcAft>
                <a:spcPct val="0"/>
              </a:spcAft>
              <a:defRPr sz="3600" b="1" i="1">
                <a:solidFill>
                  <a:srgbClr val="151C77"/>
                </a:solidFill>
                <a:latin typeface="Arial" charset="0"/>
              </a:defRPr>
            </a:lvl7pPr>
            <a:lvl8pPr marL="1371600" algn="r" rtl="0" eaLnBrk="0" fontAlgn="base" hangingPunct="0">
              <a:spcBef>
                <a:spcPct val="0"/>
              </a:spcBef>
              <a:spcAft>
                <a:spcPct val="0"/>
              </a:spcAft>
              <a:defRPr sz="3600" b="1" i="1">
                <a:solidFill>
                  <a:srgbClr val="151C77"/>
                </a:solidFill>
                <a:latin typeface="Arial" charset="0"/>
              </a:defRPr>
            </a:lvl8pPr>
            <a:lvl9pPr marL="1828800" algn="r" rtl="0" eaLnBrk="0" fontAlgn="base" hangingPunct="0">
              <a:spcBef>
                <a:spcPct val="0"/>
              </a:spcBef>
              <a:spcAft>
                <a:spcPct val="0"/>
              </a:spcAft>
              <a:defRPr sz="3600" b="1" i="1">
                <a:solidFill>
                  <a:srgbClr val="151C77"/>
                </a:solidFill>
                <a:latin typeface="Arial" charset="0"/>
              </a:defRPr>
            </a:lvl9pPr>
          </a:lstStyle>
          <a:p>
            <a:r>
              <a:rPr lang="en-US" altLang="en-US" sz="3200" kern="0" dirty="0"/>
              <a:t>TENTATIVE STRATEGY</a:t>
            </a:r>
          </a:p>
        </p:txBody>
      </p:sp>
      <p:graphicFrame>
        <p:nvGraphicFramePr>
          <p:cNvPr id="8" name="Table 7">
            <a:extLst>
              <a:ext uri="{FF2B5EF4-FFF2-40B4-BE49-F238E27FC236}">
                <a16:creationId xmlns:a16="http://schemas.microsoft.com/office/drawing/2014/main" id="{6E1F893F-0A6B-9CDB-00FC-9F3210C15164}"/>
              </a:ext>
            </a:extLst>
          </p:cNvPr>
          <p:cNvGraphicFramePr>
            <a:graphicFrameLocks noGrp="1"/>
          </p:cNvGraphicFramePr>
          <p:nvPr>
            <p:extLst>
              <p:ext uri="{D42A27DB-BD31-4B8C-83A1-F6EECF244321}">
                <p14:modId xmlns:p14="http://schemas.microsoft.com/office/powerpoint/2010/main" val="1462591720"/>
              </p:ext>
            </p:extLst>
          </p:nvPr>
        </p:nvGraphicFramePr>
        <p:xfrm>
          <a:off x="497459" y="1645859"/>
          <a:ext cx="7914870" cy="4525103"/>
        </p:xfrm>
        <a:graphic>
          <a:graphicData uri="http://schemas.openxmlformats.org/drawingml/2006/table">
            <a:tbl>
              <a:tblPr>
                <a:tableStyleId>{5C22544A-7EE6-4342-B048-85BDC9FD1C3A}</a:tableStyleId>
              </a:tblPr>
              <a:tblGrid>
                <a:gridCol w="862274">
                  <a:extLst>
                    <a:ext uri="{9D8B030D-6E8A-4147-A177-3AD203B41FA5}">
                      <a16:colId xmlns:a16="http://schemas.microsoft.com/office/drawing/2014/main" val="1016157295"/>
                    </a:ext>
                  </a:extLst>
                </a:gridCol>
                <a:gridCol w="5668888">
                  <a:extLst>
                    <a:ext uri="{9D8B030D-6E8A-4147-A177-3AD203B41FA5}">
                      <a16:colId xmlns:a16="http://schemas.microsoft.com/office/drawing/2014/main" val="1250336634"/>
                    </a:ext>
                  </a:extLst>
                </a:gridCol>
                <a:gridCol w="1383708">
                  <a:extLst>
                    <a:ext uri="{9D8B030D-6E8A-4147-A177-3AD203B41FA5}">
                      <a16:colId xmlns:a16="http://schemas.microsoft.com/office/drawing/2014/main" val="4189101914"/>
                    </a:ext>
                  </a:extLst>
                </a:gridCol>
              </a:tblGrid>
              <a:tr h="268666">
                <a:tc>
                  <a:txBody>
                    <a:bodyPr/>
                    <a:lstStyle/>
                    <a:p>
                      <a:pPr marL="0" marR="0" algn="ctr">
                        <a:buNone/>
                        <a:tabLst>
                          <a:tab pos="457200" algn="l"/>
                        </a:tabLst>
                      </a:pPr>
                      <a:r>
                        <a:rPr lang="en-US" sz="1400" dirty="0">
                          <a:effectLst/>
                          <a:latin typeface="+mj-lt"/>
                        </a:rPr>
                        <a:t>Volume</a:t>
                      </a:r>
                      <a:endParaRPr lang="en-US" sz="1400" dirty="0">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marL="0" marR="0" algn="ctr">
                        <a:buNone/>
                        <a:tabLst>
                          <a:tab pos="457200" algn="l"/>
                        </a:tabLst>
                      </a:pPr>
                      <a:r>
                        <a:rPr lang="en-US" sz="1400" dirty="0">
                          <a:effectLst/>
                          <a:latin typeface="+mj-lt"/>
                        </a:rPr>
                        <a:t>Volume Title</a:t>
                      </a:r>
                      <a:endParaRPr lang="en-US" sz="1400" dirty="0">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marL="0" marR="0" algn="ctr">
                        <a:buNone/>
                        <a:tabLst>
                          <a:tab pos="457200" algn="l"/>
                        </a:tabLst>
                      </a:pPr>
                      <a:r>
                        <a:rPr lang="en-US" sz="1400" dirty="0">
                          <a:effectLst/>
                          <a:latin typeface="+mj-lt"/>
                        </a:rPr>
                        <a:t>Page Limit</a:t>
                      </a:r>
                      <a:endParaRPr lang="en-US" sz="1400" dirty="0">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2831744480"/>
                  </a:ext>
                </a:extLst>
              </a:tr>
              <a:tr h="300944">
                <a:tc>
                  <a:txBody>
                    <a:bodyPr/>
                    <a:lstStyle/>
                    <a:p>
                      <a:pPr marL="0" marR="0" algn="ctr">
                        <a:buNone/>
                        <a:tabLst>
                          <a:tab pos="457200" algn="l"/>
                        </a:tabLst>
                      </a:pPr>
                      <a:r>
                        <a:rPr lang="en-US" sz="1400" b="1">
                          <a:effectLst/>
                          <a:latin typeface="+mj-lt"/>
                        </a:rPr>
                        <a:t>I.</a:t>
                      </a:r>
                      <a:endParaRPr lang="en-US" sz="1400" b="1">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buNone/>
                        <a:tabLst>
                          <a:tab pos="457200" algn="l"/>
                        </a:tabLst>
                      </a:pPr>
                      <a:r>
                        <a:rPr lang="en-US" sz="1400" b="1" dirty="0">
                          <a:effectLst/>
                          <a:latin typeface="+mj-lt"/>
                        </a:rPr>
                        <a:t>Administrative Submission</a:t>
                      </a:r>
                      <a:endParaRPr lang="en-US" sz="1400" b="1" dirty="0">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buNone/>
                        <a:tabLst>
                          <a:tab pos="457200" algn="l"/>
                        </a:tabLst>
                      </a:pPr>
                      <a:r>
                        <a:rPr lang="en-US" sz="1400" dirty="0">
                          <a:effectLst/>
                          <a:latin typeface="+mj-lt"/>
                        </a:rPr>
                        <a:t> </a:t>
                      </a:r>
                      <a:endParaRPr lang="en-US" sz="1400" dirty="0">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414484"/>
                  </a:ext>
                </a:extLst>
              </a:tr>
              <a:tr h="225111">
                <a:tc>
                  <a:txBody>
                    <a:bodyPr/>
                    <a:lstStyle/>
                    <a:p>
                      <a:pPr marL="0" marR="0">
                        <a:buNone/>
                        <a:tabLst>
                          <a:tab pos="457200" algn="l"/>
                        </a:tabLst>
                      </a:pPr>
                      <a:r>
                        <a:rPr lang="en-US" sz="1400" dirty="0">
                          <a:effectLst/>
                          <a:latin typeface="+mj-lt"/>
                        </a:rPr>
                        <a:t> </a:t>
                      </a:r>
                      <a:endParaRPr lang="en-US" sz="1400" dirty="0">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40970" marR="0">
                        <a:buNone/>
                        <a:tabLst>
                          <a:tab pos="457200" algn="l"/>
                        </a:tabLst>
                      </a:pPr>
                      <a:r>
                        <a:rPr lang="en-US" sz="1400" dirty="0">
                          <a:effectLst/>
                          <a:latin typeface="+mj-lt"/>
                        </a:rPr>
                        <a:t>Narrative of Offeror</a:t>
                      </a:r>
                      <a:endParaRPr lang="en-US" sz="1400" dirty="0">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buNone/>
                        <a:tabLst>
                          <a:tab pos="457200" algn="l"/>
                        </a:tabLst>
                      </a:pPr>
                      <a:r>
                        <a:rPr lang="en-US" sz="1400" dirty="0">
                          <a:effectLst/>
                          <a:latin typeface="+mj-lt"/>
                        </a:rPr>
                        <a:t>2</a:t>
                      </a:r>
                      <a:endParaRPr lang="en-US" sz="1400" dirty="0">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08499010"/>
                  </a:ext>
                </a:extLst>
              </a:tr>
              <a:tr h="343936">
                <a:tc>
                  <a:txBody>
                    <a:bodyPr/>
                    <a:lstStyle/>
                    <a:p>
                      <a:pPr marL="0" marR="0">
                        <a:buNone/>
                        <a:tabLst>
                          <a:tab pos="457200" algn="l"/>
                        </a:tabLst>
                      </a:pPr>
                      <a:r>
                        <a:rPr lang="en-US" sz="1400">
                          <a:effectLst/>
                          <a:latin typeface="+mj-lt"/>
                        </a:rPr>
                        <a:t> </a:t>
                      </a:r>
                      <a:endParaRPr lang="en-US" sz="1400">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40970" marR="0">
                        <a:buNone/>
                        <a:tabLst>
                          <a:tab pos="457200" algn="l"/>
                        </a:tabLst>
                      </a:pPr>
                      <a:r>
                        <a:rPr lang="en-US" sz="1400" dirty="0">
                          <a:effectLst/>
                          <a:latin typeface="+mj-lt"/>
                        </a:rPr>
                        <a:t>Contract Documentation Signed SF 33, any SF 30s</a:t>
                      </a:r>
                      <a:endParaRPr lang="en-US" sz="1400" dirty="0">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buNone/>
                        <a:tabLst>
                          <a:tab pos="457200" algn="l"/>
                        </a:tabLst>
                      </a:pPr>
                      <a:r>
                        <a:rPr lang="en-US" sz="1400" dirty="0">
                          <a:effectLst/>
                          <a:latin typeface="+mj-lt"/>
                        </a:rPr>
                        <a:t>N/A</a:t>
                      </a:r>
                      <a:endParaRPr lang="en-US" sz="1400" dirty="0">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59295898"/>
                  </a:ext>
                </a:extLst>
              </a:tr>
              <a:tr h="251981">
                <a:tc>
                  <a:txBody>
                    <a:bodyPr/>
                    <a:lstStyle/>
                    <a:p>
                      <a:pPr marL="0" marR="0">
                        <a:buNone/>
                        <a:tabLst>
                          <a:tab pos="457200" algn="l"/>
                        </a:tabLst>
                      </a:pPr>
                      <a:r>
                        <a:rPr lang="en-US" sz="1400" dirty="0">
                          <a:effectLst/>
                          <a:latin typeface="+mj-lt"/>
                        </a:rPr>
                        <a:t> </a:t>
                      </a:r>
                      <a:endParaRPr lang="en-US" sz="1400" dirty="0">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40970" marR="0">
                        <a:buNone/>
                        <a:tabLst>
                          <a:tab pos="457200" algn="l"/>
                        </a:tabLst>
                      </a:pPr>
                      <a:r>
                        <a:rPr lang="en-US" sz="1400" dirty="0">
                          <a:effectLst/>
                          <a:latin typeface="+mj-lt"/>
                        </a:rPr>
                        <a:t>Security Requirement (DD254)</a:t>
                      </a:r>
                      <a:endParaRPr lang="en-US" sz="1400" dirty="0">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buNone/>
                        <a:tabLst>
                          <a:tab pos="457200" algn="l"/>
                        </a:tabLst>
                      </a:pPr>
                      <a:r>
                        <a:rPr lang="en-US" sz="1400" dirty="0">
                          <a:effectLst/>
                          <a:latin typeface="+mj-lt"/>
                        </a:rPr>
                        <a:t>N/A</a:t>
                      </a:r>
                      <a:endParaRPr lang="en-US" sz="1400" dirty="0">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56559946"/>
                  </a:ext>
                </a:extLst>
              </a:tr>
              <a:tr h="343936">
                <a:tc>
                  <a:txBody>
                    <a:bodyPr/>
                    <a:lstStyle/>
                    <a:p>
                      <a:pPr marL="0" marR="0">
                        <a:buNone/>
                        <a:tabLst>
                          <a:tab pos="457200" algn="l"/>
                        </a:tabLst>
                      </a:pPr>
                      <a:r>
                        <a:rPr lang="en-US" sz="1400">
                          <a:effectLst/>
                          <a:latin typeface="+mj-lt"/>
                        </a:rPr>
                        <a:t> </a:t>
                      </a:r>
                      <a:endParaRPr lang="en-US" sz="1400">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40970" marR="0">
                        <a:buNone/>
                        <a:tabLst>
                          <a:tab pos="457200" algn="l"/>
                        </a:tabLst>
                      </a:pPr>
                      <a:r>
                        <a:rPr lang="en-US" sz="1400" dirty="0">
                          <a:effectLst/>
                          <a:latin typeface="+mj-lt"/>
                        </a:rPr>
                        <a:t>Representations and Certifications, Identification and Assertions</a:t>
                      </a:r>
                      <a:endParaRPr lang="en-US" sz="1400" dirty="0">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buNone/>
                        <a:tabLst>
                          <a:tab pos="457200" algn="l"/>
                        </a:tabLst>
                      </a:pPr>
                      <a:r>
                        <a:rPr lang="en-US" sz="1400" dirty="0">
                          <a:effectLst/>
                          <a:latin typeface="+mj-lt"/>
                        </a:rPr>
                        <a:t>N/A</a:t>
                      </a:r>
                      <a:endParaRPr lang="en-US" sz="1400" dirty="0">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70008071"/>
                  </a:ext>
                </a:extLst>
              </a:tr>
              <a:tr h="300944">
                <a:tc>
                  <a:txBody>
                    <a:bodyPr/>
                    <a:lstStyle/>
                    <a:p>
                      <a:pPr marL="0" marR="0">
                        <a:buNone/>
                        <a:tabLst>
                          <a:tab pos="457200" algn="l"/>
                        </a:tabLst>
                      </a:pPr>
                      <a:r>
                        <a:rPr lang="en-US" sz="1400" dirty="0">
                          <a:effectLst/>
                          <a:latin typeface="+mj-lt"/>
                        </a:rPr>
                        <a:t> </a:t>
                      </a:r>
                      <a:endParaRPr lang="en-US" sz="1400" dirty="0">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40970" marR="0">
                        <a:buNone/>
                        <a:tabLst>
                          <a:tab pos="457200" algn="l"/>
                        </a:tabLst>
                      </a:pPr>
                      <a:r>
                        <a:rPr lang="en-US" sz="1400" dirty="0">
                          <a:effectLst/>
                          <a:latin typeface="+mj-lt"/>
                        </a:rPr>
                        <a:t>Transition In Plan</a:t>
                      </a:r>
                      <a:endParaRPr lang="en-US" sz="1400" dirty="0">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buNone/>
                        <a:tabLst>
                          <a:tab pos="457200" algn="l"/>
                        </a:tabLst>
                      </a:pPr>
                      <a:r>
                        <a:rPr lang="en-US" sz="1400" dirty="0">
                          <a:effectLst/>
                          <a:latin typeface="+mj-lt"/>
                        </a:rPr>
                        <a:t>N/A</a:t>
                      </a:r>
                      <a:endParaRPr lang="en-US" sz="1400" dirty="0">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91914162"/>
                  </a:ext>
                </a:extLst>
              </a:tr>
              <a:tr h="343936">
                <a:tc>
                  <a:txBody>
                    <a:bodyPr/>
                    <a:lstStyle/>
                    <a:p>
                      <a:pPr marL="0" marR="0">
                        <a:buNone/>
                        <a:tabLst>
                          <a:tab pos="457200" algn="l"/>
                        </a:tabLst>
                      </a:pPr>
                      <a:r>
                        <a:rPr lang="en-US" sz="1400" dirty="0">
                          <a:effectLst/>
                          <a:latin typeface="+mj-lt"/>
                        </a:rPr>
                        <a:t> </a:t>
                      </a:r>
                      <a:endParaRPr lang="en-US" sz="1400" dirty="0">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40970" marR="0">
                        <a:buNone/>
                        <a:tabLst>
                          <a:tab pos="457200" algn="l"/>
                        </a:tabLst>
                      </a:pPr>
                      <a:r>
                        <a:rPr lang="en-US" sz="1400" dirty="0">
                          <a:effectLst/>
                          <a:latin typeface="+mj-lt"/>
                        </a:rPr>
                        <a:t>Organizational Conflict of Interest Mitigation Plan (if applicable)</a:t>
                      </a:r>
                      <a:endParaRPr lang="en-US" sz="1400" dirty="0">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buNone/>
                        <a:tabLst>
                          <a:tab pos="457200" algn="l"/>
                        </a:tabLst>
                      </a:pPr>
                      <a:r>
                        <a:rPr lang="en-US" sz="1400" dirty="0">
                          <a:effectLst/>
                          <a:latin typeface="+mj-lt"/>
                        </a:rPr>
                        <a:t>N/A</a:t>
                      </a:r>
                      <a:endParaRPr lang="en-US" sz="1400" dirty="0">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67219344"/>
                  </a:ext>
                </a:extLst>
              </a:tr>
              <a:tr h="300944">
                <a:tc>
                  <a:txBody>
                    <a:bodyPr/>
                    <a:lstStyle/>
                    <a:p>
                      <a:pPr marL="0" marR="0" algn="ctr">
                        <a:buNone/>
                        <a:tabLst>
                          <a:tab pos="457200" algn="l"/>
                        </a:tabLst>
                      </a:pPr>
                      <a:r>
                        <a:rPr lang="en-US" sz="1400" b="1" dirty="0">
                          <a:effectLst/>
                          <a:latin typeface="+mj-lt"/>
                        </a:rPr>
                        <a:t>II.</a:t>
                      </a:r>
                      <a:endParaRPr lang="en-US" sz="1400" b="1" dirty="0">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buNone/>
                        <a:tabLst>
                          <a:tab pos="457200" algn="l"/>
                        </a:tabLst>
                      </a:pPr>
                      <a:r>
                        <a:rPr lang="en-US" sz="1400" b="1" dirty="0">
                          <a:effectLst/>
                          <a:latin typeface="+mj-lt"/>
                        </a:rPr>
                        <a:t>Technical Approach </a:t>
                      </a:r>
                      <a:endParaRPr lang="en-US" sz="1400" b="1" dirty="0">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buNone/>
                        <a:tabLst>
                          <a:tab pos="457200" algn="l"/>
                        </a:tabLst>
                      </a:pPr>
                      <a:r>
                        <a:rPr lang="en-US" sz="1400" dirty="0">
                          <a:effectLst/>
                          <a:latin typeface="+mj-lt"/>
                        </a:rPr>
                        <a:t> </a:t>
                      </a:r>
                      <a:endParaRPr lang="en-US" sz="1400" dirty="0">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30127040"/>
                  </a:ext>
                </a:extLst>
              </a:tr>
              <a:tr h="293368">
                <a:tc>
                  <a:txBody>
                    <a:bodyPr/>
                    <a:lstStyle/>
                    <a:p>
                      <a:pPr marL="0" marR="0">
                        <a:buNone/>
                        <a:tabLst>
                          <a:tab pos="457200" algn="l"/>
                        </a:tabLst>
                      </a:pPr>
                      <a:r>
                        <a:rPr lang="en-US" sz="1400">
                          <a:effectLst/>
                          <a:latin typeface="+mj-lt"/>
                        </a:rPr>
                        <a:t> </a:t>
                      </a:r>
                      <a:endParaRPr lang="en-US" sz="1400">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50190" marR="0">
                        <a:buNone/>
                        <a:tabLst>
                          <a:tab pos="457200" algn="l"/>
                        </a:tabLst>
                      </a:pPr>
                      <a:r>
                        <a:rPr lang="en-US" sz="1400" dirty="0">
                          <a:effectLst/>
                          <a:latin typeface="+mj-lt"/>
                        </a:rPr>
                        <a:t>Technical Approach</a:t>
                      </a:r>
                      <a:endParaRPr lang="en-US" sz="1400" dirty="0">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buNone/>
                        <a:tabLst>
                          <a:tab pos="457200" algn="l"/>
                        </a:tabLst>
                      </a:pPr>
                      <a:r>
                        <a:rPr lang="en-US" sz="1400" dirty="0">
                          <a:effectLst/>
                          <a:latin typeface="+mj-lt"/>
                        </a:rPr>
                        <a:t>40 pages</a:t>
                      </a:r>
                      <a:endParaRPr lang="en-US" sz="1400" dirty="0">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73137106"/>
                  </a:ext>
                </a:extLst>
              </a:tr>
              <a:tr h="300944">
                <a:tc>
                  <a:txBody>
                    <a:bodyPr/>
                    <a:lstStyle/>
                    <a:p>
                      <a:pPr marL="0" marR="0">
                        <a:buNone/>
                        <a:tabLst>
                          <a:tab pos="457200" algn="l"/>
                        </a:tabLst>
                      </a:pPr>
                      <a:r>
                        <a:rPr lang="en-US" sz="1400" dirty="0">
                          <a:effectLst/>
                          <a:latin typeface="+mj-lt"/>
                        </a:rPr>
                        <a:t> </a:t>
                      </a:r>
                      <a:endParaRPr lang="en-US" sz="1400" dirty="0">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50190" marR="0">
                        <a:buNone/>
                        <a:tabLst>
                          <a:tab pos="457200" algn="l"/>
                        </a:tabLst>
                      </a:pPr>
                      <a:r>
                        <a:rPr lang="en-US" sz="1400" dirty="0">
                          <a:effectLst/>
                          <a:latin typeface="+mj-lt"/>
                        </a:rPr>
                        <a:t>Staffing/Management Approach</a:t>
                      </a:r>
                      <a:endParaRPr lang="en-US" sz="1400" dirty="0">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buNone/>
                        <a:tabLst>
                          <a:tab pos="457200" algn="l"/>
                        </a:tabLst>
                      </a:pPr>
                      <a:r>
                        <a:rPr lang="en-US" sz="1400" dirty="0">
                          <a:effectLst/>
                          <a:latin typeface="+mj-lt"/>
                        </a:rPr>
                        <a:t>35 pages</a:t>
                      </a:r>
                      <a:endParaRPr lang="en-US" sz="1400" dirty="0">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35889607"/>
                  </a:ext>
                </a:extLst>
              </a:tr>
              <a:tr h="300944">
                <a:tc>
                  <a:txBody>
                    <a:bodyPr/>
                    <a:lstStyle/>
                    <a:p>
                      <a:pPr marL="0" marR="0" algn="ctr">
                        <a:buNone/>
                        <a:tabLst>
                          <a:tab pos="457200" algn="l"/>
                        </a:tabLst>
                      </a:pPr>
                      <a:r>
                        <a:rPr lang="en-US" sz="1400" b="1">
                          <a:effectLst/>
                          <a:latin typeface="+mj-lt"/>
                        </a:rPr>
                        <a:t>III.</a:t>
                      </a:r>
                      <a:endParaRPr lang="en-US" sz="1400" b="1">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buNone/>
                        <a:tabLst>
                          <a:tab pos="457200" algn="l"/>
                        </a:tabLst>
                      </a:pPr>
                      <a:r>
                        <a:rPr lang="en-US" sz="1400" b="1" dirty="0">
                          <a:effectLst/>
                          <a:latin typeface="+mj-lt"/>
                        </a:rPr>
                        <a:t>Cost/Price</a:t>
                      </a:r>
                      <a:endParaRPr lang="en-US" sz="1400" b="1" dirty="0">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buNone/>
                        <a:tabLst>
                          <a:tab pos="457200" algn="l"/>
                        </a:tabLst>
                      </a:pPr>
                      <a:r>
                        <a:rPr lang="en-US" sz="1400" dirty="0">
                          <a:effectLst/>
                          <a:latin typeface="+mj-lt"/>
                        </a:rPr>
                        <a:t>N/A</a:t>
                      </a:r>
                      <a:endParaRPr lang="en-US" sz="1400" dirty="0">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21710329"/>
                  </a:ext>
                </a:extLst>
              </a:tr>
              <a:tr h="304569">
                <a:tc>
                  <a:txBody>
                    <a:bodyPr/>
                    <a:lstStyle/>
                    <a:p>
                      <a:pPr marL="0" marR="0">
                        <a:buNone/>
                        <a:tabLst>
                          <a:tab pos="457200" algn="l"/>
                        </a:tabLst>
                      </a:pPr>
                      <a:r>
                        <a:rPr lang="en-US" sz="1400" dirty="0">
                          <a:effectLst/>
                          <a:latin typeface="+mj-lt"/>
                        </a:rPr>
                        <a:t> </a:t>
                      </a:r>
                      <a:endParaRPr lang="en-US" sz="1400" dirty="0">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98120" marR="0">
                        <a:buNone/>
                      </a:pPr>
                      <a:r>
                        <a:rPr lang="en-US" sz="1400" dirty="0">
                          <a:effectLst/>
                          <a:latin typeface="+mj-lt"/>
                        </a:rPr>
                        <a:t>Cost/Price Narrative and Disclosure Documents</a:t>
                      </a:r>
                      <a:endParaRPr lang="en-US" sz="1400" dirty="0">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buNone/>
                        <a:tabLst>
                          <a:tab pos="457200" algn="l"/>
                        </a:tabLst>
                      </a:pPr>
                      <a:r>
                        <a:rPr lang="en-US" sz="1400" dirty="0">
                          <a:effectLst/>
                          <a:latin typeface="+mj-lt"/>
                        </a:rPr>
                        <a:t> </a:t>
                      </a:r>
                      <a:endParaRPr lang="en-US" sz="1400" dirty="0">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01032858"/>
                  </a:ext>
                </a:extLst>
              </a:tr>
              <a:tr h="300944">
                <a:tc>
                  <a:txBody>
                    <a:bodyPr/>
                    <a:lstStyle/>
                    <a:p>
                      <a:pPr marL="0" marR="0">
                        <a:buNone/>
                        <a:tabLst>
                          <a:tab pos="457200" algn="l"/>
                        </a:tabLst>
                      </a:pPr>
                      <a:r>
                        <a:rPr lang="en-US" sz="1400">
                          <a:effectLst/>
                          <a:latin typeface="+mj-lt"/>
                        </a:rPr>
                        <a:t> </a:t>
                      </a:r>
                      <a:endParaRPr lang="en-US" sz="1400">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98120" marR="0">
                        <a:buNone/>
                      </a:pPr>
                      <a:r>
                        <a:rPr lang="en-US" sz="1400" dirty="0">
                          <a:effectLst/>
                          <a:latin typeface="+mj-lt"/>
                        </a:rPr>
                        <a:t>Cost Spreadsheet with Supporting Docs</a:t>
                      </a:r>
                      <a:endParaRPr lang="en-US" sz="1400" dirty="0">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buNone/>
                        <a:tabLst>
                          <a:tab pos="457200" algn="l"/>
                        </a:tabLst>
                      </a:pPr>
                      <a:r>
                        <a:rPr lang="en-US" sz="1400" dirty="0">
                          <a:effectLst/>
                          <a:latin typeface="+mj-lt"/>
                        </a:rPr>
                        <a:t> </a:t>
                      </a:r>
                      <a:endParaRPr lang="en-US" sz="1400" dirty="0">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17151241"/>
                  </a:ext>
                </a:extLst>
              </a:tr>
              <a:tr h="343936">
                <a:tc>
                  <a:txBody>
                    <a:bodyPr/>
                    <a:lstStyle/>
                    <a:p>
                      <a:pPr marL="0" marR="0">
                        <a:buNone/>
                        <a:tabLst>
                          <a:tab pos="457200" algn="l"/>
                        </a:tabLst>
                      </a:pPr>
                      <a:r>
                        <a:rPr lang="en-US" sz="1400" dirty="0">
                          <a:effectLst/>
                          <a:latin typeface="+mj-lt"/>
                        </a:rPr>
                        <a:t> </a:t>
                      </a:r>
                      <a:endParaRPr lang="en-US" sz="1400" dirty="0">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98120" marR="0">
                        <a:buNone/>
                      </a:pPr>
                      <a:r>
                        <a:rPr lang="en-US" sz="1400" dirty="0">
                          <a:effectLst/>
                          <a:latin typeface="+mj-lt"/>
                        </a:rPr>
                        <a:t>Certified Cost Pricing Data (if and when applicable). </a:t>
                      </a:r>
                      <a:endParaRPr lang="en-US" sz="1400" dirty="0">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buNone/>
                        <a:tabLst>
                          <a:tab pos="457200" algn="l"/>
                        </a:tabLst>
                      </a:pPr>
                      <a:r>
                        <a:rPr lang="en-US" sz="1400" dirty="0">
                          <a:effectLst/>
                          <a:latin typeface="+mj-lt"/>
                        </a:rPr>
                        <a:t> </a:t>
                      </a:r>
                      <a:endParaRPr lang="en-US" sz="1400" dirty="0">
                        <a:effectLst/>
                        <a:latin typeface="+mj-lt"/>
                        <a:ea typeface="Times New Roman" panose="02020603050405020304" pitchFamily="18" charset="0"/>
                      </a:endParaRPr>
                    </a:p>
                  </a:txBody>
                  <a:tcPr marL="64488" marR="644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8812624"/>
                  </a:ext>
                </a:extLst>
              </a:tr>
            </a:tbl>
          </a:graphicData>
        </a:graphic>
      </p:graphicFrame>
      <p:sp>
        <p:nvSpPr>
          <p:cNvPr id="9" name="Rectangle 1">
            <a:extLst>
              <a:ext uri="{FF2B5EF4-FFF2-40B4-BE49-F238E27FC236}">
                <a16:creationId xmlns:a16="http://schemas.microsoft.com/office/drawing/2014/main" id="{CA6BD658-71E6-2C94-9ED9-F8B7B55E2413}"/>
              </a:ext>
            </a:extLst>
          </p:cNvPr>
          <p:cNvSpPr>
            <a:spLocks noChangeArrowheads="1"/>
          </p:cNvSpPr>
          <p:nvPr/>
        </p:nvSpPr>
        <p:spPr bwMode="auto">
          <a:xfrm>
            <a:off x="2106613" y="150495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TextBox 9">
            <a:extLst>
              <a:ext uri="{FF2B5EF4-FFF2-40B4-BE49-F238E27FC236}">
                <a16:creationId xmlns:a16="http://schemas.microsoft.com/office/drawing/2014/main" id="{39A294D6-FDC3-DAC7-AF82-93A3C5DFFFA7}"/>
              </a:ext>
            </a:extLst>
          </p:cNvPr>
          <p:cNvSpPr txBox="1"/>
          <p:nvPr/>
        </p:nvSpPr>
        <p:spPr>
          <a:xfrm>
            <a:off x="326009" y="1278387"/>
            <a:ext cx="4636008" cy="307777"/>
          </a:xfrm>
          <a:prstGeom prst="rect">
            <a:avLst/>
          </a:prstGeom>
          <a:noFill/>
        </p:spPr>
        <p:txBody>
          <a:bodyPr wrap="square" rtlCol="0">
            <a:spAutoFit/>
          </a:bodyPr>
          <a:lstStyle/>
          <a:p>
            <a:r>
              <a:rPr lang="en-US" dirty="0">
                <a:solidFill>
                  <a:srgbClr val="0000FF"/>
                </a:solidFill>
              </a:rPr>
              <a:t>Tentative</a:t>
            </a:r>
            <a:r>
              <a:rPr lang="en-US" dirty="0"/>
              <a:t> Proposal Submission Package</a:t>
            </a:r>
          </a:p>
        </p:txBody>
      </p:sp>
    </p:spTree>
    <p:extLst>
      <p:ext uri="{BB962C8B-B14F-4D97-AF65-F5344CB8AC3E}">
        <p14:creationId xmlns:p14="http://schemas.microsoft.com/office/powerpoint/2010/main" val="6759564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4"/>
          <p:cNvSpPr>
            <a:spLocks noGrp="1" noChangeArrowheads="1"/>
          </p:cNvSpPr>
          <p:nvPr>
            <p:ph idx="1"/>
          </p:nvPr>
        </p:nvSpPr>
        <p:spPr>
          <a:xfrm>
            <a:off x="419100" y="1298488"/>
            <a:ext cx="8305800" cy="4495800"/>
          </a:xfrm>
        </p:spPr>
        <p:txBody>
          <a:bodyPr/>
          <a:lstStyle/>
          <a:p>
            <a:pPr marL="233363" indent="-233363">
              <a:spcBef>
                <a:spcPts val="600"/>
              </a:spcBef>
              <a:defRPr/>
            </a:pPr>
            <a:r>
              <a:rPr lang="en-US" sz="1600" dirty="0">
                <a:solidFill>
                  <a:srgbClr val="0000FF"/>
                </a:solidFill>
              </a:rPr>
              <a:t>TENTATIVE</a:t>
            </a:r>
            <a:r>
              <a:rPr lang="en-US" sz="1600" dirty="0">
                <a:solidFill>
                  <a:srgbClr val="FF0000"/>
                </a:solidFill>
              </a:rPr>
              <a:t> </a:t>
            </a:r>
          </a:p>
          <a:p>
            <a:pPr marL="233363" lvl="1" indent="0">
              <a:spcBef>
                <a:spcPts val="600"/>
              </a:spcBef>
              <a:buNone/>
              <a:defRPr/>
            </a:pPr>
            <a:r>
              <a:rPr lang="en-US" sz="1600" dirty="0"/>
              <a:t>Best Value:  </a:t>
            </a:r>
            <a:r>
              <a:rPr lang="en-US" sz="1600" b="0" dirty="0"/>
              <a:t>Technical is more important than price only after acceptable gate criteria</a:t>
            </a:r>
            <a:endParaRPr lang="en-US" sz="1600" b="0" dirty="0">
              <a:cs typeface="Arial"/>
            </a:endParaRPr>
          </a:p>
          <a:p>
            <a:pPr marL="457200" lvl="2">
              <a:spcBef>
                <a:spcPts val="600"/>
              </a:spcBef>
              <a:defRPr/>
            </a:pPr>
            <a:r>
              <a:rPr lang="en-US" sz="1600" dirty="0"/>
              <a:t>Gate Criteria </a:t>
            </a:r>
            <a:r>
              <a:rPr lang="en-US" sz="1600" b="0" dirty="0"/>
              <a:t>(Acceptable/Unacceptable)</a:t>
            </a:r>
            <a:endParaRPr lang="en-US" sz="1600" b="0" dirty="0">
              <a:cs typeface="Arial"/>
            </a:endParaRPr>
          </a:p>
          <a:p>
            <a:pPr marL="690563" lvl="2" indent="-233363">
              <a:spcBef>
                <a:spcPts val="600"/>
              </a:spcBef>
              <a:spcAft>
                <a:spcPts val="300"/>
              </a:spcAft>
              <a:defRPr/>
            </a:pPr>
            <a:r>
              <a:rPr lang="en-US" sz="1600" b="0" dirty="0"/>
              <a:t>Facility Clearance – Top Secret</a:t>
            </a:r>
            <a:endParaRPr lang="en-US" sz="1600" b="0" dirty="0">
              <a:cs typeface="Arial"/>
            </a:endParaRPr>
          </a:p>
          <a:p>
            <a:pPr marL="457200" lvl="1" indent="-223838">
              <a:spcBef>
                <a:spcPts val="600"/>
              </a:spcBef>
            </a:pPr>
            <a:r>
              <a:rPr lang="en-US" sz="1600" dirty="0">
                <a:cs typeface="Times New Roman"/>
              </a:rPr>
              <a:t>Technical </a:t>
            </a:r>
            <a:r>
              <a:rPr lang="en-US" sz="1600" b="0" dirty="0">
                <a:cs typeface="Times New Roman"/>
              </a:rPr>
              <a:t>(Combined Risk Rating)</a:t>
            </a:r>
          </a:p>
          <a:p>
            <a:pPr marL="687388" lvl="2" indent="-225425">
              <a:spcBef>
                <a:spcPts val="600"/>
              </a:spcBef>
            </a:pPr>
            <a:r>
              <a:rPr lang="en-US" sz="1600" b="0" dirty="0">
                <a:cs typeface="Times New Roman"/>
              </a:rPr>
              <a:t>Technical Approach </a:t>
            </a:r>
          </a:p>
          <a:p>
            <a:pPr marL="690563" lvl="3" indent="-233363">
              <a:spcBef>
                <a:spcPts val="600"/>
              </a:spcBef>
              <a:spcAft>
                <a:spcPts val="300"/>
              </a:spcAft>
              <a:defRPr/>
            </a:pPr>
            <a:r>
              <a:rPr lang="en-US" sz="1600" b="0" dirty="0">
                <a:cs typeface="Times New Roman"/>
              </a:rPr>
              <a:t>Management/Staffing approach </a:t>
            </a:r>
          </a:p>
          <a:p>
            <a:pPr marL="690563" lvl="3" indent="-233363">
              <a:spcBef>
                <a:spcPts val="600"/>
              </a:spcBef>
              <a:spcAft>
                <a:spcPts val="300"/>
              </a:spcAft>
              <a:defRPr/>
            </a:pPr>
            <a:r>
              <a:rPr lang="en-US" sz="1600" b="0" dirty="0">
                <a:cs typeface="Times New Roman"/>
              </a:rPr>
              <a:t>Small Business Participation Plan </a:t>
            </a:r>
          </a:p>
          <a:p>
            <a:pPr marL="457200" lvl="2">
              <a:spcBef>
                <a:spcPts val="600"/>
              </a:spcBef>
              <a:defRPr/>
            </a:pPr>
            <a:r>
              <a:rPr lang="en-US" sz="1600" dirty="0">
                <a:cs typeface="Times New Roman"/>
              </a:rPr>
              <a:t>Cost/Price </a:t>
            </a:r>
          </a:p>
          <a:p>
            <a:pPr marL="690563" lvl="3" indent="-233363">
              <a:spcBef>
                <a:spcPts val="600"/>
              </a:spcBef>
              <a:spcAft>
                <a:spcPts val="300"/>
              </a:spcAft>
              <a:defRPr/>
            </a:pPr>
            <a:r>
              <a:rPr lang="en-US" sz="1600" b="0" dirty="0"/>
              <a:t>Fair,</a:t>
            </a:r>
            <a:r>
              <a:rPr lang="en-US" sz="1600" b="0" dirty="0">
                <a:solidFill>
                  <a:srgbClr val="FF0000"/>
                </a:solidFill>
              </a:rPr>
              <a:t> </a:t>
            </a:r>
            <a:r>
              <a:rPr lang="en-US" sz="1600" b="0" dirty="0"/>
              <a:t>Reasonable, Complete, Balanced, and Realistic</a:t>
            </a:r>
            <a:endParaRPr lang="en-US" sz="1600" b="0" dirty="0">
              <a:cs typeface="Arial"/>
            </a:endParaRPr>
          </a:p>
          <a:p>
            <a:pPr marL="690563" lvl="3" indent="-233363">
              <a:spcBef>
                <a:spcPts val="600"/>
              </a:spcBef>
              <a:defRPr/>
            </a:pPr>
            <a:r>
              <a:rPr lang="en-US" sz="1600" b="0" dirty="0">
                <a:cs typeface="Arial"/>
              </a:rPr>
              <a:t>Total Evaluated Price (TEP)</a:t>
            </a:r>
          </a:p>
          <a:p>
            <a:pPr marL="914400" lvl="4">
              <a:spcBef>
                <a:spcPts val="600"/>
              </a:spcBef>
              <a:defRPr/>
            </a:pPr>
            <a:r>
              <a:rPr lang="en-US" sz="1600" dirty="0">
                <a:cs typeface="Arial"/>
              </a:rPr>
              <a:t>All Task CLINS only </a:t>
            </a:r>
          </a:p>
          <a:p>
            <a:pPr marL="914400" lvl="4">
              <a:spcBef>
                <a:spcPts val="600"/>
              </a:spcBef>
              <a:defRPr/>
            </a:pPr>
            <a:r>
              <a:rPr lang="en-US" sz="1600" dirty="0">
                <a:cs typeface="Arial"/>
              </a:rPr>
              <a:t>Includes 6 months 50% of option Year 4 pricing</a:t>
            </a:r>
          </a:p>
          <a:p>
            <a:pPr marL="914400" lvl="4">
              <a:spcBef>
                <a:spcPts val="600"/>
              </a:spcBef>
              <a:defRPr/>
            </a:pPr>
            <a:endParaRPr lang="en-US" sz="1600" dirty="0">
              <a:cs typeface="Arial"/>
            </a:endParaRPr>
          </a:p>
          <a:p>
            <a:pPr>
              <a:defRPr/>
            </a:pPr>
            <a:endParaRPr lang="en-US" sz="1600" dirty="0"/>
          </a:p>
          <a:p>
            <a:pPr algn="l" rtl="0" fontAlgn="base">
              <a:buFont typeface="Arial" panose="020B0604020202020204" pitchFamily="34" charset="0"/>
              <a:buChar char="•"/>
            </a:pPr>
            <a:endParaRPr lang="en-US" b="0" i="0" dirty="0">
              <a:solidFill>
                <a:srgbClr val="000000"/>
              </a:solidFill>
              <a:effectLst/>
              <a:latin typeface="Arial" panose="020B0604020202020204" pitchFamily="34" charset="0"/>
            </a:endParaRPr>
          </a:p>
        </p:txBody>
      </p:sp>
      <p:sp>
        <p:nvSpPr>
          <p:cNvPr id="3" name="Date Placeholder 2"/>
          <p:cNvSpPr>
            <a:spLocks noGrp="1"/>
          </p:cNvSpPr>
          <p:nvPr>
            <p:ph type="dt" sz="half" idx="10"/>
          </p:nvPr>
        </p:nvSpPr>
        <p:spPr/>
        <p:txBody>
          <a:bodyPr/>
          <a:lstStyle/>
          <a:p>
            <a:pPr>
              <a:defRPr/>
            </a:pPr>
            <a:endParaRPr lang="en-US" dirty="0"/>
          </a:p>
        </p:txBody>
      </p:sp>
      <p:sp>
        <p:nvSpPr>
          <p:cNvPr id="2" name="Slide Number Placeholder 1"/>
          <p:cNvSpPr>
            <a:spLocks noGrp="1"/>
          </p:cNvSpPr>
          <p:nvPr>
            <p:ph type="sldNum" sz="quarter" idx="11"/>
          </p:nvPr>
        </p:nvSpPr>
        <p:spPr/>
        <p:txBody>
          <a:bodyPr/>
          <a:lstStyle/>
          <a:p>
            <a:pPr>
              <a:defRPr/>
            </a:pPr>
            <a:fld id="{E8C4CF4F-2ECB-4C54-9552-FB58A436033C}" type="slidenum">
              <a:rPr lang="en-US" smtClean="0"/>
              <a:pPr>
                <a:defRPr/>
              </a:pPr>
              <a:t>11</a:t>
            </a:fld>
            <a:endParaRPr lang="en-US" dirty="0">
              <a:solidFill>
                <a:schemeClr val="bg2"/>
              </a:solidFill>
            </a:endParaRPr>
          </a:p>
        </p:txBody>
      </p:sp>
      <p:sp>
        <p:nvSpPr>
          <p:cNvPr id="4" name="Rectangle 13"/>
          <p:cNvSpPr txBox="1">
            <a:spLocks noChangeArrowheads="1"/>
          </p:cNvSpPr>
          <p:nvPr/>
        </p:nvSpPr>
        <p:spPr bwMode="auto">
          <a:xfrm>
            <a:off x="1379996" y="443436"/>
            <a:ext cx="7505699" cy="78788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r" rtl="0" eaLnBrk="0" fontAlgn="base" hangingPunct="0">
              <a:spcBef>
                <a:spcPct val="0"/>
              </a:spcBef>
              <a:spcAft>
                <a:spcPct val="0"/>
              </a:spcAft>
              <a:defRPr sz="3600" b="1" i="1">
                <a:solidFill>
                  <a:srgbClr val="151C77"/>
                </a:solidFill>
                <a:latin typeface="+mj-lt"/>
                <a:ea typeface="+mj-ea"/>
                <a:cs typeface="+mj-cs"/>
              </a:defRPr>
            </a:lvl1pPr>
            <a:lvl2pPr algn="r" rtl="0" eaLnBrk="0" fontAlgn="base" hangingPunct="0">
              <a:spcBef>
                <a:spcPct val="0"/>
              </a:spcBef>
              <a:spcAft>
                <a:spcPct val="0"/>
              </a:spcAft>
              <a:defRPr sz="3600" b="1" i="1">
                <a:solidFill>
                  <a:srgbClr val="151C77"/>
                </a:solidFill>
                <a:latin typeface="Arial" charset="0"/>
              </a:defRPr>
            </a:lvl2pPr>
            <a:lvl3pPr algn="r" rtl="0" eaLnBrk="0" fontAlgn="base" hangingPunct="0">
              <a:spcBef>
                <a:spcPct val="0"/>
              </a:spcBef>
              <a:spcAft>
                <a:spcPct val="0"/>
              </a:spcAft>
              <a:defRPr sz="3600" b="1" i="1">
                <a:solidFill>
                  <a:srgbClr val="151C77"/>
                </a:solidFill>
                <a:latin typeface="Arial" charset="0"/>
              </a:defRPr>
            </a:lvl3pPr>
            <a:lvl4pPr algn="r" rtl="0" eaLnBrk="0" fontAlgn="base" hangingPunct="0">
              <a:spcBef>
                <a:spcPct val="0"/>
              </a:spcBef>
              <a:spcAft>
                <a:spcPct val="0"/>
              </a:spcAft>
              <a:defRPr sz="3600" b="1" i="1">
                <a:solidFill>
                  <a:srgbClr val="151C77"/>
                </a:solidFill>
                <a:latin typeface="Arial" charset="0"/>
              </a:defRPr>
            </a:lvl4pPr>
            <a:lvl5pPr algn="r" rtl="0" eaLnBrk="0" fontAlgn="base" hangingPunct="0">
              <a:spcBef>
                <a:spcPct val="0"/>
              </a:spcBef>
              <a:spcAft>
                <a:spcPct val="0"/>
              </a:spcAft>
              <a:defRPr sz="3600" b="1" i="1">
                <a:solidFill>
                  <a:srgbClr val="151C77"/>
                </a:solidFill>
                <a:latin typeface="Arial" charset="0"/>
              </a:defRPr>
            </a:lvl5pPr>
            <a:lvl6pPr marL="457200" algn="r" rtl="0" eaLnBrk="0" fontAlgn="base" hangingPunct="0">
              <a:spcBef>
                <a:spcPct val="0"/>
              </a:spcBef>
              <a:spcAft>
                <a:spcPct val="0"/>
              </a:spcAft>
              <a:defRPr sz="3600" b="1" i="1">
                <a:solidFill>
                  <a:srgbClr val="151C77"/>
                </a:solidFill>
                <a:latin typeface="Arial" charset="0"/>
              </a:defRPr>
            </a:lvl6pPr>
            <a:lvl7pPr marL="914400" algn="r" rtl="0" eaLnBrk="0" fontAlgn="base" hangingPunct="0">
              <a:spcBef>
                <a:spcPct val="0"/>
              </a:spcBef>
              <a:spcAft>
                <a:spcPct val="0"/>
              </a:spcAft>
              <a:defRPr sz="3600" b="1" i="1">
                <a:solidFill>
                  <a:srgbClr val="151C77"/>
                </a:solidFill>
                <a:latin typeface="Arial" charset="0"/>
              </a:defRPr>
            </a:lvl7pPr>
            <a:lvl8pPr marL="1371600" algn="r" rtl="0" eaLnBrk="0" fontAlgn="base" hangingPunct="0">
              <a:spcBef>
                <a:spcPct val="0"/>
              </a:spcBef>
              <a:spcAft>
                <a:spcPct val="0"/>
              </a:spcAft>
              <a:defRPr sz="3600" b="1" i="1">
                <a:solidFill>
                  <a:srgbClr val="151C77"/>
                </a:solidFill>
                <a:latin typeface="Arial" charset="0"/>
              </a:defRPr>
            </a:lvl8pPr>
            <a:lvl9pPr marL="1828800" algn="r" rtl="0" eaLnBrk="0" fontAlgn="base" hangingPunct="0">
              <a:spcBef>
                <a:spcPct val="0"/>
              </a:spcBef>
              <a:spcAft>
                <a:spcPct val="0"/>
              </a:spcAft>
              <a:defRPr sz="3600" b="1" i="1">
                <a:solidFill>
                  <a:srgbClr val="151C77"/>
                </a:solidFill>
                <a:latin typeface="Arial" charset="0"/>
              </a:defRPr>
            </a:lvl9pPr>
          </a:lstStyle>
          <a:p>
            <a:r>
              <a:rPr lang="en-US" altLang="en-US" sz="3200" kern="0" dirty="0"/>
              <a:t>TENTATIVE STRATEGY</a:t>
            </a:r>
          </a:p>
        </p:txBody>
      </p:sp>
      <p:sp>
        <p:nvSpPr>
          <p:cNvPr id="5" name="TextBox 4">
            <a:extLst>
              <a:ext uri="{FF2B5EF4-FFF2-40B4-BE49-F238E27FC236}">
                <a16:creationId xmlns:a16="http://schemas.microsoft.com/office/drawing/2014/main" id="{D9EA7E0E-C2D3-72E6-DA5F-4582FD290EA0}"/>
              </a:ext>
            </a:extLst>
          </p:cNvPr>
          <p:cNvSpPr txBox="1"/>
          <p:nvPr/>
        </p:nvSpPr>
        <p:spPr>
          <a:xfrm>
            <a:off x="4889501" y="2000518"/>
            <a:ext cx="3996194" cy="2308324"/>
          </a:xfrm>
          <a:prstGeom prst="rect">
            <a:avLst/>
          </a:prstGeom>
          <a:solidFill>
            <a:srgbClr val="E4ECF0"/>
          </a:solidFill>
          <a:effectLst>
            <a:outerShdw blurRad="50800" dist="38100" dir="2700000" algn="tl" rotWithShape="0">
              <a:prstClr val="black">
                <a:alpha val="40000"/>
              </a:prstClr>
            </a:outerShdw>
          </a:effectLst>
        </p:spPr>
        <p:txBody>
          <a:bodyPr wrap="square" rtlCol="0">
            <a:spAutoFit/>
          </a:bodyPr>
          <a:lstStyle/>
          <a:p>
            <a:pPr algn="ctr"/>
            <a:r>
              <a:rPr lang="en-US" sz="1200" dirty="0"/>
              <a:t>Award will be made to the Offeror who is deemed responsible IAW FAR Subpart 9.1, as supplemented, and whose proposal has the best rated technical solution for the cost that is complete, reasonable, realistic, balanced, and realistic.   </a:t>
            </a:r>
          </a:p>
          <a:p>
            <a:pPr algn="ctr"/>
            <a:endParaRPr lang="en-US" sz="1200" dirty="0"/>
          </a:p>
          <a:p>
            <a:pPr algn="ctr"/>
            <a:r>
              <a:rPr lang="en-US" sz="1200" dirty="0"/>
              <a:t>The Government will determine Best value using tradeoff procedures, in which Technical is significantly more important than Cost. In doing so, the Government will determine the most advantageous offer, thus potentially accepting other than the lowest priced Offeror or other than the highest technically rated Offeror.</a:t>
            </a:r>
            <a:endParaRPr lang="en-US" dirty="0"/>
          </a:p>
        </p:txBody>
      </p:sp>
      <p:sp>
        <p:nvSpPr>
          <p:cNvPr id="6" name="TextBox 5">
            <a:extLst>
              <a:ext uri="{FF2B5EF4-FFF2-40B4-BE49-F238E27FC236}">
                <a16:creationId xmlns:a16="http://schemas.microsoft.com/office/drawing/2014/main" id="{5EF0D583-4150-8ED9-BB6A-FE9DA0F3932C}"/>
              </a:ext>
            </a:extLst>
          </p:cNvPr>
          <p:cNvSpPr txBox="1"/>
          <p:nvPr/>
        </p:nvSpPr>
        <p:spPr>
          <a:xfrm>
            <a:off x="440286" y="5928624"/>
            <a:ext cx="8388939" cy="461665"/>
          </a:xfrm>
          <a:prstGeom prst="rect">
            <a:avLst/>
          </a:prstGeom>
          <a:noFill/>
        </p:spPr>
        <p:txBody>
          <a:bodyPr wrap="square">
            <a:spAutoFit/>
          </a:bodyPr>
          <a:lstStyle/>
          <a:p>
            <a:pPr>
              <a:defRPr/>
            </a:pPr>
            <a:r>
              <a:rPr lang="en-US" sz="1200" dirty="0"/>
              <a:t>Note: The six-month extension IAW FAR 52.217-8 will be analyzed as part of the Total Evaluated Price (TEP) however, will not be identified on the contract until needed as the price for the -8 will be based on the last exercised option period. </a:t>
            </a:r>
          </a:p>
        </p:txBody>
      </p:sp>
    </p:spTree>
    <p:extLst>
      <p:ext uri="{BB962C8B-B14F-4D97-AF65-F5344CB8AC3E}">
        <p14:creationId xmlns:p14="http://schemas.microsoft.com/office/powerpoint/2010/main" val="24988147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B66D4-B589-9B69-D90E-513651DBB32A}"/>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A32D18CD-6B5B-5B58-59AB-6EC727141A08}"/>
              </a:ext>
            </a:extLst>
          </p:cNvPr>
          <p:cNvSpPr>
            <a:spLocks noGrp="1"/>
          </p:cNvSpPr>
          <p:nvPr>
            <p:ph type="dt" sz="half" idx="10"/>
          </p:nvPr>
        </p:nvSpPr>
        <p:spPr/>
        <p:txBody>
          <a:bodyPr/>
          <a:lstStyle/>
          <a:p>
            <a:pPr>
              <a:defRPr/>
            </a:pPr>
            <a:endParaRPr lang="en-US" dirty="0"/>
          </a:p>
        </p:txBody>
      </p:sp>
      <p:sp>
        <p:nvSpPr>
          <p:cNvPr id="2" name="Slide Number Placeholder 1">
            <a:extLst>
              <a:ext uri="{FF2B5EF4-FFF2-40B4-BE49-F238E27FC236}">
                <a16:creationId xmlns:a16="http://schemas.microsoft.com/office/drawing/2014/main" id="{6DE01D12-BD96-32BD-87AB-141859B64390}"/>
              </a:ext>
            </a:extLst>
          </p:cNvPr>
          <p:cNvSpPr>
            <a:spLocks noGrp="1"/>
          </p:cNvSpPr>
          <p:nvPr>
            <p:ph type="sldNum" sz="quarter" idx="11"/>
          </p:nvPr>
        </p:nvSpPr>
        <p:spPr/>
        <p:txBody>
          <a:bodyPr/>
          <a:lstStyle/>
          <a:p>
            <a:pPr>
              <a:defRPr/>
            </a:pPr>
            <a:fld id="{E8C4CF4F-2ECB-4C54-9552-FB58A436033C}" type="slidenum">
              <a:rPr lang="en-US" smtClean="0"/>
              <a:pPr>
                <a:defRPr/>
              </a:pPr>
              <a:t>12</a:t>
            </a:fld>
            <a:endParaRPr lang="en-US" dirty="0">
              <a:solidFill>
                <a:schemeClr val="bg2"/>
              </a:solidFill>
            </a:endParaRPr>
          </a:p>
        </p:txBody>
      </p:sp>
      <p:sp>
        <p:nvSpPr>
          <p:cNvPr id="4" name="Rectangle 13">
            <a:extLst>
              <a:ext uri="{FF2B5EF4-FFF2-40B4-BE49-F238E27FC236}">
                <a16:creationId xmlns:a16="http://schemas.microsoft.com/office/drawing/2014/main" id="{68795A39-1029-A838-7D01-A9B1BFD3AB1C}"/>
              </a:ext>
            </a:extLst>
          </p:cNvPr>
          <p:cNvSpPr txBox="1">
            <a:spLocks noChangeArrowheads="1"/>
          </p:cNvSpPr>
          <p:nvPr/>
        </p:nvSpPr>
        <p:spPr bwMode="auto">
          <a:xfrm>
            <a:off x="1922706" y="494507"/>
            <a:ext cx="6848231" cy="78788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r" rtl="0" eaLnBrk="0" fontAlgn="base" hangingPunct="0">
              <a:spcBef>
                <a:spcPct val="0"/>
              </a:spcBef>
              <a:spcAft>
                <a:spcPct val="0"/>
              </a:spcAft>
              <a:defRPr sz="3600" b="1" i="1">
                <a:solidFill>
                  <a:srgbClr val="151C77"/>
                </a:solidFill>
                <a:latin typeface="+mj-lt"/>
                <a:ea typeface="+mj-ea"/>
                <a:cs typeface="+mj-cs"/>
              </a:defRPr>
            </a:lvl1pPr>
            <a:lvl2pPr algn="r" rtl="0" eaLnBrk="0" fontAlgn="base" hangingPunct="0">
              <a:spcBef>
                <a:spcPct val="0"/>
              </a:spcBef>
              <a:spcAft>
                <a:spcPct val="0"/>
              </a:spcAft>
              <a:defRPr sz="3600" b="1" i="1">
                <a:solidFill>
                  <a:srgbClr val="151C77"/>
                </a:solidFill>
                <a:latin typeface="Arial" charset="0"/>
              </a:defRPr>
            </a:lvl2pPr>
            <a:lvl3pPr algn="r" rtl="0" eaLnBrk="0" fontAlgn="base" hangingPunct="0">
              <a:spcBef>
                <a:spcPct val="0"/>
              </a:spcBef>
              <a:spcAft>
                <a:spcPct val="0"/>
              </a:spcAft>
              <a:defRPr sz="3600" b="1" i="1">
                <a:solidFill>
                  <a:srgbClr val="151C77"/>
                </a:solidFill>
                <a:latin typeface="Arial" charset="0"/>
              </a:defRPr>
            </a:lvl3pPr>
            <a:lvl4pPr algn="r" rtl="0" eaLnBrk="0" fontAlgn="base" hangingPunct="0">
              <a:spcBef>
                <a:spcPct val="0"/>
              </a:spcBef>
              <a:spcAft>
                <a:spcPct val="0"/>
              </a:spcAft>
              <a:defRPr sz="3600" b="1" i="1">
                <a:solidFill>
                  <a:srgbClr val="151C77"/>
                </a:solidFill>
                <a:latin typeface="Arial" charset="0"/>
              </a:defRPr>
            </a:lvl4pPr>
            <a:lvl5pPr algn="r" rtl="0" eaLnBrk="0" fontAlgn="base" hangingPunct="0">
              <a:spcBef>
                <a:spcPct val="0"/>
              </a:spcBef>
              <a:spcAft>
                <a:spcPct val="0"/>
              </a:spcAft>
              <a:defRPr sz="3600" b="1" i="1">
                <a:solidFill>
                  <a:srgbClr val="151C77"/>
                </a:solidFill>
                <a:latin typeface="Arial" charset="0"/>
              </a:defRPr>
            </a:lvl5pPr>
            <a:lvl6pPr marL="457200" algn="r" rtl="0" eaLnBrk="0" fontAlgn="base" hangingPunct="0">
              <a:spcBef>
                <a:spcPct val="0"/>
              </a:spcBef>
              <a:spcAft>
                <a:spcPct val="0"/>
              </a:spcAft>
              <a:defRPr sz="3600" b="1" i="1">
                <a:solidFill>
                  <a:srgbClr val="151C77"/>
                </a:solidFill>
                <a:latin typeface="Arial" charset="0"/>
              </a:defRPr>
            </a:lvl6pPr>
            <a:lvl7pPr marL="914400" algn="r" rtl="0" eaLnBrk="0" fontAlgn="base" hangingPunct="0">
              <a:spcBef>
                <a:spcPct val="0"/>
              </a:spcBef>
              <a:spcAft>
                <a:spcPct val="0"/>
              </a:spcAft>
              <a:defRPr sz="3600" b="1" i="1">
                <a:solidFill>
                  <a:srgbClr val="151C77"/>
                </a:solidFill>
                <a:latin typeface="Arial" charset="0"/>
              </a:defRPr>
            </a:lvl7pPr>
            <a:lvl8pPr marL="1371600" algn="r" rtl="0" eaLnBrk="0" fontAlgn="base" hangingPunct="0">
              <a:spcBef>
                <a:spcPct val="0"/>
              </a:spcBef>
              <a:spcAft>
                <a:spcPct val="0"/>
              </a:spcAft>
              <a:defRPr sz="3600" b="1" i="1">
                <a:solidFill>
                  <a:srgbClr val="151C77"/>
                </a:solidFill>
                <a:latin typeface="Arial" charset="0"/>
              </a:defRPr>
            </a:lvl8pPr>
            <a:lvl9pPr marL="1828800" algn="r" rtl="0" eaLnBrk="0" fontAlgn="base" hangingPunct="0">
              <a:spcBef>
                <a:spcPct val="0"/>
              </a:spcBef>
              <a:spcAft>
                <a:spcPct val="0"/>
              </a:spcAft>
              <a:defRPr sz="3600" b="1" i="1">
                <a:solidFill>
                  <a:srgbClr val="151C77"/>
                </a:solidFill>
                <a:latin typeface="Arial" charset="0"/>
              </a:defRPr>
            </a:lvl9pPr>
          </a:lstStyle>
          <a:p>
            <a:r>
              <a:rPr lang="en-US" altLang="en-US" sz="3200" kern="0" dirty="0"/>
              <a:t>TENTATIVE STRATEGY </a:t>
            </a:r>
          </a:p>
        </p:txBody>
      </p:sp>
      <p:sp>
        <p:nvSpPr>
          <p:cNvPr id="6" name="Content Placeholder 5">
            <a:extLst>
              <a:ext uri="{FF2B5EF4-FFF2-40B4-BE49-F238E27FC236}">
                <a16:creationId xmlns:a16="http://schemas.microsoft.com/office/drawing/2014/main" id="{9E22E69B-D9F9-6A61-BD41-CA480AFEB7BB}"/>
              </a:ext>
            </a:extLst>
          </p:cNvPr>
          <p:cNvSpPr>
            <a:spLocks noGrp="1"/>
          </p:cNvSpPr>
          <p:nvPr>
            <p:ph idx="1"/>
          </p:nvPr>
        </p:nvSpPr>
        <p:spPr>
          <a:xfrm>
            <a:off x="373062" y="1282391"/>
            <a:ext cx="8397875" cy="4743450"/>
          </a:xfrm>
        </p:spPr>
        <p:txBody>
          <a:bodyPr/>
          <a:lstStyle/>
          <a:p>
            <a:r>
              <a:rPr lang="en-US" sz="1600" b="0" dirty="0">
                <a:solidFill>
                  <a:srgbClr val="000000"/>
                </a:solidFill>
                <a:latin typeface="Arial" panose="020B0604020202020204" pitchFamily="34" charset="0"/>
              </a:rPr>
              <a:t>Technical - TENTATIVE</a:t>
            </a:r>
          </a:p>
          <a:p>
            <a:r>
              <a:rPr lang="en-US" sz="1600" b="0" dirty="0">
                <a:solidFill>
                  <a:srgbClr val="000000"/>
                </a:solidFill>
                <a:latin typeface="Arial" panose="020B0604020202020204" pitchFamily="34" charset="0"/>
              </a:rPr>
              <a:t>Technical Approach </a:t>
            </a:r>
          </a:p>
          <a:p>
            <a:r>
              <a:rPr lang="en-US" sz="1600" b="0" dirty="0">
                <a:solidFill>
                  <a:srgbClr val="000000"/>
                </a:solidFill>
                <a:latin typeface="Arial" panose="020B0604020202020204" pitchFamily="34" charset="0"/>
              </a:rPr>
              <a:t>Staffing and Management Plan</a:t>
            </a:r>
          </a:p>
          <a:p>
            <a:r>
              <a:rPr lang="en-US" sz="1600" b="0" dirty="0">
                <a:solidFill>
                  <a:srgbClr val="000000"/>
                </a:solidFill>
                <a:latin typeface="Arial" panose="020B0604020202020204" pitchFamily="34" charset="0"/>
              </a:rPr>
              <a:t>Small Business Participation Plan</a:t>
            </a:r>
            <a:endParaRPr lang="en-US" sz="1800" dirty="0">
              <a:solidFill>
                <a:schemeClr val="accent2">
                  <a:lumMod val="50000"/>
                </a:schemeClr>
              </a:solidFill>
            </a:endParaRPr>
          </a:p>
          <a:p>
            <a:endParaRPr lang="en-US" dirty="0"/>
          </a:p>
        </p:txBody>
      </p:sp>
      <p:graphicFrame>
        <p:nvGraphicFramePr>
          <p:cNvPr id="5" name="Table 4">
            <a:extLst>
              <a:ext uri="{FF2B5EF4-FFF2-40B4-BE49-F238E27FC236}">
                <a16:creationId xmlns:a16="http://schemas.microsoft.com/office/drawing/2014/main" id="{D7A41280-E3FA-7ED2-D531-553663C502B4}"/>
              </a:ext>
            </a:extLst>
          </p:cNvPr>
          <p:cNvGraphicFramePr>
            <a:graphicFrameLocks noGrp="1"/>
          </p:cNvGraphicFramePr>
          <p:nvPr>
            <p:extLst>
              <p:ext uri="{D42A27DB-BD31-4B8C-83A1-F6EECF244321}">
                <p14:modId xmlns:p14="http://schemas.microsoft.com/office/powerpoint/2010/main" val="1489727450"/>
              </p:ext>
            </p:extLst>
          </p:nvPr>
        </p:nvGraphicFramePr>
        <p:xfrm>
          <a:off x="1559509" y="3209480"/>
          <a:ext cx="6428791" cy="2067814"/>
        </p:xfrm>
        <a:graphic>
          <a:graphicData uri="http://schemas.openxmlformats.org/drawingml/2006/table">
            <a:tbl>
              <a:tblPr firstRow="1" firstCol="1" bandRow="1">
                <a:tableStyleId>{5940675A-B579-460E-94D1-54222C63F5DA}</a:tableStyleId>
              </a:tblPr>
              <a:tblGrid>
                <a:gridCol w="4842587">
                  <a:extLst>
                    <a:ext uri="{9D8B030D-6E8A-4147-A177-3AD203B41FA5}">
                      <a16:colId xmlns:a16="http://schemas.microsoft.com/office/drawing/2014/main" val="1952372096"/>
                    </a:ext>
                  </a:extLst>
                </a:gridCol>
                <a:gridCol w="1586204">
                  <a:extLst>
                    <a:ext uri="{9D8B030D-6E8A-4147-A177-3AD203B41FA5}">
                      <a16:colId xmlns:a16="http://schemas.microsoft.com/office/drawing/2014/main" val="1205570605"/>
                    </a:ext>
                  </a:extLst>
                </a:gridCol>
              </a:tblGrid>
              <a:tr h="0">
                <a:tc>
                  <a:txBody>
                    <a:bodyPr/>
                    <a:lstStyle/>
                    <a:p>
                      <a:pPr marL="0" marR="0" algn="ctr"/>
                      <a:r>
                        <a:rPr lang="en-US" sz="1400" dirty="0">
                          <a:solidFill>
                            <a:schemeClr val="tx1"/>
                          </a:solidFill>
                          <a:effectLst/>
                        </a:rPr>
                        <a:t>BUSINESS SIZE</a:t>
                      </a:r>
                      <a:endParaRPr lang="en-US" sz="14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solidFill>
                      <a:srgbClr val="E4ECF0"/>
                    </a:solidFill>
                  </a:tcPr>
                </a:tc>
                <a:tc>
                  <a:txBody>
                    <a:bodyPr/>
                    <a:lstStyle/>
                    <a:p>
                      <a:pPr marL="0" marR="0" algn="ctr"/>
                      <a:r>
                        <a:rPr lang="en-US" sz="1400" dirty="0">
                          <a:solidFill>
                            <a:schemeClr val="tx1"/>
                          </a:solidFill>
                          <a:effectLst/>
                        </a:rPr>
                        <a:t>TOTAL TASK ORDER VALUE</a:t>
                      </a:r>
                      <a:endParaRPr lang="en-US" sz="14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solidFill>
                      <a:srgbClr val="E4ECF0"/>
                    </a:solidFill>
                  </a:tcPr>
                </a:tc>
                <a:extLst>
                  <a:ext uri="{0D108BD9-81ED-4DB2-BD59-A6C34878D82A}">
                    <a16:rowId xmlns:a16="http://schemas.microsoft.com/office/drawing/2014/main" val="1627836021"/>
                  </a:ext>
                </a:extLst>
              </a:tr>
              <a:tr h="292608">
                <a:tc>
                  <a:txBody>
                    <a:bodyPr/>
                    <a:lstStyle/>
                    <a:p>
                      <a:pPr marL="0" marR="0"/>
                      <a:r>
                        <a:rPr lang="en-US" sz="1400" dirty="0">
                          <a:effectLst/>
                        </a:rPr>
                        <a:t>Small Business </a:t>
                      </a:r>
                      <a:endParaRPr lang="en-US" sz="14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r>
                        <a:rPr lang="en-US" sz="1400" dirty="0">
                          <a:effectLst/>
                        </a:rPr>
                        <a:t>20%</a:t>
                      </a:r>
                      <a:endParaRPr lang="en-US" sz="14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201806874"/>
                  </a:ext>
                </a:extLst>
              </a:tr>
              <a:tr h="302842">
                <a:tc>
                  <a:txBody>
                    <a:bodyPr/>
                    <a:lstStyle/>
                    <a:p>
                      <a:pPr marL="0" marR="0"/>
                      <a:r>
                        <a:rPr lang="en-US" sz="1400" dirty="0">
                          <a:effectLst/>
                        </a:rPr>
                        <a:t>-- Small Disadvantaged Small Businesses </a:t>
                      </a:r>
                      <a:endParaRPr lang="en-US" sz="14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r>
                        <a:rPr lang="en-US" sz="1400" dirty="0">
                          <a:effectLst/>
                        </a:rPr>
                        <a:t>5%</a:t>
                      </a:r>
                      <a:endParaRPr lang="en-US" sz="14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387760629"/>
                  </a:ext>
                </a:extLst>
              </a:tr>
              <a:tr h="303932">
                <a:tc>
                  <a:txBody>
                    <a:bodyPr/>
                    <a:lstStyle/>
                    <a:p>
                      <a:pPr marL="0" marR="0"/>
                      <a:r>
                        <a:rPr lang="en-US" sz="1400" dirty="0">
                          <a:effectLst/>
                        </a:rPr>
                        <a:t>-- Woman-Owned Small Businesses </a:t>
                      </a:r>
                      <a:endParaRPr lang="en-US" sz="14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r>
                        <a:rPr lang="en-US" sz="1400" dirty="0">
                          <a:effectLst/>
                        </a:rPr>
                        <a:t>5%</a:t>
                      </a:r>
                      <a:endParaRPr lang="en-US" sz="14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643252019"/>
                  </a:ext>
                </a:extLst>
              </a:tr>
              <a:tr h="335058">
                <a:tc>
                  <a:txBody>
                    <a:bodyPr/>
                    <a:lstStyle/>
                    <a:p>
                      <a:pPr marL="0" marR="0"/>
                      <a:r>
                        <a:rPr lang="en-US" sz="1400" dirty="0">
                          <a:effectLst/>
                        </a:rPr>
                        <a:t>-- HUBZone Small Businesses </a:t>
                      </a:r>
                      <a:endParaRPr lang="en-US" sz="14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r>
                        <a:rPr lang="en-US" sz="1400" dirty="0">
                          <a:effectLst/>
                        </a:rPr>
                        <a:t>3%</a:t>
                      </a:r>
                      <a:endParaRPr lang="en-US" sz="14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686661190"/>
                  </a:ext>
                </a:extLst>
              </a:tr>
              <a:tr h="406654">
                <a:tc>
                  <a:txBody>
                    <a:bodyPr/>
                    <a:lstStyle/>
                    <a:p>
                      <a:pPr marL="0" marR="0"/>
                      <a:r>
                        <a:rPr lang="en-US" sz="1400">
                          <a:effectLst/>
                        </a:rPr>
                        <a:t>-- Service-Disabled Veteran-Owned Small Businesses </a:t>
                      </a:r>
                      <a:endParaRPr lang="en-US" sz="14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r>
                        <a:rPr lang="en-US" sz="1400" dirty="0">
                          <a:effectLst/>
                        </a:rPr>
                        <a:t>3%</a:t>
                      </a:r>
                      <a:endParaRPr lang="en-US" sz="14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879227071"/>
                  </a:ext>
                </a:extLst>
              </a:tr>
            </a:tbl>
          </a:graphicData>
        </a:graphic>
      </p:graphicFrame>
    </p:spTree>
    <p:extLst>
      <p:ext uri="{BB962C8B-B14F-4D97-AF65-F5344CB8AC3E}">
        <p14:creationId xmlns:p14="http://schemas.microsoft.com/office/powerpoint/2010/main" val="42022158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084BA-B025-49D2-BB09-6B105C0F9DDC}"/>
            </a:ext>
          </a:extLst>
        </p:cNvPr>
        <p:cNvGrpSpPr/>
        <p:nvPr/>
      </p:nvGrpSpPr>
      <p:grpSpPr>
        <a:xfrm>
          <a:off x="0" y="0"/>
          <a:ext cx="0" cy="0"/>
          <a:chOff x="0" y="0"/>
          <a:chExt cx="0" cy="0"/>
        </a:xfrm>
      </p:grpSpPr>
      <p:sp>
        <p:nvSpPr>
          <p:cNvPr id="7" name="Rectangle 14">
            <a:extLst>
              <a:ext uri="{FF2B5EF4-FFF2-40B4-BE49-F238E27FC236}">
                <a16:creationId xmlns:a16="http://schemas.microsoft.com/office/drawing/2014/main" id="{2C29BA86-1068-A7E4-9738-13997F29CD4A}"/>
              </a:ext>
            </a:extLst>
          </p:cNvPr>
          <p:cNvSpPr>
            <a:spLocks noGrp="1" noChangeArrowheads="1"/>
          </p:cNvSpPr>
          <p:nvPr>
            <p:ph idx="1"/>
          </p:nvPr>
        </p:nvSpPr>
        <p:spPr>
          <a:xfrm>
            <a:off x="419100" y="1354200"/>
            <a:ext cx="8305800" cy="5293487"/>
          </a:xfrm>
        </p:spPr>
        <p:txBody>
          <a:bodyPr/>
          <a:lstStyle/>
          <a:p>
            <a:pPr marL="228600" indent="-228600"/>
            <a:r>
              <a:rPr lang="en-US" sz="1600" b="0" i="0" dirty="0">
                <a:solidFill>
                  <a:srgbClr val="000000"/>
                </a:solidFill>
                <a:effectLst/>
                <a:latin typeface="+mj-lt"/>
              </a:rPr>
              <a:t>Cost/Price Volume </a:t>
            </a:r>
            <a:r>
              <a:rPr lang="en-US" sz="1600" i="1" dirty="0">
                <a:solidFill>
                  <a:srgbClr val="000000"/>
                </a:solidFill>
                <a:effectLst/>
                <a:latin typeface="+mj-lt"/>
              </a:rPr>
              <a:t>(</a:t>
            </a:r>
            <a:r>
              <a:rPr lang="en-US" sz="1600" i="1" dirty="0">
                <a:solidFill>
                  <a:srgbClr val="0000FF"/>
                </a:solidFill>
                <a:effectLst/>
                <a:latin typeface="+mj-lt"/>
              </a:rPr>
              <a:t>TENTATIVE</a:t>
            </a:r>
            <a:r>
              <a:rPr lang="en-US" sz="1600" i="1" dirty="0">
                <a:solidFill>
                  <a:srgbClr val="000000"/>
                </a:solidFill>
                <a:effectLst/>
                <a:latin typeface="+mj-lt"/>
              </a:rPr>
              <a:t>)</a:t>
            </a:r>
          </a:p>
          <a:p>
            <a:pPr marL="457200" lvl="1" indent="-228600"/>
            <a:r>
              <a:rPr lang="en-US" sz="1600" b="0" i="0" dirty="0">
                <a:solidFill>
                  <a:srgbClr val="000000"/>
                </a:solidFill>
                <a:effectLst/>
                <a:latin typeface="+mj-lt"/>
              </a:rPr>
              <a:t>Consist</a:t>
            </a:r>
            <a:r>
              <a:rPr lang="en-US" sz="1600" b="0" dirty="0">
                <a:solidFill>
                  <a:srgbClr val="000000"/>
                </a:solidFill>
                <a:latin typeface="+mj-lt"/>
              </a:rPr>
              <a:t>s</a:t>
            </a:r>
            <a:r>
              <a:rPr lang="en-US" sz="1600" b="0" i="0" dirty="0">
                <a:solidFill>
                  <a:srgbClr val="000000"/>
                </a:solidFill>
                <a:effectLst/>
                <a:latin typeface="+mj-lt"/>
              </a:rPr>
              <a:t> of 2 parts:</a:t>
            </a:r>
          </a:p>
          <a:p>
            <a:pPr marL="685800" lvl="2" indent="-228600"/>
            <a:r>
              <a:rPr lang="en-US" sz="1600" dirty="0">
                <a:latin typeface="+mj-lt"/>
              </a:rPr>
              <a:t>Part 1: Cost/Price Narrative and Disclosure Documents</a:t>
            </a:r>
          </a:p>
          <a:p>
            <a:pPr marL="685800" lvl="2" indent="-228600"/>
            <a:r>
              <a:rPr lang="en-US" sz="1600" dirty="0">
                <a:latin typeface="+mj-lt"/>
              </a:rPr>
              <a:t> </a:t>
            </a:r>
            <a:r>
              <a:rPr lang="en-US" sz="1600" dirty="0"/>
              <a:t>Part 2: Cost Spreadsheet with Supporting Doc</a:t>
            </a:r>
          </a:p>
          <a:p>
            <a:pPr marL="457200" lvl="2" indent="0">
              <a:buNone/>
            </a:pPr>
            <a:endParaRPr lang="en-US" sz="1600" dirty="0"/>
          </a:p>
          <a:p>
            <a:pPr marL="457200" lvl="2" indent="-228600"/>
            <a:r>
              <a:rPr lang="en-US" sz="1600" b="0" dirty="0">
                <a:solidFill>
                  <a:srgbClr val="000000"/>
                </a:solidFill>
                <a:latin typeface="+mj-lt"/>
              </a:rPr>
              <a:t>Part 1: Cost/Price Proposal narrative</a:t>
            </a:r>
          </a:p>
          <a:p>
            <a:pPr marL="685800" indent="-228600"/>
            <a:r>
              <a:rPr lang="en-US" sz="1600" b="0" dirty="0">
                <a:solidFill>
                  <a:srgbClr val="000000"/>
                </a:solidFill>
                <a:latin typeface="+mj-lt"/>
              </a:rPr>
              <a:t>Adequacy Checklist IAW RFO 15.4</a:t>
            </a:r>
          </a:p>
          <a:p>
            <a:pPr marL="685800" indent="-228600"/>
            <a:r>
              <a:rPr lang="en-US" sz="1600" b="0" dirty="0">
                <a:latin typeface="+mj-lt"/>
              </a:rPr>
              <a:t>5.1.1 Estimating System</a:t>
            </a:r>
          </a:p>
          <a:p>
            <a:pPr marL="685800" indent="-228600"/>
            <a:r>
              <a:rPr lang="en-US" sz="1600" b="0" dirty="0">
                <a:latin typeface="+mj-lt"/>
              </a:rPr>
              <a:t>5.1.2 Purchasing System</a:t>
            </a:r>
          </a:p>
          <a:p>
            <a:pPr marL="685800" indent="-228600"/>
            <a:r>
              <a:rPr lang="en-US" sz="1600" b="0" dirty="0">
                <a:latin typeface="+mj-lt"/>
              </a:rPr>
              <a:t>5.1.3 Accounting System</a:t>
            </a:r>
          </a:p>
          <a:p>
            <a:pPr marL="685800" indent="-228600"/>
            <a:r>
              <a:rPr lang="en-US" sz="1600" b="0" dirty="0">
                <a:latin typeface="+mj-lt"/>
              </a:rPr>
              <a:t>5.1.4 Disclosure Statements</a:t>
            </a:r>
          </a:p>
          <a:p>
            <a:pPr marL="685800" indent="-228600"/>
            <a:r>
              <a:rPr lang="en-US" sz="1600" b="0" dirty="0">
                <a:latin typeface="+mj-lt"/>
              </a:rPr>
              <a:t>5.1.5 Financial Capability Review</a:t>
            </a:r>
          </a:p>
          <a:p>
            <a:pPr marL="685800" indent="-228600"/>
            <a:r>
              <a:rPr lang="en-US" sz="1600" b="0" dirty="0">
                <a:latin typeface="+mj-lt"/>
              </a:rPr>
              <a:t>Certified cost pricing data : if only when requested required</a:t>
            </a:r>
          </a:p>
          <a:p>
            <a:pPr lvl="2">
              <a:buFont typeface="Arial" panose="020B0604020202020204" pitchFamily="34" charset="0"/>
              <a:buChar char="•"/>
            </a:pPr>
            <a:endParaRPr lang="en-US" b="0" i="0" dirty="0">
              <a:solidFill>
                <a:srgbClr val="000000"/>
              </a:solidFill>
              <a:effectLst/>
              <a:latin typeface="Arial" panose="020B0604020202020204" pitchFamily="34" charset="0"/>
            </a:endParaRPr>
          </a:p>
          <a:p>
            <a:pPr marL="0" indent="0" algn="l" rtl="0" fontAlgn="base">
              <a:buNone/>
            </a:pPr>
            <a:r>
              <a:rPr lang="en-US" b="0" dirty="0">
                <a:solidFill>
                  <a:srgbClr val="000000"/>
                </a:solidFill>
                <a:latin typeface="Arial" panose="020B0604020202020204" pitchFamily="34" charset="0"/>
              </a:rPr>
              <a:t>	</a:t>
            </a:r>
            <a:endParaRPr lang="en-US" b="0" i="0" dirty="0">
              <a:solidFill>
                <a:srgbClr val="000000"/>
              </a:solidFill>
              <a:effectLst/>
              <a:latin typeface="Arial" panose="020B0604020202020204" pitchFamily="34" charset="0"/>
            </a:endParaRPr>
          </a:p>
          <a:p>
            <a:pPr algn="l" rtl="0" fontAlgn="base">
              <a:buFont typeface="Arial" panose="020B0604020202020204" pitchFamily="34" charset="0"/>
              <a:buChar char="•"/>
            </a:pPr>
            <a:endParaRPr lang="en-US" b="0" i="0" dirty="0">
              <a:solidFill>
                <a:srgbClr val="000000"/>
              </a:solidFill>
              <a:effectLst/>
              <a:latin typeface="Arial" panose="020B0604020202020204" pitchFamily="34" charset="0"/>
            </a:endParaRPr>
          </a:p>
        </p:txBody>
      </p:sp>
      <p:sp>
        <p:nvSpPr>
          <p:cNvPr id="2" name="Slide Number Placeholder 1">
            <a:extLst>
              <a:ext uri="{FF2B5EF4-FFF2-40B4-BE49-F238E27FC236}">
                <a16:creationId xmlns:a16="http://schemas.microsoft.com/office/drawing/2014/main" id="{12FFE580-B076-BFC3-1EB4-B3810F880072}"/>
              </a:ext>
            </a:extLst>
          </p:cNvPr>
          <p:cNvSpPr>
            <a:spLocks noGrp="1"/>
          </p:cNvSpPr>
          <p:nvPr>
            <p:ph type="sldNum" sz="quarter" idx="11"/>
          </p:nvPr>
        </p:nvSpPr>
        <p:spPr/>
        <p:txBody>
          <a:bodyPr/>
          <a:lstStyle/>
          <a:p>
            <a:pPr>
              <a:defRPr/>
            </a:pPr>
            <a:fld id="{E8C4CF4F-2ECB-4C54-9552-FB58A436033C}" type="slidenum">
              <a:rPr lang="en-US" smtClean="0"/>
              <a:pPr>
                <a:defRPr/>
              </a:pPr>
              <a:t>13</a:t>
            </a:fld>
            <a:endParaRPr lang="en-US" dirty="0">
              <a:solidFill>
                <a:schemeClr val="bg2"/>
              </a:solidFill>
            </a:endParaRPr>
          </a:p>
        </p:txBody>
      </p:sp>
      <p:sp>
        <p:nvSpPr>
          <p:cNvPr id="4" name="Rectangle 13">
            <a:extLst>
              <a:ext uri="{FF2B5EF4-FFF2-40B4-BE49-F238E27FC236}">
                <a16:creationId xmlns:a16="http://schemas.microsoft.com/office/drawing/2014/main" id="{3253E037-4246-3C94-2B56-40E701F81B17}"/>
              </a:ext>
            </a:extLst>
          </p:cNvPr>
          <p:cNvSpPr txBox="1">
            <a:spLocks noChangeArrowheads="1"/>
          </p:cNvSpPr>
          <p:nvPr/>
        </p:nvSpPr>
        <p:spPr bwMode="auto">
          <a:xfrm>
            <a:off x="1384300" y="460778"/>
            <a:ext cx="7340600" cy="78788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r" rtl="0" eaLnBrk="0" fontAlgn="base" hangingPunct="0">
              <a:spcBef>
                <a:spcPct val="0"/>
              </a:spcBef>
              <a:spcAft>
                <a:spcPct val="0"/>
              </a:spcAft>
              <a:defRPr sz="3600" b="1" i="1">
                <a:solidFill>
                  <a:srgbClr val="151C77"/>
                </a:solidFill>
                <a:latin typeface="+mj-lt"/>
                <a:ea typeface="+mj-ea"/>
                <a:cs typeface="+mj-cs"/>
              </a:defRPr>
            </a:lvl1pPr>
            <a:lvl2pPr algn="r" rtl="0" eaLnBrk="0" fontAlgn="base" hangingPunct="0">
              <a:spcBef>
                <a:spcPct val="0"/>
              </a:spcBef>
              <a:spcAft>
                <a:spcPct val="0"/>
              </a:spcAft>
              <a:defRPr sz="3600" b="1" i="1">
                <a:solidFill>
                  <a:srgbClr val="151C77"/>
                </a:solidFill>
                <a:latin typeface="Arial" charset="0"/>
              </a:defRPr>
            </a:lvl2pPr>
            <a:lvl3pPr algn="r" rtl="0" eaLnBrk="0" fontAlgn="base" hangingPunct="0">
              <a:spcBef>
                <a:spcPct val="0"/>
              </a:spcBef>
              <a:spcAft>
                <a:spcPct val="0"/>
              </a:spcAft>
              <a:defRPr sz="3600" b="1" i="1">
                <a:solidFill>
                  <a:srgbClr val="151C77"/>
                </a:solidFill>
                <a:latin typeface="Arial" charset="0"/>
              </a:defRPr>
            </a:lvl3pPr>
            <a:lvl4pPr algn="r" rtl="0" eaLnBrk="0" fontAlgn="base" hangingPunct="0">
              <a:spcBef>
                <a:spcPct val="0"/>
              </a:spcBef>
              <a:spcAft>
                <a:spcPct val="0"/>
              </a:spcAft>
              <a:defRPr sz="3600" b="1" i="1">
                <a:solidFill>
                  <a:srgbClr val="151C77"/>
                </a:solidFill>
                <a:latin typeface="Arial" charset="0"/>
              </a:defRPr>
            </a:lvl4pPr>
            <a:lvl5pPr algn="r" rtl="0" eaLnBrk="0" fontAlgn="base" hangingPunct="0">
              <a:spcBef>
                <a:spcPct val="0"/>
              </a:spcBef>
              <a:spcAft>
                <a:spcPct val="0"/>
              </a:spcAft>
              <a:defRPr sz="3600" b="1" i="1">
                <a:solidFill>
                  <a:srgbClr val="151C77"/>
                </a:solidFill>
                <a:latin typeface="Arial" charset="0"/>
              </a:defRPr>
            </a:lvl5pPr>
            <a:lvl6pPr marL="457200" algn="r" rtl="0" eaLnBrk="0" fontAlgn="base" hangingPunct="0">
              <a:spcBef>
                <a:spcPct val="0"/>
              </a:spcBef>
              <a:spcAft>
                <a:spcPct val="0"/>
              </a:spcAft>
              <a:defRPr sz="3600" b="1" i="1">
                <a:solidFill>
                  <a:srgbClr val="151C77"/>
                </a:solidFill>
                <a:latin typeface="Arial" charset="0"/>
              </a:defRPr>
            </a:lvl6pPr>
            <a:lvl7pPr marL="914400" algn="r" rtl="0" eaLnBrk="0" fontAlgn="base" hangingPunct="0">
              <a:spcBef>
                <a:spcPct val="0"/>
              </a:spcBef>
              <a:spcAft>
                <a:spcPct val="0"/>
              </a:spcAft>
              <a:defRPr sz="3600" b="1" i="1">
                <a:solidFill>
                  <a:srgbClr val="151C77"/>
                </a:solidFill>
                <a:latin typeface="Arial" charset="0"/>
              </a:defRPr>
            </a:lvl7pPr>
            <a:lvl8pPr marL="1371600" algn="r" rtl="0" eaLnBrk="0" fontAlgn="base" hangingPunct="0">
              <a:spcBef>
                <a:spcPct val="0"/>
              </a:spcBef>
              <a:spcAft>
                <a:spcPct val="0"/>
              </a:spcAft>
              <a:defRPr sz="3600" b="1" i="1">
                <a:solidFill>
                  <a:srgbClr val="151C77"/>
                </a:solidFill>
                <a:latin typeface="Arial" charset="0"/>
              </a:defRPr>
            </a:lvl8pPr>
            <a:lvl9pPr marL="1828800" algn="r" rtl="0" eaLnBrk="0" fontAlgn="base" hangingPunct="0">
              <a:spcBef>
                <a:spcPct val="0"/>
              </a:spcBef>
              <a:spcAft>
                <a:spcPct val="0"/>
              </a:spcAft>
              <a:defRPr sz="3600" b="1" i="1">
                <a:solidFill>
                  <a:srgbClr val="151C77"/>
                </a:solidFill>
                <a:latin typeface="Arial" charset="0"/>
              </a:defRPr>
            </a:lvl9pPr>
          </a:lstStyle>
          <a:p>
            <a:r>
              <a:rPr lang="en-US" altLang="en-US" sz="3200" kern="0" dirty="0"/>
              <a:t>TENTATIVE STRATEGY</a:t>
            </a:r>
          </a:p>
        </p:txBody>
      </p:sp>
    </p:spTree>
    <p:extLst>
      <p:ext uri="{BB962C8B-B14F-4D97-AF65-F5344CB8AC3E}">
        <p14:creationId xmlns:p14="http://schemas.microsoft.com/office/powerpoint/2010/main" val="11462375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3CA7E-75EA-32E5-8F35-536B9AAEB3CA}"/>
            </a:ext>
          </a:extLst>
        </p:cNvPr>
        <p:cNvGrpSpPr/>
        <p:nvPr/>
      </p:nvGrpSpPr>
      <p:grpSpPr>
        <a:xfrm>
          <a:off x="0" y="0"/>
          <a:ext cx="0" cy="0"/>
          <a:chOff x="0" y="0"/>
          <a:chExt cx="0" cy="0"/>
        </a:xfrm>
      </p:grpSpPr>
      <p:sp>
        <p:nvSpPr>
          <p:cNvPr id="7" name="Rectangle 14">
            <a:extLst>
              <a:ext uri="{FF2B5EF4-FFF2-40B4-BE49-F238E27FC236}">
                <a16:creationId xmlns:a16="http://schemas.microsoft.com/office/drawing/2014/main" id="{E614DBAA-139B-75F5-C514-56AFB24C2485}"/>
              </a:ext>
            </a:extLst>
          </p:cNvPr>
          <p:cNvSpPr>
            <a:spLocks noGrp="1" noChangeArrowheads="1"/>
          </p:cNvSpPr>
          <p:nvPr>
            <p:ph idx="1"/>
          </p:nvPr>
        </p:nvSpPr>
        <p:spPr>
          <a:xfrm>
            <a:off x="419100" y="1282391"/>
            <a:ext cx="8305800" cy="4495800"/>
          </a:xfrm>
        </p:spPr>
        <p:txBody>
          <a:bodyPr/>
          <a:lstStyle/>
          <a:p>
            <a:pPr>
              <a:buSzPct val="100000"/>
            </a:pPr>
            <a:r>
              <a:rPr lang="en-US" sz="1600" dirty="0">
                <a:latin typeface="+mj-lt"/>
              </a:rPr>
              <a:t>Part 2: Cost Spreadsheet with Supporting Docs</a:t>
            </a:r>
          </a:p>
          <a:p>
            <a:r>
              <a:rPr lang="en-US" sz="1600" b="0" i="0" dirty="0">
                <a:solidFill>
                  <a:srgbClr val="000000"/>
                </a:solidFill>
                <a:effectLst/>
                <a:latin typeface="+mj-lt"/>
              </a:rPr>
              <a:t>Cost/Price Spreadsheet</a:t>
            </a:r>
          </a:p>
          <a:p>
            <a:pPr lvl="1"/>
            <a:r>
              <a:rPr lang="en-US" sz="1600" b="0" dirty="0">
                <a:solidFill>
                  <a:srgbClr val="000000"/>
                </a:solidFill>
                <a:latin typeface="+mj-lt"/>
              </a:rPr>
              <a:t>Labor rates IAW OASIS+ </a:t>
            </a:r>
          </a:p>
          <a:p>
            <a:pPr lvl="1"/>
            <a:r>
              <a:rPr lang="en-US" sz="1600" b="0" dirty="0">
                <a:solidFill>
                  <a:srgbClr val="000000"/>
                </a:solidFill>
                <a:latin typeface="+mj-lt"/>
              </a:rPr>
              <a:t>Proposed hours and skill mix (to include global support)</a:t>
            </a:r>
          </a:p>
          <a:p>
            <a:pPr lvl="1"/>
            <a:endParaRPr lang="en-US" sz="1600" b="0" dirty="0">
              <a:solidFill>
                <a:srgbClr val="000000"/>
              </a:solidFill>
              <a:latin typeface="+mj-lt"/>
            </a:endParaRPr>
          </a:p>
          <a:p>
            <a:pPr lvl="1"/>
            <a:endParaRPr lang="en-US" sz="1600" b="0" dirty="0">
              <a:solidFill>
                <a:srgbClr val="000000"/>
              </a:solidFill>
              <a:latin typeface="+mj-lt"/>
            </a:endParaRPr>
          </a:p>
          <a:p>
            <a:pPr lvl="1"/>
            <a:endParaRPr lang="en-US" sz="1600" b="0" dirty="0">
              <a:solidFill>
                <a:srgbClr val="000000"/>
              </a:solidFill>
              <a:latin typeface="+mj-lt"/>
            </a:endParaRPr>
          </a:p>
          <a:p>
            <a:pPr lvl="1"/>
            <a:r>
              <a:rPr lang="en-US" sz="1600" b="0" dirty="0">
                <a:solidFill>
                  <a:srgbClr val="000000"/>
                </a:solidFill>
                <a:latin typeface="+mj-lt"/>
              </a:rPr>
              <a:t>Total Evaluated Price </a:t>
            </a:r>
          </a:p>
          <a:p>
            <a:pPr lvl="2"/>
            <a:r>
              <a:rPr lang="en-US" sz="1600" b="0" dirty="0">
                <a:solidFill>
                  <a:srgbClr val="000000"/>
                </a:solidFill>
                <a:latin typeface="+mj-lt"/>
              </a:rPr>
              <a:t>Priced Task CLINS base plus all 4 option Years. </a:t>
            </a:r>
          </a:p>
          <a:p>
            <a:pPr lvl="2"/>
            <a:r>
              <a:rPr lang="en-US" sz="1600" b="0" dirty="0">
                <a:solidFill>
                  <a:srgbClr val="000000"/>
                </a:solidFill>
                <a:latin typeface="+mj-lt"/>
              </a:rPr>
              <a:t>The CO will incorporate 50% of the 4</a:t>
            </a:r>
            <a:r>
              <a:rPr lang="en-US" sz="1600" b="0" baseline="30000" dirty="0">
                <a:solidFill>
                  <a:srgbClr val="000000"/>
                </a:solidFill>
                <a:latin typeface="+mj-lt"/>
              </a:rPr>
              <a:t>th</a:t>
            </a:r>
            <a:r>
              <a:rPr lang="en-US" sz="1600" b="0" dirty="0">
                <a:solidFill>
                  <a:srgbClr val="000000"/>
                </a:solidFill>
                <a:latin typeface="+mj-lt"/>
              </a:rPr>
              <a:t> Option Year into the TEP to determined fair and reasonable, complete, balanced, and realism</a:t>
            </a:r>
          </a:p>
          <a:p>
            <a:pPr marL="803275" lvl="2" indent="0">
              <a:buNone/>
            </a:pPr>
            <a:endParaRPr lang="en-US" b="0" i="0" dirty="0">
              <a:solidFill>
                <a:srgbClr val="000000"/>
              </a:solidFill>
              <a:effectLst/>
              <a:latin typeface="Arial" panose="020B0604020202020204" pitchFamily="34" charset="0"/>
            </a:endParaRPr>
          </a:p>
          <a:p>
            <a:pPr marL="0" indent="0" algn="l" rtl="0" fontAlgn="base">
              <a:buNone/>
            </a:pPr>
            <a:r>
              <a:rPr lang="en-US" b="0" dirty="0">
                <a:solidFill>
                  <a:srgbClr val="000000"/>
                </a:solidFill>
                <a:latin typeface="Arial" panose="020B0604020202020204" pitchFamily="34" charset="0"/>
              </a:rPr>
              <a:t>	</a:t>
            </a:r>
            <a:endParaRPr lang="en-US" b="0" i="0" dirty="0">
              <a:solidFill>
                <a:srgbClr val="000000"/>
              </a:solidFill>
              <a:effectLst/>
              <a:latin typeface="Arial" panose="020B0604020202020204" pitchFamily="34" charset="0"/>
            </a:endParaRPr>
          </a:p>
          <a:p>
            <a:pPr algn="l" rtl="0" fontAlgn="base">
              <a:buFont typeface="Arial" panose="020B0604020202020204" pitchFamily="34" charset="0"/>
              <a:buChar char="•"/>
            </a:pPr>
            <a:endParaRPr lang="en-US" b="0" i="0" dirty="0">
              <a:solidFill>
                <a:srgbClr val="000000"/>
              </a:solidFill>
              <a:effectLst/>
              <a:latin typeface="Arial" panose="020B0604020202020204" pitchFamily="34" charset="0"/>
            </a:endParaRPr>
          </a:p>
        </p:txBody>
      </p:sp>
      <p:sp>
        <p:nvSpPr>
          <p:cNvPr id="3" name="Date Placeholder 2">
            <a:extLst>
              <a:ext uri="{FF2B5EF4-FFF2-40B4-BE49-F238E27FC236}">
                <a16:creationId xmlns:a16="http://schemas.microsoft.com/office/drawing/2014/main" id="{7E133314-FA9C-4EB1-8312-85B5611C4635}"/>
              </a:ext>
            </a:extLst>
          </p:cNvPr>
          <p:cNvSpPr>
            <a:spLocks noGrp="1"/>
          </p:cNvSpPr>
          <p:nvPr>
            <p:ph type="dt" sz="half" idx="10"/>
          </p:nvPr>
        </p:nvSpPr>
        <p:spPr/>
        <p:txBody>
          <a:bodyPr/>
          <a:lstStyle/>
          <a:p>
            <a:pPr>
              <a:defRPr/>
            </a:pPr>
            <a:endParaRPr lang="en-US" dirty="0"/>
          </a:p>
        </p:txBody>
      </p:sp>
      <p:sp>
        <p:nvSpPr>
          <p:cNvPr id="2" name="Slide Number Placeholder 1">
            <a:extLst>
              <a:ext uri="{FF2B5EF4-FFF2-40B4-BE49-F238E27FC236}">
                <a16:creationId xmlns:a16="http://schemas.microsoft.com/office/drawing/2014/main" id="{2BA86158-D9DF-DC69-64AD-A9C3CCE16EDF}"/>
              </a:ext>
            </a:extLst>
          </p:cNvPr>
          <p:cNvSpPr>
            <a:spLocks noGrp="1"/>
          </p:cNvSpPr>
          <p:nvPr>
            <p:ph type="sldNum" sz="quarter" idx="11"/>
          </p:nvPr>
        </p:nvSpPr>
        <p:spPr/>
        <p:txBody>
          <a:bodyPr/>
          <a:lstStyle/>
          <a:p>
            <a:pPr>
              <a:defRPr/>
            </a:pPr>
            <a:fld id="{E8C4CF4F-2ECB-4C54-9552-FB58A436033C}" type="slidenum">
              <a:rPr lang="en-US" smtClean="0"/>
              <a:pPr>
                <a:defRPr/>
              </a:pPr>
              <a:t>14</a:t>
            </a:fld>
            <a:endParaRPr lang="en-US" dirty="0">
              <a:solidFill>
                <a:schemeClr val="bg2"/>
              </a:solidFill>
            </a:endParaRPr>
          </a:p>
        </p:txBody>
      </p:sp>
      <p:sp>
        <p:nvSpPr>
          <p:cNvPr id="4" name="Rectangle 13">
            <a:extLst>
              <a:ext uri="{FF2B5EF4-FFF2-40B4-BE49-F238E27FC236}">
                <a16:creationId xmlns:a16="http://schemas.microsoft.com/office/drawing/2014/main" id="{9EE83335-4AC8-5228-3129-A4A0424B1F66}"/>
              </a:ext>
            </a:extLst>
          </p:cNvPr>
          <p:cNvSpPr txBox="1">
            <a:spLocks noChangeArrowheads="1"/>
          </p:cNvSpPr>
          <p:nvPr/>
        </p:nvSpPr>
        <p:spPr bwMode="auto">
          <a:xfrm>
            <a:off x="1384300" y="494507"/>
            <a:ext cx="7340600" cy="78788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r" rtl="0" eaLnBrk="0" fontAlgn="base" hangingPunct="0">
              <a:spcBef>
                <a:spcPct val="0"/>
              </a:spcBef>
              <a:spcAft>
                <a:spcPct val="0"/>
              </a:spcAft>
              <a:defRPr sz="3600" b="1" i="1">
                <a:solidFill>
                  <a:srgbClr val="151C77"/>
                </a:solidFill>
                <a:latin typeface="+mj-lt"/>
                <a:ea typeface="+mj-ea"/>
                <a:cs typeface="+mj-cs"/>
              </a:defRPr>
            </a:lvl1pPr>
            <a:lvl2pPr algn="r" rtl="0" eaLnBrk="0" fontAlgn="base" hangingPunct="0">
              <a:spcBef>
                <a:spcPct val="0"/>
              </a:spcBef>
              <a:spcAft>
                <a:spcPct val="0"/>
              </a:spcAft>
              <a:defRPr sz="3600" b="1" i="1">
                <a:solidFill>
                  <a:srgbClr val="151C77"/>
                </a:solidFill>
                <a:latin typeface="Arial" charset="0"/>
              </a:defRPr>
            </a:lvl2pPr>
            <a:lvl3pPr algn="r" rtl="0" eaLnBrk="0" fontAlgn="base" hangingPunct="0">
              <a:spcBef>
                <a:spcPct val="0"/>
              </a:spcBef>
              <a:spcAft>
                <a:spcPct val="0"/>
              </a:spcAft>
              <a:defRPr sz="3600" b="1" i="1">
                <a:solidFill>
                  <a:srgbClr val="151C77"/>
                </a:solidFill>
                <a:latin typeface="Arial" charset="0"/>
              </a:defRPr>
            </a:lvl3pPr>
            <a:lvl4pPr algn="r" rtl="0" eaLnBrk="0" fontAlgn="base" hangingPunct="0">
              <a:spcBef>
                <a:spcPct val="0"/>
              </a:spcBef>
              <a:spcAft>
                <a:spcPct val="0"/>
              </a:spcAft>
              <a:defRPr sz="3600" b="1" i="1">
                <a:solidFill>
                  <a:srgbClr val="151C77"/>
                </a:solidFill>
                <a:latin typeface="Arial" charset="0"/>
              </a:defRPr>
            </a:lvl4pPr>
            <a:lvl5pPr algn="r" rtl="0" eaLnBrk="0" fontAlgn="base" hangingPunct="0">
              <a:spcBef>
                <a:spcPct val="0"/>
              </a:spcBef>
              <a:spcAft>
                <a:spcPct val="0"/>
              </a:spcAft>
              <a:defRPr sz="3600" b="1" i="1">
                <a:solidFill>
                  <a:srgbClr val="151C77"/>
                </a:solidFill>
                <a:latin typeface="Arial" charset="0"/>
              </a:defRPr>
            </a:lvl5pPr>
            <a:lvl6pPr marL="457200" algn="r" rtl="0" eaLnBrk="0" fontAlgn="base" hangingPunct="0">
              <a:spcBef>
                <a:spcPct val="0"/>
              </a:spcBef>
              <a:spcAft>
                <a:spcPct val="0"/>
              </a:spcAft>
              <a:defRPr sz="3600" b="1" i="1">
                <a:solidFill>
                  <a:srgbClr val="151C77"/>
                </a:solidFill>
                <a:latin typeface="Arial" charset="0"/>
              </a:defRPr>
            </a:lvl6pPr>
            <a:lvl7pPr marL="914400" algn="r" rtl="0" eaLnBrk="0" fontAlgn="base" hangingPunct="0">
              <a:spcBef>
                <a:spcPct val="0"/>
              </a:spcBef>
              <a:spcAft>
                <a:spcPct val="0"/>
              </a:spcAft>
              <a:defRPr sz="3600" b="1" i="1">
                <a:solidFill>
                  <a:srgbClr val="151C77"/>
                </a:solidFill>
                <a:latin typeface="Arial" charset="0"/>
              </a:defRPr>
            </a:lvl7pPr>
            <a:lvl8pPr marL="1371600" algn="r" rtl="0" eaLnBrk="0" fontAlgn="base" hangingPunct="0">
              <a:spcBef>
                <a:spcPct val="0"/>
              </a:spcBef>
              <a:spcAft>
                <a:spcPct val="0"/>
              </a:spcAft>
              <a:defRPr sz="3600" b="1" i="1">
                <a:solidFill>
                  <a:srgbClr val="151C77"/>
                </a:solidFill>
                <a:latin typeface="Arial" charset="0"/>
              </a:defRPr>
            </a:lvl8pPr>
            <a:lvl9pPr marL="1828800" algn="r" rtl="0" eaLnBrk="0" fontAlgn="base" hangingPunct="0">
              <a:spcBef>
                <a:spcPct val="0"/>
              </a:spcBef>
              <a:spcAft>
                <a:spcPct val="0"/>
              </a:spcAft>
              <a:defRPr sz="3600" b="1" i="1">
                <a:solidFill>
                  <a:srgbClr val="151C77"/>
                </a:solidFill>
                <a:latin typeface="Arial" charset="0"/>
              </a:defRPr>
            </a:lvl9pPr>
          </a:lstStyle>
          <a:p>
            <a:r>
              <a:rPr lang="en-US" altLang="en-US" sz="3200" kern="0" dirty="0"/>
              <a:t>TENTATIVE STRATEGY</a:t>
            </a:r>
          </a:p>
        </p:txBody>
      </p:sp>
      <p:graphicFrame>
        <p:nvGraphicFramePr>
          <p:cNvPr id="5" name="Table 4">
            <a:extLst>
              <a:ext uri="{FF2B5EF4-FFF2-40B4-BE49-F238E27FC236}">
                <a16:creationId xmlns:a16="http://schemas.microsoft.com/office/drawing/2014/main" id="{7D45E9DA-260F-0730-BA02-2269D5D0BD68}"/>
              </a:ext>
            </a:extLst>
          </p:cNvPr>
          <p:cNvGraphicFramePr>
            <a:graphicFrameLocks noGrp="1"/>
          </p:cNvGraphicFramePr>
          <p:nvPr>
            <p:extLst>
              <p:ext uri="{D42A27DB-BD31-4B8C-83A1-F6EECF244321}">
                <p14:modId xmlns:p14="http://schemas.microsoft.com/office/powerpoint/2010/main" val="1314229566"/>
              </p:ext>
            </p:extLst>
          </p:nvPr>
        </p:nvGraphicFramePr>
        <p:xfrm>
          <a:off x="327024" y="2667932"/>
          <a:ext cx="8397876" cy="574906"/>
        </p:xfrm>
        <a:graphic>
          <a:graphicData uri="http://schemas.openxmlformats.org/drawingml/2006/table">
            <a:tbl>
              <a:tblPr/>
              <a:tblGrid>
                <a:gridCol w="504511">
                  <a:extLst>
                    <a:ext uri="{9D8B030D-6E8A-4147-A177-3AD203B41FA5}">
                      <a16:colId xmlns:a16="http://schemas.microsoft.com/office/drawing/2014/main" val="146787230"/>
                    </a:ext>
                  </a:extLst>
                </a:gridCol>
                <a:gridCol w="2086164">
                  <a:extLst>
                    <a:ext uri="{9D8B030D-6E8A-4147-A177-3AD203B41FA5}">
                      <a16:colId xmlns:a16="http://schemas.microsoft.com/office/drawing/2014/main" val="1665524050"/>
                    </a:ext>
                  </a:extLst>
                </a:gridCol>
                <a:gridCol w="621592">
                  <a:extLst>
                    <a:ext uri="{9D8B030D-6E8A-4147-A177-3AD203B41FA5}">
                      <a16:colId xmlns:a16="http://schemas.microsoft.com/office/drawing/2014/main" val="135577927"/>
                    </a:ext>
                  </a:extLst>
                </a:gridCol>
                <a:gridCol w="1677446">
                  <a:extLst>
                    <a:ext uri="{9D8B030D-6E8A-4147-A177-3AD203B41FA5}">
                      <a16:colId xmlns:a16="http://schemas.microsoft.com/office/drawing/2014/main" val="1786904031"/>
                    </a:ext>
                  </a:extLst>
                </a:gridCol>
                <a:gridCol w="1447543">
                  <a:extLst>
                    <a:ext uri="{9D8B030D-6E8A-4147-A177-3AD203B41FA5}">
                      <a16:colId xmlns:a16="http://schemas.microsoft.com/office/drawing/2014/main" val="3282244868"/>
                    </a:ext>
                  </a:extLst>
                </a:gridCol>
                <a:gridCol w="536442">
                  <a:extLst>
                    <a:ext uri="{9D8B030D-6E8A-4147-A177-3AD203B41FA5}">
                      <a16:colId xmlns:a16="http://schemas.microsoft.com/office/drawing/2014/main" val="10193802"/>
                    </a:ext>
                  </a:extLst>
                </a:gridCol>
                <a:gridCol w="323569">
                  <a:extLst>
                    <a:ext uri="{9D8B030D-6E8A-4147-A177-3AD203B41FA5}">
                      <a16:colId xmlns:a16="http://schemas.microsoft.com/office/drawing/2014/main" val="4072000095"/>
                    </a:ext>
                  </a:extLst>
                </a:gridCol>
                <a:gridCol w="468323">
                  <a:extLst>
                    <a:ext uri="{9D8B030D-6E8A-4147-A177-3AD203B41FA5}">
                      <a16:colId xmlns:a16="http://schemas.microsoft.com/office/drawing/2014/main" val="2822164016"/>
                    </a:ext>
                  </a:extLst>
                </a:gridCol>
                <a:gridCol w="732286">
                  <a:extLst>
                    <a:ext uri="{9D8B030D-6E8A-4147-A177-3AD203B41FA5}">
                      <a16:colId xmlns:a16="http://schemas.microsoft.com/office/drawing/2014/main" val="850599898"/>
                    </a:ext>
                  </a:extLst>
                </a:gridCol>
              </a:tblGrid>
              <a:tr h="440761">
                <a:tc>
                  <a:txBody>
                    <a:bodyPr/>
                    <a:lstStyle/>
                    <a:p>
                      <a:pPr algn="ctr" fontAlgn="ctr">
                        <a:buNone/>
                      </a:pPr>
                      <a:r>
                        <a:rPr lang="en-US" sz="800" b="1" i="0" u="none" strike="noStrike">
                          <a:solidFill>
                            <a:srgbClr val="000000"/>
                          </a:solidFill>
                          <a:effectLst/>
                          <a:latin typeface="Times New Roman" panose="02020603050405020304" pitchFamily="18" charset="0"/>
                        </a:rPr>
                        <a:t>Tasks</a:t>
                      </a:r>
                    </a:p>
                  </a:txBody>
                  <a:tcPr marL="6388" marR="6388" marT="63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buNone/>
                      </a:pPr>
                      <a:r>
                        <a:rPr lang="en-US" sz="800" b="1" i="0" u="none" strike="noStrike">
                          <a:solidFill>
                            <a:srgbClr val="000000"/>
                          </a:solidFill>
                          <a:effectLst/>
                          <a:latin typeface="Times New Roman" panose="02020603050405020304" pitchFamily="18" charset="0"/>
                        </a:rPr>
                        <a:t>Task Area Description </a:t>
                      </a:r>
                    </a:p>
                  </a:txBody>
                  <a:tcPr marL="6388" marR="6388" marT="63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buNone/>
                      </a:pPr>
                      <a:r>
                        <a:rPr lang="en-US" sz="800" b="1" i="0" u="none" strike="noStrike">
                          <a:solidFill>
                            <a:srgbClr val="000000"/>
                          </a:solidFill>
                          <a:effectLst/>
                          <a:latin typeface="Times New Roman" panose="02020603050405020304" pitchFamily="18" charset="0"/>
                        </a:rPr>
                        <a:t>Skill Level</a:t>
                      </a:r>
                      <a:r>
                        <a:rPr lang="en-US" sz="800" b="1" i="0" u="none" strike="noStrike">
                          <a:solidFill>
                            <a:srgbClr val="C00000"/>
                          </a:solidFill>
                          <a:effectLst/>
                          <a:latin typeface="Times New Roman" panose="02020603050405020304" pitchFamily="18" charset="0"/>
                        </a:rPr>
                        <a:t>*</a:t>
                      </a:r>
                      <a:endParaRPr lang="en-US" sz="800" b="1" i="0" u="none" strike="noStrike">
                        <a:solidFill>
                          <a:srgbClr val="000000"/>
                        </a:solidFill>
                        <a:effectLst/>
                        <a:latin typeface="Times New Roman" panose="02020603050405020304" pitchFamily="18" charset="0"/>
                      </a:endParaRPr>
                    </a:p>
                  </a:txBody>
                  <a:tcPr marL="6388" marR="6388" marT="63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buNone/>
                      </a:pPr>
                      <a:r>
                        <a:rPr lang="en-US" sz="800" b="1" i="0" u="none" strike="noStrike">
                          <a:solidFill>
                            <a:srgbClr val="000000"/>
                          </a:solidFill>
                          <a:effectLst/>
                          <a:latin typeface="Times New Roman" panose="02020603050405020304" pitchFamily="18" charset="0"/>
                        </a:rPr>
                        <a:t>Contractor Functional Job Title</a:t>
                      </a:r>
                    </a:p>
                  </a:txBody>
                  <a:tcPr marL="6388" marR="6388" marT="63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buNone/>
                      </a:pPr>
                      <a:r>
                        <a:rPr lang="en-US" sz="800" b="1" i="0" u="none" strike="noStrike" dirty="0">
                          <a:solidFill>
                            <a:srgbClr val="000000"/>
                          </a:solidFill>
                          <a:effectLst/>
                          <a:latin typeface="Times New Roman" panose="02020603050405020304" pitchFamily="18" charset="0"/>
                        </a:rPr>
                        <a:t>Proposed OASIS Labor Category</a:t>
                      </a:r>
                    </a:p>
                  </a:txBody>
                  <a:tcPr marL="6388" marR="6388" marT="63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buNone/>
                      </a:pPr>
                      <a:r>
                        <a:rPr lang="en-US" sz="800" b="1" i="0" u="none" strike="noStrike">
                          <a:solidFill>
                            <a:srgbClr val="000000"/>
                          </a:solidFill>
                          <a:effectLst/>
                          <a:latin typeface="Times New Roman" panose="02020603050405020304" pitchFamily="18" charset="0"/>
                        </a:rPr>
                        <a:t> Proposed Labor Rate </a:t>
                      </a:r>
                    </a:p>
                  </a:txBody>
                  <a:tcPr marL="6388" marR="6388" marT="63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buNone/>
                      </a:pPr>
                      <a:r>
                        <a:rPr lang="en-US" sz="800" b="1" i="0" u="none" strike="noStrike">
                          <a:solidFill>
                            <a:srgbClr val="000000"/>
                          </a:solidFill>
                          <a:effectLst/>
                          <a:latin typeface="Times New Roman" panose="02020603050405020304" pitchFamily="18" charset="0"/>
                        </a:rPr>
                        <a:t>FTEs</a:t>
                      </a:r>
                    </a:p>
                  </a:txBody>
                  <a:tcPr marL="6388" marR="6388" marT="63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buNone/>
                      </a:pPr>
                      <a:r>
                        <a:rPr lang="en-US" sz="800" b="1" i="0" u="none" strike="noStrike">
                          <a:solidFill>
                            <a:srgbClr val="000000"/>
                          </a:solidFill>
                          <a:effectLst/>
                          <a:latin typeface="Times New Roman" panose="02020603050405020304" pitchFamily="18" charset="0"/>
                        </a:rPr>
                        <a:t> Hours </a:t>
                      </a:r>
                    </a:p>
                  </a:txBody>
                  <a:tcPr marL="6388" marR="6388" marT="63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buNone/>
                      </a:pPr>
                      <a:r>
                        <a:rPr lang="en-US" sz="800" b="1" i="0" u="none" strike="noStrike">
                          <a:solidFill>
                            <a:srgbClr val="000000"/>
                          </a:solidFill>
                          <a:effectLst/>
                          <a:latin typeface="Times New Roman" panose="02020603050405020304" pitchFamily="18" charset="0"/>
                        </a:rPr>
                        <a:t> Extended Price </a:t>
                      </a:r>
                    </a:p>
                  </a:txBody>
                  <a:tcPr marL="6388" marR="6388" marT="63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extLst>
                  <a:ext uri="{0D108BD9-81ED-4DB2-BD59-A6C34878D82A}">
                    <a16:rowId xmlns:a16="http://schemas.microsoft.com/office/drawing/2014/main" val="2236080868"/>
                  </a:ext>
                </a:extLst>
              </a:tr>
              <a:tr h="134145">
                <a:tc>
                  <a:txBody>
                    <a:bodyPr/>
                    <a:lstStyle/>
                    <a:p>
                      <a:pPr algn="l" fontAlgn="ctr">
                        <a:buNone/>
                      </a:pPr>
                      <a:r>
                        <a:rPr lang="en-US" sz="800" b="0" i="0" u="none" strike="noStrike">
                          <a:solidFill>
                            <a:srgbClr val="000000"/>
                          </a:solidFill>
                          <a:effectLst/>
                          <a:latin typeface="Times New Roman" panose="02020603050405020304" pitchFamily="18" charset="0"/>
                        </a:rPr>
                        <a:t> </a:t>
                      </a:r>
                    </a:p>
                  </a:txBody>
                  <a:tcPr marL="6388" marR="6388" marT="63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FF0000"/>
                          </a:solidFill>
                          <a:effectLst/>
                          <a:latin typeface="Times New Roman" panose="02020603050405020304" pitchFamily="18" charset="0"/>
                        </a:rPr>
                        <a:t>PLEASE ADD ROWS AS NECESSARY</a:t>
                      </a:r>
                    </a:p>
                  </a:txBody>
                  <a:tcPr marL="6388" marR="6388" marT="63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a:t>
                      </a:r>
                    </a:p>
                  </a:txBody>
                  <a:tcPr marL="6388" marR="6388" marT="63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a:t>
                      </a:r>
                    </a:p>
                  </a:txBody>
                  <a:tcPr marL="6388" marR="6388" marT="63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l" fontAlgn="ctr">
                        <a:buNone/>
                      </a:pPr>
                      <a:r>
                        <a:rPr lang="en-US" sz="800" b="0" i="0" u="none" strike="noStrike">
                          <a:solidFill>
                            <a:srgbClr val="000000"/>
                          </a:solidFill>
                          <a:effectLst/>
                          <a:latin typeface="Times New Roman" panose="02020603050405020304" pitchFamily="18" charset="0"/>
                        </a:rPr>
                        <a:t> </a:t>
                      </a:r>
                    </a:p>
                  </a:txBody>
                  <a:tcPr marL="6388" marR="6388" marT="63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l" fontAlgn="ctr">
                        <a:buNone/>
                      </a:pPr>
                      <a:r>
                        <a:rPr lang="en-US" sz="800" b="0" i="0" u="none" strike="noStrike">
                          <a:solidFill>
                            <a:srgbClr val="000000"/>
                          </a:solidFill>
                          <a:effectLst/>
                          <a:latin typeface="Times New Roman" panose="02020603050405020304" pitchFamily="18" charset="0"/>
                        </a:rPr>
                        <a:t> </a:t>
                      </a:r>
                    </a:p>
                  </a:txBody>
                  <a:tcPr marL="6388" marR="6388" marT="63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l" fontAlgn="ctr">
                        <a:buNone/>
                      </a:pPr>
                      <a:r>
                        <a:rPr lang="en-US" sz="800" b="0" i="0" u="none" strike="noStrike">
                          <a:solidFill>
                            <a:srgbClr val="000000"/>
                          </a:solidFill>
                          <a:effectLst/>
                          <a:latin typeface="Times New Roman" panose="02020603050405020304" pitchFamily="18" charset="0"/>
                        </a:rPr>
                        <a:t> </a:t>
                      </a:r>
                    </a:p>
                  </a:txBody>
                  <a:tcPr marL="6388" marR="6388" marT="63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ctr">
                        <a:buNone/>
                      </a:pPr>
                      <a:r>
                        <a:rPr lang="en-US" sz="800" b="0" i="0" u="none" strike="noStrike">
                          <a:solidFill>
                            <a:srgbClr val="000000"/>
                          </a:solidFill>
                          <a:effectLst/>
                          <a:latin typeface="Times New Roman" panose="02020603050405020304" pitchFamily="18" charset="0"/>
                        </a:rPr>
                        <a:t> </a:t>
                      </a:r>
                    </a:p>
                  </a:txBody>
                  <a:tcPr marL="6388" marR="6388" marT="63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ctr" fontAlgn="ctr">
                        <a:buNone/>
                      </a:pPr>
                      <a:r>
                        <a:rPr lang="en-US" sz="800" b="0" i="0" u="none" strike="noStrike" dirty="0">
                          <a:solidFill>
                            <a:srgbClr val="000000"/>
                          </a:solidFill>
                          <a:effectLst/>
                          <a:latin typeface="Times New Roman" panose="02020603050405020304" pitchFamily="18" charset="0"/>
                        </a:rPr>
                        <a:t> $                   -   </a:t>
                      </a:r>
                    </a:p>
                  </a:txBody>
                  <a:tcPr marL="6388" marR="6388" marT="63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extLst>
                  <a:ext uri="{0D108BD9-81ED-4DB2-BD59-A6C34878D82A}">
                    <a16:rowId xmlns:a16="http://schemas.microsoft.com/office/drawing/2014/main" val="2909711294"/>
                  </a:ext>
                </a:extLst>
              </a:tr>
            </a:tbl>
          </a:graphicData>
        </a:graphic>
      </p:graphicFrame>
      <p:graphicFrame>
        <p:nvGraphicFramePr>
          <p:cNvPr id="6" name="Table 5">
            <a:extLst>
              <a:ext uri="{FF2B5EF4-FFF2-40B4-BE49-F238E27FC236}">
                <a16:creationId xmlns:a16="http://schemas.microsoft.com/office/drawing/2014/main" id="{22E629B5-8EF0-653A-7136-0342A1C4E202}"/>
              </a:ext>
            </a:extLst>
          </p:cNvPr>
          <p:cNvGraphicFramePr>
            <a:graphicFrameLocks noGrp="1"/>
          </p:cNvGraphicFramePr>
          <p:nvPr>
            <p:extLst>
              <p:ext uri="{D42A27DB-BD31-4B8C-83A1-F6EECF244321}">
                <p14:modId xmlns:p14="http://schemas.microsoft.com/office/powerpoint/2010/main" val="1875856643"/>
              </p:ext>
            </p:extLst>
          </p:nvPr>
        </p:nvGraphicFramePr>
        <p:xfrm>
          <a:off x="4525962" y="4720064"/>
          <a:ext cx="3936999" cy="1162050"/>
        </p:xfrm>
        <a:graphic>
          <a:graphicData uri="http://schemas.openxmlformats.org/drawingml/2006/table">
            <a:tbl>
              <a:tblPr/>
              <a:tblGrid>
                <a:gridCol w="2919465">
                  <a:extLst>
                    <a:ext uri="{9D8B030D-6E8A-4147-A177-3AD203B41FA5}">
                      <a16:colId xmlns:a16="http://schemas.microsoft.com/office/drawing/2014/main" val="1441408522"/>
                    </a:ext>
                  </a:extLst>
                </a:gridCol>
                <a:gridCol w="1017534">
                  <a:extLst>
                    <a:ext uri="{9D8B030D-6E8A-4147-A177-3AD203B41FA5}">
                      <a16:colId xmlns:a16="http://schemas.microsoft.com/office/drawing/2014/main" val="2285268600"/>
                    </a:ext>
                  </a:extLst>
                </a:gridCol>
              </a:tblGrid>
              <a:tr h="190500">
                <a:tc>
                  <a:txBody>
                    <a:bodyPr/>
                    <a:lstStyle/>
                    <a:p>
                      <a:pPr algn="ctr" fontAlgn="b">
                        <a:buNone/>
                      </a:pPr>
                      <a:r>
                        <a:rPr lang="en-US" sz="1100" b="1" i="0" u="none" strike="noStrike">
                          <a:solidFill>
                            <a:srgbClr val="000000"/>
                          </a:solidFill>
                          <a:effectLst/>
                          <a:latin typeface="Calibri" panose="020F0502020204030204" pitchFamily="34" charset="0"/>
                        </a:rPr>
                        <a:t>Base Period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b">
                        <a:buNone/>
                      </a:pPr>
                      <a:r>
                        <a:rPr lang="en-US" sz="1100" b="0" i="0" u="none" strike="noStrike" dirty="0">
                          <a:solidFill>
                            <a:srgbClr val="000000"/>
                          </a:solidFill>
                          <a:effectLst/>
                          <a:latin typeface="Calibri" panose="020F0502020204030204" pitchFamily="34" charset="0"/>
                        </a:rPr>
                        <a:t> $                          -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extLst>
                  <a:ext uri="{0D108BD9-81ED-4DB2-BD59-A6C34878D82A}">
                    <a16:rowId xmlns:a16="http://schemas.microsoft.com/office/drawing/2014/main" val="1081131462"/>
                  </a:ext>
                </a:extLst>
              </a:tr>
              <a:tr h="190500">
                <a:tc>
                  <a:txBody>
                    <a:bodyPr/>
                    <a:lstStyle/>
                    <a:p>
                      <a:pPr algn="ctr" fontAlgn="b">
                        <a:buNone/>
                      </a:pPr>
                      <a:r>
                        <a:rPr lang="en-US" sz="1100" b="1" i="0" u="none" strike="noStrike">
                          <a:solidFill>
                            <a:srgbClr val="000000"/>
                          </a:solidFill>
                          <a:effectLst/>
                          <a:latin typeface="Calibri" panose="020F0502020204030204" pitchFamily="34" charset="0"/>
                        </a:rPr>
                        <a:t>Option Year 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b">
                        <a:buNone/>
                      </a:pPr>
                      <a:r>
                        <a:rPr lang="en-US" sz="1100" b="0" i="0" u="none" strike="noStrike">
                          <a:solidFill>
                            <a:srgbClr val="000000"/>
                          </a:solidFill>
                          <a:effectLst/>
                          <a:latin typeface="Calibri" panose="020F0502020204030204" pitchFamily="34" charset="0"/>
                        </a:rPr>
                        <a:t> $                          -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extLst>
                  <a:ext uri="{0D108BD9-81ED-4DB2-BD59-A6C34878D82A}">
                    <a16:rowId xmlns:a16="http://schemas.microsoft.com/office/drawing/2014/main" val="740745347"/>
                  </a:ext>
                </a:extLst>
              </a:tr>
              <a:tr h="190500">
                <a:tc>
                  <a:txBody>
                    <a:bodyPr/>
                    <a:lstStyle/>
                    <a:p>
                      <a:pPr algn="ctr" fontAlgn="b">
                        <a:buNone/>
                      </a:pPr>
                      <a:r>
                        <a:rPr lang="en-US" sz="1100" b="1" i="0" u="none" strike="noStrike" dirty="0">
                          <a:solidFill>
                            <a:srgbClr val="000000"/>
                          </a:solidFill>
                          <a:effectLst/>
                          <a:latin typeface="Calibri" panose="020F0502020204030204" pitchFamily="34" charset="0"/>
                        </a:rPr>
                        <a:t>Option Year 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b">
                        <a:buNone/>
                      </a:pPr>
                      <a:r>
                        <a:rPr lang="en-US" sz="1100" b="0" i="0" u="none" strike="noStrike">
                          <a:solidFill>
                            <a:srgbClr val="000000"/>
                          </a:solidFill>
                          <a:effectLst/>
                          <a:latin typeface="Calibri" panose="020F0502020204030204" pitchFamily="34" charset="0"/>
                        </a:rPr>
                        <a:t> $                          -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extLst>
                  <a:ext uri="{0D108BD9-81ED-4DB2-BD59-A6C34878D82A}">
                    <a16:rowId xmlns:a16="http://schemas.microsoft.com/office/drawing/2014/main" val="2247094937"/>
                  </a:ext>
                </a:extLst>
              </a:tr>
              <a:tr h="190500">
                <a:tc>
                  <a:txBody>
                    <a:bodyPr/>
                    <a:lstStyle/>
                    <a:p>
                      <a:pPr algn="ctr" fontAlgn="b">
                        <a:buNone/>
                      </a:pPr>
                      <a:r>
                        <a:rPr lang="en-US" sz="1100" b="1" i="0" u="none" strike="noStrike">
                          <a:solidFill>
                            <a:srgbClr val="000000"/>
                          </a:solidFill>
                          <a:effectLst/>
                          <a:latin typeface="Calibri" panose="020F0502020204030204" pitchFamily="34" charset="0"/>
                        </a:rPr>
                        <a:t>Option Year 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b">
                        <a:buNone/>
                      </a:pPr>
                      <a:r>
                        <a:rPr lang="en-US" sz="1100" b="0" i="0" u="none" strike="noStrike">
                          <a:solidFill>
                            <a:srgbClr val="000000"/>
                          </a:solidFill>
                          <a:effectLst/>
                          <a:latin typeface="Calibri" panose="020F0502020204030204" pitchFamily="34" charset="0"/>
                        </a:rPr>
                        <a:t> $                          -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extLst>
                  <a:ext uri="{0D108BD9-81ED-4DB2-BD59-A6C34878D82A}">
                    <a16:rowId xmlns:a16="http://schemas.microsoft.com/office/drawing/2014/main" val="2342311608"/>
                  </a:ext>
                </a:extLst>
              </a:tr>
              <a:tr h="200025">
                <a:tc>
                  <a:txBody>
                    <a:bodyPr/>
                    <a:lstStyle/>
                    <a:p>
                      <a:pPr algn="ctr" fontAlgn="b">
                        <a:buNone/>
                      </a:pPr>
                      <a:r>
                        <a:rPr lang="en-US" sz="1100" b="1" i="0" u="none" strike="noStrike" dirty="0">
                          <a:solidFill>
                            <a:srgbClr val="000000"/>
                          </a:solidFill>
                          <a:effectLst/>
                          <a:latin typeface="Calibri" panose="020F0502020204030204" pitchFamily="34" charset="0"/>
                        </a:rPr>
                        <a:t>Option Year 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A"/>
                    </a:solidFill>
                  </a:tcPr>
                </a:tc>
                <a:tc>
                  <a:txBody>
                    <a:bodyPr/>
                    <a:lstStyle/>
                    <a:p>
                      <a:pPr algn="l" fontAlgn="b">
                        <a:buNone/>
                      </a:pPr>
                      <a:r>
                        <a:rPr lang="en-US" sz="1100" b="0" i="0" u="none" strike="noStrike">
                          <a:solidFill>
                            <a:srgbClr val="000000"/>
                          </a:solidFill>
                          <a:effectLst/>
                          <a:latin typeface="Calibri" panose="020F0502020204030204" pitchFamily="34" charset="0"/>
                        </a:rPr>
                        <a:t> $                          -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extLst>
                  <a:ext uri="{0D108BD9-81ED-4DB2-BD59-A6C34878D82A}">
                    <a16:rowId xmlns:a16="http://schemas.microsoft.com/office/drawing/2014/main" val="2375107527"/>
                  </a:ext>
                </a:extLst>
              </a:tr>
              <a:tr h="200025">
                <a:tc>
                  <a:txBody>
                    <a:bodyPr/>
                    <a:lstStyle/>
                    <a:p>
                      <a:pPr algn="ctr" fontAlgn="b">
                        <a:buNone/>
                      </a:pPr>
                      <a:r>
                        <a:rPr lang="en-US" sz="1100" b="1" i="0" u="none" strike="noStrike">
                          <a:solidFill>
                            <a:srgbClr val="000000"/>
                          </a:solidFill>
                          <a:effectLst/>
                          <a:latin typeface="Calibri" panose="020F0502020204030204" pitchFamily="34" charset="0"/>
                        </a:rPr>
                        <a:t>Total Proposed </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CC"/>
                    </a:solidFill>
                  </a:tcPr>
                </a:tc>
                <a:tc>
                  <a:txBody>
                    <a:bodyPr/>
                    <a:lstStyle/>
                    <a:p>
                      <a:pPr algn="l" fontAlgn="b">
                        <a:buNone/>
                      </a:pPr>
                      <a:r>
                        <a:rPr lang="en-US" sz="1100" b="1" i="0" u="none" strike="noStrike" dirty="0">
                          <a:solidFill>
                            <a:srgbClr val="000000"/>
                          </a:solidFill>
                          <a:effectLst/>
                          <a:latin typeface="Calibri" panose="020F0502020204030204" pitchFamily="34" charset="0"/>
                        </a:rPr>
                        <a:t> $                          -   </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extLst>
                  <a:ext uri="{0D108BD9-81ED-4DB2-BD59-A6C34878D82A}">
                    <a16:rowId xmlns:a16="http://schemas.microsoft.com/office/drawing/2014/main" val="1436594477"/>
                  </a:ext>
                </a:extLst>
              </a:tr>
            </a:tbl>
          </a:graphicData>
        </a:graphic>
      </p:graphicFrame>
    </p:spTree>
    <p:extLst>
      <p:ext uri="{BB962C8B-B14F-4D97-AF65-F5344CB8AC3E}">
        <p14:creationId xmlns:p14="http://schemas.microsoft.com/office/powerpoint/2010/main" val="30072394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0F0D2-CF30-14E8-8A2E-99B07B45FB7F}"/>
            </a:ext>
          </a:extLst>
        </p:cNvPr>
        <p:cNvGrpSpPr/>
        <p:nvPr/>
      </p:nvGrpSpPr>
      <p:grpSpPr>
        <a:xfrm>
          <a:off x="0" y="0"/>
          <a:ext cx="0" cy="0"/>
          <a:chOff x="0" y="0"/>
          <a:chExt cx="0" cy="0"/>
        </a:xfrm>
      </p:grpSpPr>
      <p:sp>
        <p:nvSpPr>
          <p:cNvPr id="7" name="Rectangle 14">
            <a:extLst>
              <a:ext uri="{FF2B5EF4-FFF2-40B4-BE49-F238E27FC236}">
                <a16:creationId xmlns:a16="http://schemas.microsoft.com/office/drawing/2014/main" id="{F66882CB-5702-FA68-1AA7-37A8C6E11F7E}"/>
              </a:ext>
            </a:extLst>
          </p:cNvPr>
          <p:cNvSpPr>
            <a:spLocks noGrp="1" noChangeArrowheads="1"/>
          </p:cNvSpPr>
          <p:nvPr>
            <p:ph idx="1"/>
          </p:nvPr>
        </p:nvSpPr>
        <p:spPr>
          <a:xfrm>
            <a:off x="419100" y="1282391"/>
            <a:ext cx="8305800" cy="5293487"/>
          </a:xfrm>
        </p:spPr>
        <p:txBody>
          <a:bodyPr/>
          <a:lstStyle/>
          <a:p>
            <a:pPr marL="228600" indent="-228600">
              <a:spcBef>
                <a:spcPts val="0"/>
              </a:spcBef>
            </a:pPr>
            <a:r>
              <a:rPr lang="en-US" sz="1600" dirty="0">
                <a:solidFill>
                  <a:srgbClr val="002060"/>
                </a:solidFill>
                <a:latin typeface="+mj-lt"/>
              </a:rPr>
              <a:t>PERFORMANCE WORK STATEMENT (PWS)</a:t>
            </a:r>
          </a:p>
          <a:p>
            <a:pPr marL="457200" indent="-225425">
              <a:spcBef>
                <a:spcPts val="0"/>
              </a:spcBef>
            </a:pPr>
            <a:r>
              <a:rPr lang="en-US" sz="1600" b="0" dirty="0">
                <a:solidFill>
                  <a:srgbClr val="002060"/>
                </a:solidFill>
                <a:latin typeface="+mj-lt"/>
              </a:rPr>
              <a:t>Description of Services</a:t>
            </a:r>
          </a:p>
          <a:p>
            <a:pPr marL="457200" indent="-225425">
              <a:spcBef>
                <a:spcPts val="0"/>
              </a:spcBef>
            </a:pPr>
            <a:r>
              <a:rPr lang="en-US" sz="1600" b="0" dirty="0">
                <a:solidFill>
                  <a:srgbClr val="002060"/>
                </a:solidFill>
                <a:latin typeface="+mj-lt"/>
              </a:rPr>
              <a:t>Service Summary</a:t>
            </a:r>
          </a:p>
          <a:p>
            <a:pPr marL="457200" indent="-225425">
              <a:spcBef>
                <a:spcPts val="0"/>
              </a:spcBef>
            </a:pPr>
            <a:r>
              <a:rPr lang="en-US" sz="1600" b="0" dirty="0">
                <a:solidFill>
                  <a:srgbClr val="002060"/>
                </a:solidFill>
                <a:latin typeface="+mj-lt"/>
              </a:rPr>
              <a:t>GFP</a:t>
            </a:r>
          </a:p>
          <a:p>
            <a:pPr marL="457200" indent="-225425">
              <a:spcBef>
                <a:spcPts val="0"/>
              </a:spcBef>
            </a:pPr>
            <a:r>
              <a:rPr lang="en-US" sz="1600" b="0" dirty="0">
                <a:solidFill>
                  <a:srgbClr val="002060"/>
                </a:solidFill>
                <a:latin typeface="+mj-lt"/>
              </a:rPr>
              <a:t>General Information</a:t>
            </a:r>
          </a:p>
          <a:p>
            <a:pPr marL="231775" indent="0">
              <a:spcBef>
                <a:spcPts val="0"/>
              </a:spcBef>
              <a:buNone/>
            </a:pPr>
            <a:endParaRPr lang="en-US" sz="1600" b="0" dirty="0">
              <a:solidFill>
                <a:srgbClr val="002060"/>
              </a:solidFill>
              <a:latin typeface="+mj-lt"/>
            </a:endParaRPr>
          </a:p>
          <a:p>
            <a:pPr marL="231775" lvl="1" indent="0">
              <a:spcBef>
                <a:spcPts val="0"/>
              </a:spcBef>
              <a:buNone/>
            </a:pPr>
            <a:r>
              <a:rPr lang="en-US" sz="1600" b="0" dirty="0">
                <a:solidFill>
                  <a:srgbClr val="002060"/>
                </a:solidFill>
                <a:latin typeface="+mj-lt"/>
              </a:rPr>
              <a:t>Provide technical, analytical, operational, programmatic, and planning subject matter expertise support for AF/A10 in carrying out statutory obligations related to Arms Control, Nuclear Posture Review arms control compliance, and AF national security strategic plans and policies.</a:t>
            </a:r>
          </a:p>
          <a:p>
            <a:pPr marL="461963" lvl="1" indent="-230188">
              <a:spcBef>
                <a:spcPts val="0"/>
              </a:spcBef>
            </a:pPr>
            <a:r>
              <a:rPr lang="en-US" sz="1600" b="0" dirty="0">
                <a:solidFill>
                  <a:srgbClr val="002060"/>
                </a:solidFill>
                <a:latin typeface="+mj-lt"/>
              </a:rPr>
              <a:t>Support AF national security strategic plans and policies, concepts, and initiatives to include: </a:t>
            </a:r>
          </a:p>
          <a:p>
            <a:pPr marL="747712" lvl="2" indent="-285750">
              <a:spcBef>
                <a:spcPts val="0"/>
              </a:spcBef>
            </a:pPr>
            <a:r>
              <a:rPr lang="en-US" sz="1600" b="0" dirty="0">
                <a:solidFill>
                  <a:srgbClr val="002060"/>
                </a:solidFill>
                <a:latin typeface="+mj-lt"/>
              </a:rPr>
              <a:t>International Treaties &amp; Agreements and FCP Support</a:t>
            </a:r>
          </a:p>
          <a:p>
            <a:pPr marL="747712" lvl="2" indent="-285750">
              <a:spcBef>
                <a:spcPts val="0"/>
              </a:spcBef>
            </a:pPr>
            <a:r>
              <a:rPr lang="en-US" sz="1600" b="0" dirty="0">
                <a:solidFill>
                  <a:srgbClr val="002060"/>
                </a:solidFill>
                <a:latin typeface="+mj-lt"/>
              </a:rPr>
              <a:t>Countering Weapons of Mass Destruction (CWMD) and Biodefense Support </a:t>
            </a:r>
          </a:p>
          <a:p>
            <a:pPr marL="747712" lvl="2" indent="-285750">
              <a:spcBef>
                <a:spcPts val="0"/>
              </a:spcBef>
            </a:pPr>
            <a:r>
              <a:rPr lang="en-US" sz="1600" b="0" dirty="0">
                <a:solidFill>
                  <a:srgbClr val="002060"/>
                </a:solidFill>
                <a:latin typeface="+mj-lt"/>
              </a:rPr>
              <a:t>CBRN Technical Analysis Support </a:t>
            </a:r>
          </a:p>
          <a:p>
            <a:pPr marL="747712" lvl="2" indent="-285750">
              <a:spcBef>
                <a:spcPts val="0"/>
              </a:spcBef>
            </a:pPr>
            <a:r>
              <a:rPr lang="en-US" sz="1600" b="0" dirty="0">
                <a:solidFill>
                  <a:srgbClr val="002060"/>
                </a:solidFill>
                <a:latin typeface="+mj-lt"/>
              </a:rPr>
              <a:t>Nuclear Enterprise Support </a:t>
            </a:r>
          </a:p>
          <a:p>
            <a:pPr marL="747712" lvl="2" indent="-285750">
              <a:spcBef>
                <a:spcPts val="0"/>
              </a:spcBef>
            </a:pPr>
            <a:r>
              <a:rPr lang="en-US" sz="1600" b="0" dirty="0">
                <a:solidFill>
                  <a:srgbClr val="002060"/>
                </a:solidFill>
                <a:latin typeface="+mj-lt"/>
              </a:rPr>
              <a:t>Legislative Support</a:t>
            </a:r>
          </a:p>
          <a:p>
            <a:pPr marL="747712" lvl="2" indent="-285750">
              <a:spcBef>
                <a:spcPts val="0"/>
              </a:spcBef>
            </a:pPr>
            <a:r>
              <a:rPr lang="en-US" sz="1600" b="0" dirty="0">
                <a:solidFill>
                  <a:srgbClr val="002060"/>
                </a:solidFill>
                <a:latin typeface="+mj-lt"/>
              </a:rPr>
              <a:t>Emerging Deterrence Issues Research and DAF Deterrence Education </a:t>
            </a:r>
          </a:p>
          <a:p>
            <a:pPr marL="747712" lvl="2" indent="-285750">
              <a:spcBef>
                <a:spcPts val="0"/>
              </a:spcBef>
            </a:pPr>
            <a:r>
              <a:rPr lang="en-US" sz="1600" b="0" dirty="0">
                <a:solidFill>
                  <a:srgbClr val="002060"/>
                </a:solidFill>
                <a:latin typeface="+mj-lt"/>
              </a:rPr>
              <a:t>Integrated Air and Missile Defense (IAMD) Support </a:t>
            </a:r>
          </a:p>
          <a:p>
            <a:pPr marL="747712" lvl="2" indent="-285750">
              <a:spcBef>
                <a:spcPts val="0"/>
              </a:spcBef>
            </a:pPr>
            <a:r>
              <a:rPr lang="en-US" sz="1600" b="0" dirty="0">
                <a:solidFill>
                  <a:srgbClr val="002060"/>
                </a:solidFill>
                <a:latin typeface="+mj-lt"/>
              </a:rPr>
              <a:t>Ancillary IT, Systems, and Cybersecurity Support </a:t>
            </a:r>
          </a:p>
          <a:p>
            <a:pPr marL="747712" lvl="2" indent="-285750">
              <a:spcBef>
                <a:spcPts val="0"/>
              </a:spcBef>
            </a:pPr>
            <a:r>
              <a:rPr lang="en-US" sz="1600" b="0" dirty="0">
                <a:solidFill>
                  <a:srgbClr val="002060"/>
                </a:solidFill>
                <a:latin typeface="+mj-lt"/>
              </a:rPr>
              <a:t>Program Management Support</a:t>
            </a:r>
            <a:endParaRPr lang="en-US" sz="1600" b="0" i="0" dirty="0">
              <a:solidFill>
                <a:srgbClr val="002060"/>
              </a:solidFill>
              <a:effectLst/>
              <a:latin typeface="+mj-lt"/>
            </a:endParaRPr>
          </a:p>
          <a:p>
            <a:pPr marL="0" indent="0" algn="l" rtl="0" fontAlgn="base">
              <a:buNone/>
            </a:pPr>
            <a:r>
              <a:rPr lang="en-US" b="0" dirty="0">
                <a:solidFill>
                  <a:srgbClr val="000000"/>
                </a:solidFill>
                <a:latin typeface="Arial" panose="020B0604020202020204" pitchFamily="34" charset="0"/>
              </a:rPr>
              <a:t>	</a:t>
            </a:r>
            <a:endParaRPr lang="en-US" b="0" i="0" dirty="0">
              <a:solidFill>
                <a:srgbClr val="000000"/>
              </a:solidFill>
              <a:effectLst/>
              <a:latin typeface="Arial" panose="020B0604020202020204" pitchFamily="34" charset="0"/>
            </a:endParaRPr>
          </a:p>
          <a:p>
            <a:pPr algn="l" rtl="0" fontAlgn="base">
              <a:buFont typeface="Arial" panose="020B0604020202020204" pitchFamily="34" charset="0"/>
              <a:buChar char="•"/>
            </a:pPr>
            <a:endParaRPr lang="en-US" b="0" i="0" dirty="0">
              <a:solidFill>
                <a:srgbClr val="000000"/>
              </a:solidFill>
              <a:effectLst/>
              <a:latin typeface="Arial" panose="020B0604020202020204" pitchFamily="34" charset="0"/>
            </a:endParaRPr>
          </a:p>
        </p:txBody>
      </p:sp>
      <p:sp>
        <p:nvSpPr>
          <p:cNvPr id="2" name="Slide Number Placeholder 1">
            <a:extLst>
              <a:ext uri="{FF2B5EF4-FFF2-40B4-BE49-F238E27FC236}">
                <a16:creationId xmlns:a16="http://schemas.microsoft.com/office/drawing/2014/main" id="{BB2A0C0B-0EFD-B2ED-8B9C-9BCFF9440546}"/>
              </a:ext>
            </a:extLst>
          </p:cNvPr>
          <p:cNvSpPr>
            <a:spLocks noGrp="1"/>
          </p:cNvSpPr>
          <p:nvPr>
            <p:ph type="sldNum" sz="quarter" idx="11"/>
          </p:nvPr>
        </p:nvSpPr>
        <p:spPr/>
        <p:txBody>
          <a:bodyPr/>
          <a:lstStyle/>
          <a:p>
            <a:pPr>
              <a:defRPr/>
            </a:pPr>
            <a:fld id="{E8C4CF4F-2ECB-4C54-9552-FB58A436033C}" type="slidenum">
              <a:rPr lang="en-US" smtClean="0"/>
              <a:pPr>
                <a:defRPr/>
              </a:pPr>
              <a:t>15</a:t>
            </a:fld>
            <a:endParaRPr lang="en-US" dirty="0">
              <a:solidFill>
                <a:schemeClr val="bg2"/>
              </a:solidFill>
            </a:endParaRPr>
          </a:p>
        </p:txBody>
      </p:sp>
      <p:sp>
        <p:nvSpPr>
          <p:cNvPr id="4" name="Rectangle 13">
            <a:extLst>
              <a:ext uri="{FF2B5EF4-FFF2-40B4-BE49-F238E27FC236}">
                <a16:creationId xmlns:a16="http://schemas.microsoft.com/office/drawing/2014/main" id="{5B406208-600E-2362-DCC9-C4F069AA11EC}"/>
              </a:ext>
            </a:extLst>
          </p:cNvPr>
          <p:cNvSpPr txBox="1">
            <a:spLocks noChangeArrowheads="1"/>
          </p:cNvSpPr>
          <p:nvPr/>
        </p:nvSpPr>
        <p:spPr bwMode="auto">
          <a:xfrm>
            <a:off x="1384300" y="427832"/>
            <a:ext cx="7340600" cy="78788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r" rtl="0" eaLnBrk="0" fontAlgn="base" hangingPunct="0">
              <a:spcBef>
                <a:spcPct val="0"/>
              </a:spcBef>
              <a:spcAft>
                <a:spcPct val="0"/>
              </a:spcAft>
              <a:defRPr sz="3600" b="1" i="1">
                <a:solidFill>
                  <a:srgbClr val="151C77"/>
                </a:solidFill>
                <a:latin typeface="+mj-lt"/>
                <a:ea typeface="+mj-ea"/>
                <a:cs typeface="+mj-cs"/>
              </a:defRPr>
            </a:lvl1pPr>
            <a:lvl2pPr algn="r" rtl="0" eaLnBrk="0" fontAlgn="base" hangingPunct="0">
              <a:spcBef>
                <a:spcPct val="0"/>
              </a:spcBef>
              <a:spcAft>
                <a:spcPct val="0"/>
              </a:spcAft>
              <a:defRPr sz="3600" b="1" i="1">
                <a:solidFill>
                  <a:srgbClr val="151C77"/>
                </a:solidFill>
                <a:latin typeface="Arial" charset="0"/>
              </a:defRPr>
            </a:lvl2pPr>
            <a:lvl3pPr algn="r" rtl="0" eaLnBrk="0" fontAlgn="base" hangingPunct="0">
              <a:spcBef>
                <a:spcPct val="0"/>
              </a:spcBef>
              <a:spcAft>
                <a:spcPct val="0"/>
              </a:spcAft>
              <a:defRPr sz="3600" b="1" i="1">
                <a:solidFill>
                  <a:srgbClr val="151C77"/>
                </a:solidFill>
                <a:latin typeface="Arial" charset="0"/>
              </a:defRPr>
            </a:lvl3pPr>
            <a:lvl4pPr algn="r" rtl="0" eaLnBrk="0" fontAlgn="base" hangingPunct="0">
              <a:spcBef>
                <a:spcPct val="0"/>
              </a:spcBef>
              <a:spcAft>
                <a:spcPct val="0"/>
              </a:spcAft>
              <a:defRPr sz="3600" b="1" i="1">
                <a:solidFill>
                  <a:srgbClr val="151C77"/>
                </a:solidFill>
                <a:latin typeface="Arial" charset="0"/>
              </a:defRPr>
            </a:lvl4pPr>
            <a:lvl5pPr algn="r" rtl="0" eaLnBrk="0" fontAlgn="base" hangingPunct="0">
              <a:spcBef>
                <a:spcPct val="0"/>
              </a:spcBef>
              <a:spcAft>
                <a:spcPct val="0"/>
              </a:spcAft>
              <a:defRPr sz="3600" b="1" i="1">
                <a:solidFill>
                  <a:srgbClr val="151C77"/>
                </a:solidFill>
                <a:latin typeface="Arial" charset="0"/>
              </a:defRPr>
            </a:lvl5pPr>
            <a:lvl6pPr marL="457200" algn="r" rtl="0" eaLnBrk="0" fontAlgn="base" hangingPunct="0">
              <a:spcBef>
                <a:spcPct val="0"/>
              </a:spcBef>
              <a:spcAft>
                <a:spcPct val="0"/>
              </a:spcAft>
              <a:defRPr sz="3600" b="1" i="1">
                <a:solidFill>
                  <a:srgbClr val="151C77"/>
                </a:solidFill>
                <a:latin typeface="Arial" charset="0"/>
              </a:defRPr>
            </a:lvl6pPr>
            <a:lvl7pPr marL="914400" algn="r" rtl="0" eaLnBrk="0" fontAlgn="base" hangingPunct="0">
              <a:spcBef>
                <a:spcPct val="0"/>
              </a:spcBef>
              <a:spcAft>
                <a:spcPct val="0"/>
              </a:spcAft>
              <a:defRPr sz="3600" b="1" i="1">
                <a:solidFill>
                  <a:srgbClr val="151C77"/>
                </a:solidFill>
                <a:latin typeface="Arial" charset="0"/>
              </a:defRPr>
            </a:lvl7pPr>
            <a:lvl8pPr marL="1371600" algn="r" rtl="0" eaLnBrk="0" fontAlgn="base" hangingPunct="0">
              <a:spcBef>
                <a:spcPct val="0"/>
              </a:spcBef>
              <a:spcAft>
                <a:spcPct val="0"/>
              </a:spcAft>
              <a:defRPr sz="3600" b="1" i="1">
                <a:solidFill>
                  <a:srgbClr val="151C77"/>
                </a:solidFill>
                <a:latin typeface="Arial" charset="0"/>
              </a:defRPr>
            </a:lvl8pPr>
            <a:lvl9pPr marL="1828800" algn="r" rtl="0" eaLnBrk="0" fontAlgn="base" hangingPunct="0">
              <a:spcBef>
                <a:spcPct val="0"/>
              </a:spcBef>
              <a:spcAft>
                <a:spcPct val="0"/>
              </a:spcAft>
              <a:defRPr sz="3600" b="1" i="1">
                <a:solidFill>
                  <a:srgbClr val="151C77"/>
                </a:solidFill>
                <a:latin typeface="Arial" charset="0"/>
              </a:defRPr>
            </a:lvl9pPr>
          </a:lstStyle>
          <a:p>
            <a:r>
              <a:rPr lang="en-US" altLang="en-US" sz="3200" kern="0" dirty="0"/>
              <a:t>TENTATIVE STRATEGY</a:t>
            </a:r>
          </a:p>
        </p:txBody>
      </p:sp>
    </p:spTree>
    <p:extLst>
      <p:ext uri="{BB962C8B-B14F-4D97-AF65-F5344CB8AC3E}">
        <p14:creationId xmlns:p14="http://schemas.microsoft.com/office/powerpoint/2010/main" val="13705328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5B4DD-8425-734C-EFE4-4E243BA7DF41}"/>
              </a:ext>
            </a:extLst>
          </p:cNvPr>
          <p:cNvSpPr>
            <a:spLocks noGrp="1"/>
          </p:cNvSpPr>
          <p:nvPr>
            <p:ph type="title"/>
          </p:nvPr>
        </p:nvSpPr>
        <p:spPr/>
        <p:txBody>
          <a:bodyPr anchor="b"/>
          <a:lstStyle/>
          <a:p>
            <a:r>
              <a:rPr lang="en-US" sz="3200" dirty="0"/>
              <a:t>DISCUSSION ITEMS</a:t>
            </a:r>
          </a:p>
        </p:txBody>
      </p:sp>
      <p:sp>
        <p:nvSpPr>
          <p:cNvPr id="3" name="Content Placeholder 2">
            <a:extLst>
              <a:ext uri="{FF2B5EF4-FFF2-40B4-BE49-F238E27FC236}">
                <a16:creationId xmlns:a16="http://schemas.microsoft.com/office/drawing/2014/main" id="{65898F43-4EE8-84CF-4207-98BD8874ABC4}"/>
              </a:ext>
            </a:extLst>
          </p:cNvPr>
          <p:cNvSpPr>
            <a:spLocks noGrp="1"/>
          </p:cNvSpPr>
          <p:nvPr>
            <p:ph idx="1"/>
          </p:nvPr>
        </p:nvSpPr>
        <p:spPr>
          <a:xfrm>
            <a:off x="373062" y="1400175"/>
            <a:ext cx="8397875" cy="4743450"/>
          </a:xfrm>
        </p:spPr>
        <p:txBody>
          <a:bodyPr/>
          <a:lstStyle/>
          <a:p>
            <a:r>
              <a:rPr lang="en-US" sz="1600" b="0" dirty="0">
                <a:solidFill>
                  <a:srgbClr val="002060"/>
                </a:solidFill>
              </a:rPr>
              <a:t>Are there any issues or concerns in providing support for entire range of Tasks?</a:t>
            </a:r>
          </a:p>
          <a:p>
            <a:r>
              <a:rPr lang="en-US" sz="1600" b="0" dirty="0">
                <a:solidFill>
                  <a:srgbClr val="002060"/>
                </a:solidFill>
              </a:rPr>
              <a:t>Are there any concerns with the CPFF – Contract Term (LOE)</a:t>
            </a:r>
          </a:p>
          <a:p>
            <a:r>
              <a:rPr lang="en-US" sz="1600" b="0" dirty="0">
                <a:solidFill>
                  <a:srgbClr val="002060"/>
                </a:solidFill>
              </a:rPr>
              <a:t>Attachments - Do you prefer Government provided templates, such as CDRLS or industry/available templates?</a:t>
            </a:r>
          </a:p>
          <a:p>
            <a:r>
              <a:rPr lang="en-US" sz="1600" b="0" dirty="0">
                <a:solidFill>
                  <a:srgbClr val="002060"/>
                </a:solidFill>
              </a:rPr>
              <a:t>Do you see any barriers to competition?  What of this requirement is keeping you from competing or partnering/teaming?</a:t>
            </a:r>
          </a:p>
          <a:p>
            <a:r>
              <a:rPr lang="en-US" sz="1600" b="0" dirty="0">
                <a:solidFill>
                  <a:srgbClr val="002060"/>
                </a:solidFill>
              </a:rPr>
              <a:t>Are there any concerns with proposing a CPFF? What would you like to see in the solicitation so you can reasonably and realistically propose cost?</a:t>
            </a:r>
          </a:p>
          <a:p>
            <a:r>
              <a:rPr lang="en-US" sz="1600" b="0" dirty="0">
                <a:solidFill>
                  <a:srgbClr val="002060"/>
                </a:solidFill>
              </a:rPr>
              <a:t>Are there any concerns with the required Global support (Hawaii / Europe)? </a:t>
            </a:r>
          </a:p>
          <a:p>
            <a:r>
              <a:rPr lang="en-US" sz="1600" b="0" dirty="0">
                <a:solidFill>
                  <a:srgbClr val="002060"/>
                </a:solidFill>
              </a:rPr>
              <a:t>What in the Bidders Library would you like to see to help with proposal prep?</a:t>
            </a:r>
          </a:p>
          <a:p>
            <a:endParaRPr lang="en-US" sz="1600" b="0" dirty="0"/>
          </a:p>
          <a:p>
            <a:endParaRPr lang="en-US" dirty="0"/>
          </a:p>
        </p:txBody>
      </p:sp>
      <p:sp>
        <p:nvSpPr>
          <p:cNvPr id="4" name="Date Placeholder 3">
            <a:extLst>
              <a:ext uri="{FF2B5EF4-FFF2-40B4-BE49-F238E27FC236}">
                <a16:creationId xmlns:a16="http://schemas.microsoft.com/office/drawing/2014/main" id="{0957E7D7-AFC5-396A-6741-D19A323EEAB0}"/>
              </a:ext>
            </a:extLst>
          </p:cNvPr>
          <p:cNvSpPr>
            <a:spLocks noGrp="1"/>
          </p:cNvSpPr>
          <p:nvPr>
            <p:ph type="dt" sz="half" idx="10"/>
          </p:nvPr>
        </p:nvSpPr>
        <p:spPr/>
        <p:txBody>
          <a:bodyPr/>
          <a:lstStyle/>
          <a:p>
            <a:pPr>
              <a:defRPr/>
            </a:pPr>
            <a:endParaRPr lang="en-US" dirty="0"/>
          </a:p>
        </p:txBody>
      </p:sp>
      <p:sp>
        <p:nvSpPr>
          <p:cNvPr id="5" name="Slide Number Placeholder 4">
            <a:extLst>
              <a:ext uri="{FF2B5EF4-FFF2-40B4-BE49-F238E27FC236}">
                <a16:creationId xmlns:a16="http://schemas.microsoft.com/office/drawing/2014/main" id="{CBBFF334-4B43-7319-C6D4-13FD23178E7D}"/>
              </a:ext>
            </a:extLst>
          </p:cNvPr>
          <p:cNvSpPr>
            <a:spLocks noGrp="1"/>
          </p:cNvSpPr>
          <p:nvPr>
            <p:ph type="sldNum" sz="quarter" idx="11"/>
          </p:nvPr>
        </p:nvSpPr>
        <p:spPr/>
        <p:txBody>
          <a:bodyPr/>
          <a:lstStyle/>
          <a:p>
            <a:pPr>
              <a:defRPr/>
            </a:pPr>
            <a:fld id="{14161BE9-B9DE-4E98-9B43-FD8CC93418DD}" type="slidenum">
              <a:rPr lang="en-US" smtClean="0"/>
              <a:pPr>
                <a:defRPr/>
              </a:pPr>
              <a:t>16</a:t>
            </a:fld>
            <a:endParaRPr lang="en-US" dirty="0">
              <a:solidFill>
                <a:schemeClr val="bg2"/>
              </a:solidFill>
            </a:endParaRPr>
          </a:p>
        </p:txBody>
      </p:sp>
    </p:spTree>
    <p:extLst>
      <p:ext uri="{BB962C8B-B14F-4D97-AF65-F5344CB8AC3E}">
        <p14:creationId xmlns:p14="http://schemas.microsoft.com/office/powerpoint/2010/main" val="5788340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5B4DD-8425-734C-EFE4-4E243BA7DF41}"/>
              </a:ext>
            </a:extLst>
          </p:cNvPr>
          <p:cNvSpPr>
            <a:spLocks noGrp="1"/>
          </p:cNvSpPr>
          <p:nvPr>
            <p:ph type="title"/>
          </p:nvPr>
        </p:nvSpPr>
        <p:spPr/>
        <p:txBody>
          <a:bodyPr anchor="b"/>
          <a:lstStyle/>
          <a:p>
            <a:r>
              <a:rPr lang="en-US" sz="3200" dirty="0"/>
              <a:t>CLOSING COMMENTS</a:t>
            </a:r>
          </a:p>
        </p:txBody>
      </p:sp>
      <p:sp>
        <p:nvSpPr>
          <p:cNvPr id="3" name="Content Placeholder 2">
            <a:extLst>
              <a:ext uri="{FF2B5EF4-FFF2-40B4-BE49-F238E27FC236}">
                <a16:creationId xmlns:a16="http://schemas.microsoft.com/office/drawing/2014/main" id="{65898F43-4EE8-84CF-4207-98BD8874ABC4}"/>
              </a:ext>
            </a:extLst>
          </p:cNvPr>
          <p:cNvSpPr>
            <a:spLocks noGrp="1"/>
          </p:cNvSpPr>
          <p:nvPr>
            <p:ph idx="1"/>
          </p:nvPr>
        </p:nvSpPr>
        <p:spPr>
          <a:xfrm>
            <a:off x="373062" y="1500187"/>
            <a:ext cx="8434388" cy="4826472"/>
          </a:xfrm>
        </p:spPr>
        <p:txBody>
          <a:bodyPr/>
          <a:lstStyle/>
          <a:p>
            <a:pPr marL="0" indent="0" algn="ctr">
              <a:buNone/>
            </a:pPr>
            <a:r>
              <a:rPr lang="en-US" dirty="0">
                <a:solidFill>
                  <a:srgbClr val="002060"/>
                </a:solidFill>
              </a:rPr>
              <a:t>All Vendors are reminded to identify if interested in networking/teaming opportunities</a:t>
            </a:r>
          </a:p>
          <a:p>
            <a:pPr marL="0" indent="0" algn="ctr">
              <a:buNone/>
            </a:pPr>
            <a:r>
              <a:rPr lang="en-US" b="0" dirty="0">
                <a:solidFill>
                  <a:srgbClr val="000000"/>
                </a:solidFill>
                <a:latin typeface="Arial" panose="020B0604020202020204" pitchFamily="34" charset="0"/>
              </a:rPr>
              <a:t>Email is the only method of communication</a:t>
            </a:r>
          </a:p>
          <a:p>
            <a:pPr marL="0" indent="0" algn="ctr">
              <a:buNone/>
            </a:pPr>
            <a:r>
              <a:rPr lang="en-US" b="0" dirty="0">
                <a:solidFill>
                  <a:srgbClr val="0000FF"/>
                </a:solidFill>
                <a:latin typeface="Arial" panose="020B0604020202020204" pitchFamily="34" charset="0"/>
                <a:hlinkClick r:id="rId2">
                  <a:extLst>
                    <a:ext uri="{A12FA001-AC4F-418D-AE19-62706E023703}">
                      <ahyp:hlinkClr xmlns:ahyp="http://schemas.microsoft.com/office/drawing/2018/hyperlinkcolor" val="tx"/>
                    </a:ext>
                  </a:extLst>
                </a:hlinkClick>
              </a:rPr>
              <a:t>Margaret.santos@us.af.mil</a:t>
            </a:r>
            <a:endParaRPr lang="en-US" b="0" dirty="0">
              <a:solidFill>
                <a:srgbClr val="0000FF"/>
              </a:solidFill>
              <a:latin typeface="Arial" panose="020B0604020202020204" pitchFamily="34" charset="0"/>
            </a:endParaRPr>
          </a:p>
          <a:p>
            <a:pPr marL="0" indent="0" algn="ctr">
              <a:buNone/>
            </a:pPr>
            <a:r>
              <a:rPr lang="en-US" b="0" dirty="0">
                <a:solidFill>
                  <a:srgbClr val="0000FF"/>
                </a:solidFill>
                <a:latin typeface="Arial" panose="020B0604020202020204" pitchFamily="34" charset="0"/>
                <a:hlinkClick r:id="rId3">
                  <a:extLst>
                    <a:ext uri="{A12FA001-AC4F-418D-AE19-62706E023703}">
                      <ahyp:hlinkClr xmlns:ahyp="http://schemas.microsoft.com/office/drawing/2018/hyperlinkcolor" val="tx"/>
                    </a:ext>
                  </a:extLst>
                </a:hlinkClick>
              </a:rPr>
              <a:t>Timothy.prymak@us.af.mil</a:t>
            </a:r>
            <a:r>
              <a:rPr lang="en-US" b="0" dirty="0">
                <a:solidFill>
                  <a:srgbClr val="0000FF"/>
                </a:solidFill>
                <a:latin typeface="Arial" panose="020B0604020202020204" pitchFamily="34" charset="0"/>
              </a:rPr>
              <a:t> </a:t>
            </a:r>
          </a:p>
          <a:p>
            <a:pPr marL="0" indent="0" algn="ctr">
              <a:buNone/>
            </a:pPr>
            <a:endParaRPr lang="en-US" b="0" dirty="0">
              <a:solidFill>
                <a:srgbClr val="0000FF"/>
              </a:solidFill>
              <a:latin typeface="Arial" panose="020B0604020202020204" pitchFamily="34" charset="0"/>
            </a:endParaRPr>
          </a:p>
          <a:p>
            <a:pPr marL="0" indent="0" algn="ctr">
              <a:buNone/>
            </a:pPr>
            <a:r>
              <a:rPr lang="en-US" dirty="0">
                <a:solidFill>
                  <a:srgbClr val="002060"/>
                </a:solidFill>
              </a:rPr>
              <a:t>AFDW/PK Enterprise Industry Week 11 - 15 May 2026</a:t>
            </a:r>
          </a:p>
          <a:p>
            <a:pPr marL="0" indent="0" algn="ctr">
              <a:buNone/>
            </a:pPr>
            <a:r>
              <a:rPr lang="en-US" dirty="0">
                <a:solidFill>
                  <a:srgbClr val="002060"/>
                </a:solidFill>
              </a:rPr>
              <a:t>SMART Center Joint Base Andrews</a:t>
            </a:r>
          </a:p>
          <a:p>
            <a:pPr marL="0" indent="0" algn="ctr">
              <a:buNone/>
            </a:pPr>
            <a:endParaRPr lang="en-US" dirty="0">
              <a:solidFill>
                <a:srgbClr val="002060"/>
              </a:solidFill>
            </a:endParaRPr>
          </a:p>
          <a:p>
            <a:pPr marL="0" indent="0" algn="ctr">
              <a:buNone/>
            </a:pPr>
            <a:r>
              <a:rPr lang="en-US" dirty="0">
                <a:solidFill>
                  <a:srgbClr val="002060"/>
                </a:solidFill>
              </a:rPr>
              <a:t>Thank you for attending AF/A10’S SPPSS</a:t>
            </a:r>
          </a:p>
          <a:p>
            <a:pPr marL="0" indent="0" algn="ctr">
              <a:buNone/>
            </a:pPr>
            <a:r>
              <a:rPr lang="en-US" dirty="0">
                <a:solidFill>
                  <a:srgbClr val="002060"/>
                </a:solidFill>
              </a:rPr>
              <a:t> Industry Day/Preproposal Conference</a:t>
            </a:r>
          </a:p>
        </p:txBody>
      </p:sp>
      <p:sp>
        <p:nvSpPr>
          <p:cNvPr id="4" name="Date Placeholder 3">
            <a:extLst>
              <a:ext uri="{FF2B5EF4-FFF2-40B4-BE49-F238E27FC236}">
                <a16:creationId xmlns:a16="http://schemas.microsoft.com/office/drawing/2014/main" id="{0957E7D7-AFC5-396A-6741-D19A323EEAB0}"/>
              </a:ext>
            </a:extLst>
          </p:cNvPr>
          <p:cNvSpPr>
            <a:spLocks noGrp="1"/>
          </p:cNvSpPr>
          <p:nvPr>
            <p:ph type="dt" sz="half" idx="10"/>
          </p:nvPr>
        </p:nvSpPr>
        <p:spPr/>
        <p:txBody>
          <a:bodyPr/>
          <a:lstStyle/>
          <a:p>
            <a:pPr>
              <a:defRPr/>
            </a:pPr>
            <a:endParaRPr lang="en-US" dirty="0"/>
          </a:p>
        </p:txBody>
      </p:sp>
      <p:sp>
        <p:nvSpPr>
          <p:cNvPr id="5" name="Slide Number Placeholder 4">
            <a:extLst>
              <a:ext uri="{FF2B5EF4-FFF2-40B4-BE49-F238E27FC236}">
                <a16:creationId xmlns:a16="http://schemas.microsoft.com/office/drawing/2014/main" id="{CBBFF334-4B43-7319-C6D4-13FD23178E7D}"/>
              </a:ext>
            </a:extLst>
          </p:cNvPr>
          <p:cNvSpPr>
            <a:spLocks noGrp="1"/>
          </p:cNvSpPr>
          <p:nvPr>
            <p:ph type="sldNum" sz="quarter" idx="11"/>
          </p:nvPr>
        </p:nvSpPr>
        <p:spPr/>
        <p:txBody>
          <a:bodyPr/>
          <a:lstStyle/>
          <a:p>
            <a:pPr>
              <a:defRPr/>
            </a:pPr>
            <a:fld id="{14161BE9-B9DE-4E98-9B43-FD8CC93418DD}" type="slidenum">
              <a:rPr lang="en-US" smtClean="0"/>
              <a:pPr>
                <a:defRPr/>
              </a:pPr>
              <a:t>17</a:t>
            </a:fld>
            <a:endParaRPr lang="en-US" dirty="0">
              <a:solidFill>
                <a:schemeClr val="bg2"/>
              </a:solidFill>
            </a:endParaRPr>
          </a:p>
        </p:txBody>
      </p:sp>
    </p:spTree>
    <p:extLst>
      <p:ext uri="{BB962C8B-B14F-4D97-AF65-F5344CB8AC3E}">
        <p14:creationId xmlns:p14="http://schemas.microsoft.com/office/powerpoint/2010/main" val="649279286"/>
      </p:ext>
    </p:extLst>
  </p:cSld>
  <p:clrMapOvr>
    <a:masterClrMapping/>
  </p:clrMapOvr>
</p:sld>
</file>

<file path=ppt/theme/theme1.xml><?xml version="1.0" encoding="utf-8"?>
<a:theme xmlns:a="http://schemas.openxmlformats.org/drawingml/2006/main" name="USAF(Unclas)">
  <a:themeElements>
    <a:clrScheme name="USAF(Unclas)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USAF(Uncla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Arial" charset="0"/>
          </a:defRPr>
        </a:defPPr>
      </a:lstStyle>
    </a:lnDef>
  </a:objectDefaults>
  <a:extraClrSchemeLst>
    <a:extraClrScheme>
      <a:clrScheme name="USAF(Unclas)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SAF(Unclas)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USAF(Unclas)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SAF(Unclas)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SAF(Unclas)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SAF(Unclas)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USAF(Unclas)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USAF(Unclas)">
  <a:themeElements>
    <a:clrScheme name="USAF(Unclas)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USAF(Uncla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C2D83"/>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rgbClr val="0C2D83"/>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Arial" pitchFamily="34" charset="0"/>
          </a:defRPr>
        </a:defPPr>
      </a:lstStyle>
    </a:lnDef>
  </a:objectDefaults>
  <a:extraClrSchemeLst>
    <a:extraClrScheme>
      <a:clrScheme name="USAF(Unclas)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SAF(Unclas)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USAF(Unclas)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SAF(Unclas)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SAF(Unclas)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SAF(Unclas)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USAF(Unclas)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Default Desig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00"/>
      </a:hlink>
      <a:folHlink>
        <a:srgbClr val="000066"/>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2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2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3_USAF(Unclas)">
  <a:themeElements>
    <a:clrScheme name="USAF(Unclas)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USAF(Uncla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C2D83"/>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rgbClr val="0C2D83"/>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Arial" pitchFamily="34" charset="0"/>
          </a:defRPr>
        </a:defPPr>
      </a:lstStyle>
    </a:lnDef>
  </a:objectDefaults>
  <a:extraClrSchemeLst>
    <a:extraClrScheme>
      <a:clrScheme name="USAF(Unclas)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SAF(Unclas)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USAF(Unclas)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SAF(Unclas)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SAF(Unclas)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SAF(Unclas)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USAF(Unclas)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6_USAF(Unclas)">
  <a:themeElements>
    <a:clrScheme name="USAF(Unclas)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USAF(Uncla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C2D83"/>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rgbClr val="0C2D83"/>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Arial" pitchFamily="34" charset="0"/>
          </a:defRPr>
        </a:defPPr>
      </a:lstStyle>
    </a:lnDef>
  </a:objectDefaults>
  <a:extraClrSchemeLst>
    <a:extraClrScheme>
      <a:clrScheme name="USAF(Unclas)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SAF(Unclas)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USAF(Unclas)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SAF(Unclas)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SAF(Unclas)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SAF(Unclas)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USAF(Unclas)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FF26496A31436478B8B7108E9D9C6D7" ma:contentTypeVersion="13" ma:contentTypeDescription="Create a new document." ma:contentTypeScope="" ma:versionID="2759366a569ec98a1baa26c5ce7f76dc">
  <xsd:schema xmlns:xsd="http://www.w3.org/2001/XMLSchema" xmlns:xs="http://www.w3.org/2001/XMLSchema" xmlns:p="http://schemas.microsoft.com/office/2006/metadata/properties" xmlns:ns1="http://schemas.microsoft.com/sharepoint/v3" xmlns:ns3="1af6202b-d3c8-414a-89d3-45d76397f3e5" xmlns:ns4="45ac7d8c-984f-4a40-ab56-03b2e0b48c8c" targetNamespace="http://schemas.microsoft.com/office/2006/metadata/properties" ma:root="true" ma:fieldsID="30c12cc0659f24e469edeb15bbd629fb" ns1:_="" ns3:_="" ns4:_="">
    <xsd:import namespace="http://schemas.microsoft.com/sharepoint/v3"/>
    <xsd:import namespace="1af6202b-d3c8-414a-89d3-45d76397f3e5"/>
    <xsd:import namespace="45ac7d8c-984f-4a40-ab56-03b2e0b48c8c"/>
    <xsd:element name="properties">
      <xsd:complexType>
        <xsd:sequence>
          <xsd:element name="documentManagement">
            <xsd:complexType>
              <xsd:all>
                <xsd:element ref="ns3:MediaServiceMetadata" minOccurs="0"/>
                <xsd:element ref="ns3:MediaServiceFastMetadata" minOccurs="0"/>
                <xsd:element ref="ns3:MediaLengthInSeconds"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1" nillable="true" ma:displayName="Unified Compliance Policy Properties" ma:hidden="true" ma:internalName="_ip_UnifiedCompliancePolicyProperties">
      <xsd:simpleType>
        <xsd:restriction base="dms:Note"/>
      </xsd:simpleType>
    </xsd:element>
    <xsd:element name="_ip_UnifiedCompliancePolicyUIAction" ma:index="1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af6202b-d3c8-414a-89d3-45d76397f3e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Length (seconds)"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5ac7d8c-984f-4a40-ab56-03b2e0b48c8c"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286421E-D60C-4F75-8F7F-7B3FC204D3C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1af6202b-d3c8-414a-89d3-45d76397f3e5"/>
    <ds:schemaRef ds:uri="45ac7d8c-984f-4a40-ab56-03b2e0b48c8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E46C4C5-B3A2-497A-8491-3D8C6E6130F5}">
  <ds:schemaRefs>
    <ds:schemaRef ds:uri="http://purl.org/dc/elements/1.1/"/>
    <ds:schemaRef ds:uri="http://schemas.microsoft.com/office/2006/metadata/properties"/>
    <ds:schemaRef ds:uri="http://schemas.microsoft.com/sharepoint/v3"/>
    <ds:schemaRef ds:uri="1af6202b-d3c8-414a-89d3-45d76397f3e5"/>
    <ds:schemaRef ds:uri="http://schemas.openxmlformats.org/package/2006/metadata/core-properties"/>
    <ds:schemaRef ds:uri="http://schemas.microsoft.com/office/2006/documentManagement/types"/>
    <ds:schemaRef ds:uri="45ac7d8c-984f-4a40-ab56-03b2e0b48c8c"/>
    <ds:schemaRef ds:uri="http://purl.org/dc/dcmitype/"/>
    <ds:schemaRef ds:uri="http://schemas.microsoft.com/office/infopath/2007/PartnerControls"/>
    <ds:schemaRef ds:uri="http://www.w3.org/XML/1998/namespace"/>
    <ds:schemaRef ds:uri="http://purl.org/dc/terms/"/>
  </ds:schemaRefs>
</ds:datastoreItem>
</file>

<file path=customXml/itemProps3.xml><?xml version="1.0" encoding="utf-8"?>
<ds:datastoreItem xmlns:ds="http://schemas.openxmlformats.org/officeDocument/2006/customXml" ds:itemID="{5FAF517B-1F3C-4D5B-87A2-6DECBE823965}">
  <ds:schemaRefs>
    <ds:schemaRef ds:uri="http://schemas.microsoft.com/sharepoint/v3/contenttype/forms"/>
  </ds:schemaRefs>
</ds:datastoreItem>
</file>

<file path=docMetadata/LabelInfo.xml><?xml version="1.0" encoding="utf-8"?>
<clbl:labelList xmlns:clbl="http://schemas.microsoft.com/office/2020/mipLabelMetadata">
  <clbl:label id="{37adc8ff-f4a3-4a14-9c0d-84b4985de0d2}" enabled="1" method="Privileged" siteId="{8331b18d-2d87-48ef-a35f-ac8818ebf9b4}" removed="0"/>
</clbl:labelList>
</file>

<file path=docProps/app.xml><?xml version="1.0" encoding="utf-8"?>
<Properties xmlns="http://schemas.openxmlformats.org/officeDocument/2006/extended-properties" xmlns:vt="http://schemas.openxmlformats.org/officeDocument/2006/docPropsVTypes">
  <Template>C:\Program Files\Microsoft Office\Templates\Presentation Designs\USAF(Unclas).pot</Template>
  <TotalTime>50711</TotalTime>
  <Words>1757</Words>
  <Application>Microsoft Office PowerPoint</Application>
  <PresentationFormat>On-screen Show (4:3)</PresentationFormat>
  <Paragraphs>315</Paragraphs>
  <Slides>17</Slides>
  <Notes>15</Notes>
  <HiddenSlides>0</HiddenSlides>
  <MMClips>0</MMClips>
  <ScaleCrop>false</ScaleCrop>
  <HeadingPairs>
    <vt:vector size="6" baseType="variant">
      <vt:variant>
        <vt:lpstr>Fonts Used</vt:lpstr>
      </vt:variant>
      <vt:variant>
        <vt:i4>5</vt:i4>
      </vt:variant>
      <vt:variant>
        <vt:lpstr>Theme</vt:lpstr>
      </vt:variant>
      <vt:variant>
        <vt:i4>5</vt:i4>
      </vt:variant>
      <vt:variant>
        <vt:lpstr>Slide Titles</vt:lpstr>
      </vt:variant>
      <vt:variant>
        <vt:i4>17</vt:i4>
      </vt:variant>
    </vt:vector>
  </HeadingPairs>
  <TitlesOfParts>
    <vt:vector size="27" baseType="lpstr">
      <vt:lpstr>Arial</vt:lpstr>
      <vt:lpstr>Calibri</vt:lpstr>
      <vt:lpstr>Century Schoolbook</vt:lpstr>
      <vt:lpstr>Times New Roman</vt:lpstr>
      <vt:lpstr>Wingdings</vt:lpstr>
      <vt:lpstr>USAF(Unclas)</vt:lpstr>
      <vt:lpstr>2_USAF(Unclas)</vt:lpstr>
      <vt:lpstr>2_Default Design</vt:lpstr>
      <vt:lpstr>3_USAF(Unclas)</vt:lpstr>
      <vt:lpstr>6_USAF(Unclas)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TENTATIVE STRATEGY</vt:lpstr>
      <vt:lpstr>PowerPoint Presentation</vt:lpstr>
      <vt:lpstr>PowerPoint Presentation</vt:lpstr>
      <vt:lpstr>PowerPoint Presentation</vt:lpstr>
      <vt:lpstr>PowerPoint Presentation</vt:lpstr>
      <vt:lpstr>PowerPoint Presentation</vt:lpstr>
      <vt:lpstr>PowerPoint Presentation</vt:lpstr>
      <vt:lpstr>DISCUSSION ITEMS</vt:lpstr>
      <vt:lpstr>CLOSING COMMENTS</vt:lpstr>
    </vt:vector>
  </TitlesOfParts>
  <Company>HQ USAF/______, Pentagon, DC 20330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Masiello, Wendy Brig Gen AFPEO/CM</dc:creator>
  <cp:lastModifiedBy>SANTOS, MARGARET CIV USAF AFDW AFDW/PKH</cp:lastModifiedBy>
  <cp:revision>1993</cp:revision>
  <cp:lastPrinted>2019-05-07T22:48:33Z</cp:lastPrinted>
  <dcterms:created xsi:type="dcterms:W3CDTF">2000-04-26T18:38:01Z</dcterms:created>
  <dcterms:modified xsi:type="dcterms:W3CDTF">2026-03-27T13:31:09Z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0x0101004FF26496A31436478B8B7108E9D9C6D7</vt:lpwstr>
  </property>
</Properties>
</file>