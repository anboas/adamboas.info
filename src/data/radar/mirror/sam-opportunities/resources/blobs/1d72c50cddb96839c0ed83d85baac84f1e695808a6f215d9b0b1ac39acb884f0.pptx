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147474046" r:id="rId5"/>
  </p:sldIdLst>
  <p:sldSz cx="12192000" cy="6858000"/>
  <p:notesSz cx="6858000" cy="9144000"/>
  <p:embeddedFontLst>
    <p:embeddedFont>
      <p:font typeface="Arial Unicode MS" panose="020B0604020202020204" charset="-128"/>
      <p:regular r:id="rId8"/>
    </p:embeddedFon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Public Sans" pitchFamily="2" charset="0"/>
      <p:regular r:id="rId13"/>
      <p:bold r:id="rId14"/>
      <p:italic r:id="rId15"/>
      <p:boldItalic r:id="rId16"/>
    </p:embeddedFont>
    <p:embeddedFont>
      <p:font typeface="Public Sans Light" pitchFamily="2" charset="0"/>
      <p:regular r:id="rId17"/>
      <p:bold r:id="rId18"/>
      <p:italic r:id="rId19"/>
      <p:boldItalic r:id="rId20"/>
    </p:embeddedFont>
    <p:embeddedFont>
      <p:font typeface="Public Sans Medium" pitchFamily="2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ral Templates" id="{8C3E7BCA-E39F-40EC-B86F-644B80B6DE98}">
          <p14:sldIdLst>
            <p14:sldId id="214747404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55A707-EFAE-BA48-F1A7-A8222C2FB9FA}" name="Julie Chipman (ARPA-H) [CTR]" initials="JC(H[" userId="S::julie.chipman@arpa-h.gov::0347fdc9-3307-4c24-99d4-6ddb6102c8c9" providerId="AD"/>
  <p188:author id="{BBB13C3C-22D3-723B-C641-39EC0335934C}" name="Gorman, Scott (ARPA-H)" initials="GS(H" userId="S::gormansc@nih.gov::00f027bf-97f2-4240-8b43-4e8a5e80104f" providerId="AD"/>
  <p188:author id="{225F7363-3CC2-BA4D-9AFB-5078AF45D46A}" name="Bowen, David (ARPA-H) [CTR]" initials="B[" userId="S::bowendc@nih.gov::f0058dd2-3297-499a-bff4-d4b5a137156f" providerId="AD"/>
  <p188:author id="{097594FC-2ACD-9CB5-8950-0997FE7A2272}" name="Jessica Peterson (ARPA-H) [CTR]" initials="JP" userId="S::jessica.peterson@arpa-h.gov::6f238faa-cb8d-409a-8466-44452dd13ab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5F9"/>
    <a:srgbClr val="E5EAF0"/>
    <a:srgbClr val="E6E6E6"/>
    <a:srgbClr val="E5EAF1"/>
    <a:srgbClr val="F3F5F8"/>
    <a:srgbClr val="000337"/>
    <a:srgbClr val="D7DEE9"/>
    <a:srgbClr val="2FB1E6"/>
    <a:srgbClr val="BAC2CC"/>
    <a:srgbClr val="52DA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6110"/>
  </p:normalViewPr>
  <p:slideViewPr>
    <p:cSldViewPr snapToGrid="0">
      <p:cViewPr varScale="1">
        <p:scale>
          <a:sx n="153" d="100"/>
          <a:sy n="153" d="100"/>
        </p:scale>
        <p:origin x="280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48" d="100"/>
        <a:sy n="48" d="100"/>
      </p:scale>
      <p:origin x="0" y="-324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14.fntdata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83F2FC-2D83-4CEE-94F1-E7C886CE94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Public Sans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BAC7E7-B93C-449D-89D9-35941E1A74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FDEA4-93B2-4710-B4A2-DE9AB671DC55}" type="datetimeFigureOut">
              <a:rPr lang="en-US" smtClean="0">
                <a:latin typeface="Public Sans" pitchFamily="2" charset="77"/>
              </a:rPr>
              <a:t>3/12/2026</a:t>
            </a:fld>
            <a:endParaRPr lang="en-US" dirty="0">
              <a:latin typeface="Public Sans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0089E-D0C5-4206-A65F-96BC1B4153F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Public Sans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B2F0A7-399A-4A8F-A06B-288AA3D9E6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6785D-5E7C-4C3B-B10C-B95C70D25CDF}" type="slidenum">
              <a:rPr lang="en-US" smtClean="0">
                <a:latin typeface="Public Sans" pitchFamily="2" charset="77"/>
              </a:rPr>
              <a:t>‹#›</a:t>
            </a:fld>
            <a:endParaRPr lang="en-US" dirty="0">
              <a:latin typeface="Public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23106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ublic Sa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ublic Sans" pitchFamily="2" charset="77"/>
              </a:defRPr>
            </a:lvl1pPr>
          </a:lstStyle>
          <a:p>
            <a:fld id="{E616AD4A-946F-4DA0-B092-404C33FDEF2F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ublic Sa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ublic Sans" pitchFamily="2" charset="77"/>
              </a:defRPr>
            </a:lvl1pPr>
          </a:lstStyle>
          <a:p>
            <a:fld id="{16AAE485-B217-4582-A1CB-E1FF6937C4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269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ublic Sans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ublic Sans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ublic Sans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ublic Sans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ublic Sans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–Indigo Hexagon Bleed Op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A59F2830-B5FE-9A6E-C713-7828F12C0C7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58655" y="5715000"/>
            <a:ext cx="2048256" cy="5669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5CA49B0-C842-DA6E-0EB4-04FC38EB9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8585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2670715"/>
            <a:ext cx="7750176" cy="1516569"/>
          </a:xfrm>
          <a:noFill/>
          <a:ln>
            <a:noFill/>
          </a:ln>
        </p:spPr>
        <p:txBody>
          <a:bodyPr vert="horz" wrap="square" lIns="0" tIns="0" rIns="0" bIns="0" rtlCol="0" anchor="ctr" anchorCtr="0">
            <a:spAutoFit/>
          </a:bodyPr>
          <a:lstStyle>
            <a:lvl1pPr>
              <a:defRPr lang="en-US" sz="5400" b="1" i="0" spc="40" baseline="0" dirty="0">
                <a:solidFill>
                  <a:schemeClr val="accent4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A4CDDD-B67E-FE8B-8448-14DB3F87F1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6496"/>
            <a:ext cx="7750175" cy="307777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pPr lvl="0"/>
            <a:r>
              <a:rPr lang="en-US" dirty="0"/>
              <a:t>Presenter Name and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B8FA3D5-F744-8F64-059B-1B4514C7EB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5081449"/>
            <a:ext cx="7750175" cy="246221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600" b="0" i="0"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Presenter Name and Date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A7D65E6-27E3-4E53-9A52-BC350D9C8B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199" y="5895196"/>
            <a:ext cx="7750176" cy="204757"/>
          </a:xfrm>
        </p:spPr>
        <p:txBody>
          <a:bodyPr wrap="square" tIns="0" bIns="0" anchor="ctr" anchorCtr="0">
            <a:noAutofit/>
          </a:bodyPr>
          <a:lstStyle>
            <a:lvl1pPr marL="0" indent="0" algn="l">
              <a:buFontTx/>
              <a:buNone/>
              <a:defRPr sz="900" b="0" i="1" spc="20" baseline="0">
                <a:solidFill>
                  <a:schemeClr val="bg2">
                    <a:lumMod val="90000"/>
                  </a:schemeClr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</p:spTree>
    <p:extLst>
      <p:ext uri="{BB962C8B-B14F-4D97-AF65-F5344CB8AC3E}">
        <p14:creationId xmlns:p14="http://schemas.microsoft.com/office/powerpoint/2010/main" val="3497690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28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  <p15:guide id="6" pos="7308" userDrawn="1">
          <p15:clr>
            <a:srgbClr val="FBAE40"/>
          </p15:clr>
        </p15:guide>
        <p15:guide id="10" pos="5410" userDrawn="1">
          <p15:clr>
            <a:srgbClr val="FBAE40"/>
          </p15:clr>
        </p15:guide>
        <p15:guide id="11" orient="horz" pos="3360" userDrawn="1">
          <p15:clr>
            <a:srgbClr val="FBAE40"/>
          </p15:clr>
        </p15:guide>
        <p15:guide id="12" orient="horz" pos="3956" userDrawn="1">
          <p15:clr>
            <a:srgbClr val="FBAE40"/>
          </p15:clr>
        </p15:guide>
        <p15:guide id="13" orient="horz" pos="3778" userDrawn="1">
          <p15:clr>
            <a:srgbClr val="FBAE40"/>
          </p15:clr>
        </p15:guide>
        <p15:guide id="14" orient="horz" pos="359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–Sunburst Indi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89E699B-97DA-6E28-A36B-9DFDF14857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2750" y="-984250"/>
            <a:ext cx="8826500" cy="8826500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A4CDDD-B67E-FE8B-8448-14DB3F87F1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52801" y="4110921"/>
            <a:ext cx="5486400" cy="276999"/>
          </a:xfr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800">
                <a:solidFill>
                  <a:schemeClr val="accent4"/>
                </a:solidFill>
                <a:latin typeface="Public Sans" pitchFamily="2" charset="77"/>
              </a:defRPr>
            </a:lvl1pPr>
          </a:lstStyle>
          <a:p>
            <a:pPr lvl="0"/>
            <a:r>
              <a:rPr lang="en-US"/>
              <a:t>Presenter Name and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B8FA3D5-F744-8F64-059B-1B4514C7EB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2801" y="3429000"/>
            <a:ext cx="5486400" cy="461665"/>
          </a:xfrm>
        </p:spPr>
        <p:txBody>
          <a:bodyPr wrap="square" tIns="91440">
            <a:spAutoFit/>
          </a:bodyPr>
          <a:lstStyle>
            <a:lvl1pPr marL="0" indent="0" algn="ctr">
              <a:buFontTx/>
              <a:buNone/>
              <a:defRPr sz="2400" b="1" i="0">
                <a:solidFill>
                  <a:schemeClr val="accent4"/>
                </a:solidFill>
                <a:latin typeface="Public Sa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2494129"/>
            <a:ext cx="5486400" cy="934871"/>
          </a:xfrm>
          <a:noFill/>
          <a:ln>
            <a:noFill/>
          </a:ln>
        </p:spPr>
        <p:txBody>
          <a:bodyPr vert="horz" wrap="square" lIns="0" tIns="0" rIns="0" bIns="91440" rtlCol="0" anchor="b" anchorCtr="0">
            <a:spAutoFit/>
          </a:bodyPr>
          <a:lstStyle>
            <a:lvl1pPr algn="ctr">
              <a:defRPr lang="en-US" sz="3000" b="1" i="0" spc="40" baseline="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C95F1D2-B514-B54B-87AA-1093AD99C95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496" y="6350628"/>
            <a:ext cx="1076196" cy="297887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2D985661-F092-5908-F09B-DA8C16229826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7AB624B-568E-B71B-8066-B35EC855CCD6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C68D160-F50F-DF66-8566-A73102C2AC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27535" y="6406821"/>
            <a:ext cx="2062796" cy="184479"/>
          </a:xfr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bg2">
                    <a:lumMod val="90000"/>
                  </a:schemeClr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</p:spTree>
    <p:extLst>
      <p:ext uri="{BB962C8B-B14F-4D97-AF65-F5344CB8AC3E}">
        <p14:creationId xmlns:p14="http://schemas.microsoft.com/office/powerpoint/2010/main" val="232947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44" userDrawn="1">
          <p15:clr>
            <a:srgbClr val="FBAE40"/>
          </p15:clr>
        </p15:guide>
        <p15:guide id="4" orient="horz" pos="2160">
          <p15:clr>
            <a:srgbClr val="FBAE40"/>
          </p15:clr>
        </p15:guide>
        <p15:guide id="6" pos="6624">
          <p15:clr>
            <a:srgbClr val="FBAE40"/>
          </p15:clr>
        </p15:guide>
        <p15:guide id="12" orient="horz" pos="4032" userDrawn="1">
          <p15:clr>
            <a:srgbClr val="FBAE40"/>
          </p15:clr>
        </p15:guide>
        <p15:guide id="13" pos="2112">
          <p15:clr>
            <a:srgbClr val="FBAE40"/>
          </p15:clr>
        </p15:guide>
        <p15:guide id="14" pos="5568">
          <p15:clr>
            <a:srgbClr val="FBAE40"/>
          </p15:clr>
        </p15:guide>
        <p15:guide id="15" pos="3840">
          <p15:clr>
            <a:srgbClr val="FBAE40"/>
          </p15:clr>
        </p15:guide>
        <p15:guide id="16" orient="horz" pos="4152" userDrawn="1">
          <p15:clr>
            <a:srgbClr val="FBAE40"/>
          </p15:clr>
        </p15:guide>
        <p15:guide id="17" orient="horz" pos="360">
          <p15:clr>
            <a:srgbClr val="FBAE40"/>
          </p15:clr>
        </p15:guide>
        <p15:guide id="18" pos="73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–Sunburst Cya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89E699B-97DA-6E28-A36B-9DFDF14857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82750" y="-984250"/>
            <a:ext cx="8826500" cy="8826500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A4CDDD-B67E-FE8B-8448-14DB3F87F1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52801" y="4110921"/>
            <a:ext cx="5486400" cy="276999"/>
          </a:xfr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Public Sans" pitchFamily="2" charset="77"/>
              </a:defRPr>
            </a:lvl1pPr>
          </a:lstStyle>
          <a:p>
            <a:pPr lvl="0"/>
            <a:r>
              <a:rPr lang="en-US"/>
              <a:t>Presenter Name and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B8FA3D5-F744-8F64-059B-1B4514C7EB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2801" y="3429000"/>
            <a:ext cx="5486400" cy="461665"/>
          </a:xfrm>
        </p:spPr>
        <p:txBody>
          <a:bodyPr wrap="square" tIns="91440">
            <a:spAutoFit/>
          </a:bodyPr>
          <a:lstStyle>
            <a:lvl1pPr marL="0" indent="0" algn="ctr">
              <a:buFontTx/>
              <a:buNone/>
              <a:defRPr sz="2400" b="1" i="0">
                <a:solidFill>
                  <a:schemeClr val="accent2"/>
                </a:solidFill>
                <a:latin typeface="Public Sa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2494129"/>
            <a:ext cx="5486400" cy="934871"/>
          </a:xfrm>
          <a:noFill/>
          <a:ln>
            <a:noFill/>
          </a:ln>
        </p:spPr>
        <p:txBody>
          <a:bodyPr vert="horz" wrap="square" lIns="0" tIns="0" rIns="0" bIns="91440" rtlCol="0" anchor="b" anchorCtr="0">
            <a:spAutoFit/>
          </a:bodyPr>
          <a:lstStyle>
            <a:lvl1pPr algn="ctr">
              <a:defRPr lang="en-US" sz="3000" b="1" i="0" spc="40" baseline="0" dirty="0"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D117F4D-037D-8078-C47D-749D5681A0C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495" y="6350629"/>
            <a:ext cx="1076196" cy="29788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07DC4D56-8F5A-3108-038F-AA7517CE78B3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479C91-B584-7413-70FD-2A495F24A8D2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accent2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1A34D73-AD32-4F9B-474A-F94E95193D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34623" y="6406821"/>
            <a:ext cx="2055708" cy="184479"/>
          </a:xfrm>
          <a:solidFill>
            <a:schemeClr val="accent4"/>
          </a:solidFill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accent2"/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</p:spTree>
    <p:extLst>
      <p:ext uri="{BB962C8B-B14F-4D97-AF65-F5344CB8AC3E}">
        <p14:creationId xmlns:p14="http://schemas.microsoft.com/office/powerpoint/2010/main" val="3712271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44" userDrawn="1">
          <p15:clr>
            <a:srgbClr val="FBAE40"/>
          </p15:clr>
        </p15:guide>
        <p15:guide id="4" orient="horz" pos="2160">
          <p15:clr>
            <a:srgbClr val="FBAE40"/>
          </p15:clr>
        </p15:guide>
        <p15:guide id="6" pos="6624">
          <p15:clr>
            <a:srgbClr val="FBAE40"/>
          </p15:clr>
        </p15:guide>
        <p15:guide id="12" orient="horz" pos="4032" userDrawn="1">
          <p15:clr>
            <a:srgbClr val="FBAE40"/>
          </p15:clr>
        </p15:guide>
        <p15:guide id="13" pos="2112">
          <p15:clr>
            <a:srgbClr val="FBAE40"/>
          </p15:clr>
        </p15:guide>
        <p15:guide id="14" pos="5568">
          <p15:clr>
            <a:srgbClr val="FBAE40"/>
          </p15:clr>
        </p15:guide>
        <p15:guide id="15" pos="3840">
          <p15:clr>
            <a:srgbClr val="FBAE40"/>
          </p15:clr>
        </p15:guide>
        <p15:guide id="16" orient="horz" pos="4152" userDrawn="1">
          <p15:clr>
            <a:srgbClr val="FBAE40"/>
          </p15:clr>
        </p15:guide>
        <p15:guide id="17" orient="horz" pos="360">
          <p15:clr>
            <a:srgbClr val="FBAE40"/>
          </p15:clr>
        </p15:guide>
        <p15:guide id="18" pos="732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sion Title + 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453BC65-1846-7975-4A48-9919E95A6C2E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9EBC6B-0304-098B-208E-C7D4F6FF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630"/>
            <a:ext cx="11277600" cy="562070"/>
          </a:xfrm>
        </p:spPr>
        <p:txBody>
          <a:bodyPr/>
          <a:lstStyle>
            <a:lvl1pPr>
              <a:defRPr sz="2800" b="1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BEC500-85D0-72D6-058D-6611C0E5493A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accent2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600" y="6406821"/>
            <a:ext cx="5165731" cy="184480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bg2">
                    <a:lumMod val="50000"/>
                  </a:schemeClr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F47EA6-EF6E-FDD3-AF64-F90113E565B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5" y="6350629"/>
            <a:ext cx="1076196" cy="2978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189434-3E2F-085C-75B1-CD6EFA5722E6}"/>
              </a:ext>
            </a:extLst>
          </p:cNvPr>
          <p:cNvSpPr/>
          <p:nvPr userDrawn="1"/>
        </p:nvSpPr>
        <p:spPr>
          <a:xfrm>
            <a:off x="0" y="455382"/>
            <a:ext cx="231494" cy="5839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2B3462CD-6E2C-0DC8-C679-2B5115355F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485900"/>
            <a:ext cx="11277600" cy="46482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●"/>
              <a:defRPr>
                <a:latin typeface="Public Sans" pitchFamily="2" charset="77"/>
              </a:defRPr>
            </a:lvl1pPr>
            <a:lvl2pPr marL="457200" indent="-228600">
              <a:buFont typeface="Arial Unicode MS" panose="020B0604020202020204" pitchFamily="34" charset="-128"/>
              <a:buChar char="⁃"/>
              <a:defRPr>
                <a:latin typeface="Public Sans" pitchFamily="2" charset="77"/>
              </a:defRPr>
            </a:lvl2pPr>
            <a:lvl3pPr marL="685800" indent="-228600">
              <a:buFont typeface="Arial" panose="020B0604020202020204" pitchFamily="34" charset="0"/>
              <a:buChar char="○"/>
              <a:defRPr>
                <a:latin typeface="Public Sans" pitchFamily="2" charset="77"/>
              </a:defRPr>
            </a:lvl3pPr>
            <a:lvl4pPr>
              <a:defRPr>
                <a:latin typeface="Public Sans" pitchFamily="2" charset="77"/>
              </a:defRPr>
            </a:lvl4pPr>
            <a:lvl5pPr>
              <a:defRPr>
                <a:latin typeface="Public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100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398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orient="horz" pos="3864" userDrawn="1">
          <p15:clr>
            <a:srgbClr val="FBAE40"/>
          </p15:clr>
        </p15:guide>
        <p15:guide id="5" orient="horz" pos="4152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144" userDrawn="1">
          <p15:clr>
            <a:srgbClr val="FBAE40"/>
          </p15:clr>
        </p15:guide>
        <p15:guide id="8" orient="horz" pos="288" userDrawn="1">
          <p15:clr>
            <a:srgbClr val="FBAE40"/>
          </p15:clr>
        </p15:guide>
        <p15:guide id="9" orient="horz" pos="648" userDrawn="1">
          <p15:clr>
            <a:srgbClr val="FBAE40"/>
          </p15:clr>
        </p15:guide>
        <p15:guide id="10" orient="horz" pos="936" userDrawn="1">
          <p15:clr>
            <a:srgbClr val="FBAE40"/>
          </p15:clr>
        </p15:guide>
        <p15:guide id="11" orient="horz" pos="4032" userDrawn="1">
          <p15:clr>
            <a:srgbClr val="FBAE40"/>
          </p15:clr>
        </p15:guide>
        <p15:guide id="12" pos="7536" userDrawn="1">
          <p15:clr>
            <a:srgbClr val="FBAE40"/>
          </p15:clr>
        </p15:guide>
        <p15:guide id="13" pos="36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ision Title + Quote +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453BC65-1846-7975-4A48-9919E95A6C2E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9EBC6B-0304-098B-208E-C7D4F6FF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630"/>
            <a:ext cx="11277600" cy="562070"/>
          </a:xfrm>
        </p:spPr>
        <p:txBody>
          <a:bodyPr/>
          <a:lstStyle>
            <a:lvl1pPr>
              <a:defRPr sz="2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BEC500-85D0-72D6-058D-6611C0E5493A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600" y="6406821"/>
            <a:ext cx="5165731" cy="184480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bg2">
                    <a:lumMod val="90000"/>
                  </a:schemeClr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189434-3E2F-085C-75B1-CD6EFA5722E6}"/>
              </a:ext>
            </a:extLst>
          </p:cNvPr>
          <p:cNvSpPr/>
          <p:nvPr userDrawn="1"/>
        </p:nvSpPr>
        <p:spPr>
          <a:xfrm>
            <a:off x="0" y="455382"/>
            <a:ext cx="231494" cy="5839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2B3462CD-6E2C-0DC8-C679-2B5115355F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485900"/>
            <a:ext cx="11277600" cy="4648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>
                <a:solidFill>
                  <a:schemeClr val="bg1"/>
                </a:solidFill>
                <a:latin typeface="Public Sans" pitchFamily="2" charset="77"/>
              </a:defRPr>
            </a:lvl3pPr>
            <a:lvl4pPr>
              <a:defRPr>
                <a:solidFill>
                  <a:schemeClr val="bg1"/>
                </a:solidFill>
                <a:latin typeface="Public Sans" pitchFamily="2" charset="77"/>
              </a:defRPr>
            </a:lvl4pPr>
            <a:lvl5pPr>
              <a:defRPr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06433C9-DD70-68E0-CB0A-3396AB55BAE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4" y="6350627"/>
            <a:ext cx="1076197" cy="29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32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398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orient="horz" pos="3864" userDrawn="1">
          <p15:clr>
            <a:srgbClr val="FBAE40"/>
          </p15:clr>
        </p15:guide>
        <p15:guide id="5" orient="horz" pos="4152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144" userDrawn="1">
          <p15:clr>
            <a:srgbClr val="FBAE40"/>
          </p15:clr>
        </p15:guide>
        <p15:guide id="8" orient="horz" pos="288" userDrawn="1">
          <p15:clr>
            <a:srgbClr val="FBAE40"/>
          </p15:clr>
        </p15:guide>
        <p15:guide id="9" orient="horz" pos="648" userDrawn="1">
          <p15:clr>
            <a:srgbClr val="FBAE40"/>
          </p15:clr>
        </p15:guide>
        <p15:guide id="10" orient="horz" pos="936" userDrawn="1">
          <p15:clr>
            <a:srgbClr val="FBAE40"/>
          </p15:clr>
        </p15:guide>
        <p15:guide id="11" orient="horz" pos="4032" userDrawn="1">
          <p15:clr>
            <a:srgbClr val="FBAE40"/>
          </p15:clr>
        </p15:guide>
        <p15:guide id="12" pos="7536" userDrawn="1">
          <p15:clr>
            <a:srgbClr val="FBAE40"/>
          </p15:clr>
        </p15:guide>
        <p15:guide id="13" pos="369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sion Title + 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453BC65-1846-7975-4A48-9919E95A6C2E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9EBC6B-0304-098B-208E-C7D4F6FF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630"/>
            <a:ext cx="11277600" cy="562070"/>
          </a:xfrm>
        </p:spPr>
        <p:txBody>
          <a:bodyPr/>
          <a:lstStyle>
            <a:lvl1pPr>
              <a:defRPr sz="2800" b="1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BEC500-85D0-72D6-058D-6611C0E5493A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accent2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599" y="6406821"/>
            <a:ext cx="5165732" cy="184479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bg2">
                    <a:lumMod val="50000"/>
                  </a:schemeClr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F47EA6-EF6E-FDD3-AF64-F90113E565B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5" y="6350629"/>
            <a:ext cx="1076196" cy="2978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189434-3E2F-085C-75B1-CD6EFA5722E6}"/>
              </a:ext>
            </a:extLst>
          </p:cNvPr>
          <p:cNvSpPr/>
          <p:nvPr userDrawn="1"/>
        </p:nvSpPr>
        <p:spPr>
          <a:xfrm>
            <a:off x="0" y="455382"/>
            <a:ext cx="231494" cy="5839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81197D7-BD2B-DE30-689E-739AFD207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485900"/>
            <a:ext cx="5410200" cy="4648200"/>
          </a:xfrm>
        </p:spPr>
        <p:txBody>
          <a:bodyPr/>
          <a:lstStyle>
            <a:lvl1pPr>
              <a:defRPr>
                <a:latin typeface="Public Sans" pitchFamily="2" charset="77"/>
              </a:defRPr>
            </a:lvl1pPr>
            <a:lvl2pPr>
              <a:defRPr>
                <a:latin typeface="Public Sans" pitchFamily="2" charset="77"/>
              </a:defRPr>
            </a:lvl2pPr>
            <a:lvl3pPr>
              <a:defRPr>
                <a:latin typeface="Public Sans" pitchFamily="2" charset="77"/>
              </a:defRPr>
            </a:lvl3pPr>
            <a:lvl4pPr>
              <a:defRPr>
                <a:latin typeface="Public Sans" pitchFamily="2" charset="77"/>
              </a:defRPr>
            </a:lvl4pPr>
            <a:lvl5pPr>
              <a:defRPr>
                <a:latin typeface="Public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AEE416B-EB0F-7D1E-1521-72BC623FDE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33022" y="1485900"/>
            <a:ext cx="5410200" cy="4648200"/>
          </a:xfrm>
        </p:spPr>
        <p:txBody>
          <a:bodyPr/>
          <a:lstStyle>
            <a:lvl1pPr>
              <a:defRPr>
                <a:latin typeface="Public Sans" pitchFamily="2" charset="77"/>
              </a:defRPr>
            </a:lvl1pPr>
            <a:lvl2pPr>
              <a:defRPr>
                <a:latin typeface="Public Sans" pitchFamily="2" charset="77"/>
              </a:defRPr>
            </a:lvl2pPr>
            <a:lvl3pPr>
              <a:defRPr>
                <a:latin typeface="Public Sans" pitchFamily="2" charset="77"/>
              </a:defRPr>
            </a:lvl3pPr>
            <a:lvl4pPr>
              <a:defRPr>
                <a:latin typeface="Public Sans" pitchFamily="2" charset="77"/>
              </a:defRPr>
            </a:lvl4pPr>
            <a:lvl5pPr>
              <a:defRPr>
                <a:latin typeface="Public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359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398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orient="horz" pos="3864" userDrawn="1">
          <p15:clr>
            <a:srgbClr val="FBAE40"/>
          </p15:clr>
        </p15:guide>
        <p15:guide id="5" orient="horz" pos="4152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144" userDrawn="1">
          <p15:clr>
            <a:srgbClr val="FBAE40"/>
          </p15:clr>
        </p15:guide>
        <p15:guide id="8" orient="horz" pos="288" userDrawn="1">
          <p15:clr>
            <a:srgbClr val="FBAE40"/>
          </p15:clr>
        </p15:guide>
        <p15:guide id="9" orient="horz" pos="648" userDrawn="1">
          <p15:clr>
            <a:srgbClr val="FBAE40"/>
          </p15:clr>
        </p15:guide>
        <p15:guide id="10" orient="horz" pos="936" userDrawn="1">
          <p15:clr>
            <a:srgbClr val="FBAE40"/>
          </p15:clr>
        </p15:guide>
        <p15:guide id="11" orient="horz" pos="4032" userDrawn="1">
          <p15:clr>
            <a:srgbClr val="FBAE40"/>
          </p15:clr>
        </p15:guide>
        <p15:guide id="12" pos="7536" userDrawn="1">
          <p15:clr>
            <a:srgbClr val="FBAE40"/>
          </p15:clr>
        </p15:guide>
        <p15:guide id="13" pos="369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ision Title + Quote +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DCA6106-BDBE-77C3-7A92-A7868C63A4C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4" y="6350627"/>
            <a:ext cx="1076197" cy="29788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453BC65-1846-7975-4A48-9919E95A6C2E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9EBC6B-0304-098B-208E-C7D4F6FF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630"/>
            <a:ext cx="11277600" cy="562070"/>
          </a:xfrm>
        </p:spPr>
        <p:txBody>
          <a:bodyPr/>
          <a:lstStyle>
            <a:lvl1pPr>
              <a:defRPr sz="2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BEC500-85D0-72D6-058D-6611C0E5493A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599" y="6406821"/>
            <a:ext cx="5165732" cy="184479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bg2">
                    <a:lumMod val="90000"/>
                  </a:schemeClr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189434-3E2F-085C-75B1-CD6EFA5722E6}"/>
              </a:ext>
            </a:extLst>
          </p:cNvPr>
          <p:cNvSpPr/>
          <p:nvPr userDrawn="1"/>
        </p:nvSpPr>
        <p:spPr>
          <a:xfrm>
            <a:off x="0" y="455382"/>
            <a:ext cx="231494" cy="5839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81197D7-BD2B-DE30-689E-739AFD207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485900"/>
            <a:ext cx="5410200" cy="4648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>
                <a:solidFill>
                  <a:schemeClr val="bg1"/>
                </a:solidFill>
                <a:latin typeface="Public Sans" pitchFamily="2" charset="77"/>
              </a:defRPr>
            </a:lvl3pPr>
            <a:lvl4pPr>
              <a:defRPr>
                <a:solidFill>
                  <a:schemeClr val="bg1"/>
                </a:solidFill>
                <a:latin typeface="Public Sans" pitchFamily="2" charset="77"/>
              </a:defRPr>
            </a:lvl4pPr>
            <a:lvl5pPr>
              <a:defRPr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AEE416B-EB0F-7D1E-1521-72BC623FDE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33022" y="1485900"/>
            <a:ext cx="5410200" cy="4648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>
                <a:solidFill>
                  <a:schemeClr val="bg1"/>
                </a:solidFill>
                <a:latin typeface="Public Sans" pitchFamily="2" charset="77"/>
              </a:defRPr>
            </a:lvl3pPr>
            <a:lvl4pPr>
              <a:defRPr>
                <a:solidFill>
                  <a:schemeClr val="bg1"/>
                </a:solidFill>
                <a:latin typeface="Public Sans" pitchFamily="2" charset="77"/>
              </a:defRPr>
            </a:lvl4pPr>
            <a:lvl5pPr>
              <a:defRPr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035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398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orient="horz" pos="3864" userDrawn="1">
          <p15:clr>
            <a:srgbClr val="FBAE40"/>
          </p15:clr>
        </p15:guide>
        <p15:guide id="5" orient="horz" pos="4152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144" userDrawn="1">
          <p15:clr>
            <a:srgbClr val="FBAE40"/>
          </p15:clr>
        </p15:guide>
        <p15:guide id="8" orient="horz" pos="288" userDrawn="1">
          <p15:clr>
            <a:srgbClr val="FBAE40"/>
          </p15:clr>
        </p15:guide>
        <p15:guide id="9" orient="horz" pos="648" userDrawn="1">
          <p15:clr>
            <a:srgbClr val="FBAE40"/>
          </p15:clr>
        </p15:guide>
        <p15:guide id="10" orient="horz" pos="936" userDrawn="1">
          <p15:clr>
            <a:srgbClr val="FBAE40"/>
          </p15:clr>
        </p15:guide>
        <p15:guide id="11" orient="horz" pos="4032" userDrawn="1">
          <p15:clr>
            <a:srgbClr val="FBAE40"/>
          </p15:clr>
        </p15:guide>
        <p15:guide id="12" pos="7536" userDrawn="1">
          <p15:clr>
            <a:srgbClr val="FBAE40"/>
          </p15:clr>
        </p15:guide>
        <p15:guide id="13" pos="369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Vision Title + 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453BC65-1846-7975-4A48-9919E95A6C2E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BEC500-85D0-72D6-058D-6611C0E5493A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accent2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599" y="6406821"/>
            <a:ext cx="5165732" cy="184479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bg2">
                    <a:lumMod val="50000"/>
                  </a:schemeClr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F47EA6-EF6E-FDD3-AF64-F90113E565B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5" y="6350629"/>
            <a:ext cx="1076196" cy="29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6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7392" userDrawn="1">
          <p15:clr>
            <a:srgbClr val="FBAE40"/>
          </p15:clr>
        </p15:guide>
        <p15:guide id="4" orient="horz" pos="3864" userDrawn="1">
          <p15:clr>
            <a:srgbClr val="FBAE40"/>
          </p15:clr>
        </p15:guide>
        <p15:guide id="5" orient="horz" pos="4152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144" userDrawn="1">
          <p15:clr>
            <a:srgbClr val="FBAE40"/>
          </p15:clr>
        </p15:guide>
        <p15:guide id="8" orient="horz" pos="288" userDrawn="1">
          <p15:clr>
            <a:srgbClr val="FBAE40"/>
          </p15:clr>
        </p15:guide>
        <p15:guide id="11" orient="horz" pos="4032" userDrawn="1">
          <p15:clr>
            <a:srgbClr val="FBAE40"/>
          </p15:clr>
        </p15:guide>
        <p15:guide id="12" pos="753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Vision Title + Quote +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453BC65-1846-7975-4A48-9919E95A6C2E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BEC500-85D0-72D6-058D-6611C0E5493A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599" y="6406821"/>
            <a:ext cx="5165732" cy="184479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bg2">
                    <a:lumMod val="90000"/>
                  </a:schemeClr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652E64F-2EEA-C1F4-7C0C-AFB9D895371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4" y="6350627"/>
            <a:ext cx="1076197" cy="29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753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7392" userDrawn="1">
          <p15:clr>
            <a:srgbClr val="FBAE40"/>
          </p15:clr>
        </p15:guide>
        <p15:guide id="4" orient="horz" pos="3864" userDrawn="1">
          <p15:clr>
            <a:srgbClr val="FBAE40"/>
          </p15:clr>
        </p15:guide>
        <p15:guide id="5" orient="horz" pos="4152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144" userDrawn="1">
          <p15:clr>
            <a:srgbClr val="FBAE40"/>
          </p15:clr>
        </p15:guide>
        <p15:guide id="8" orient="horz" pos="288" userDrawn="1">
          <p15:clr>
            <a:srgbClr val="FBAE40"/>
          </p15:clr>
        </p15:guide>
        <p15:guide id="11" orient="horz" pos="4032" userDrawn="1">
          <p15:clr>
            <a:srgbClr val="FBAE40"/>
          </p15:clr>
        </p15:guide>
        <p15:guide id="12" pos="75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Vision Title + Quote + Im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453BC65-1846-7975-4A48-9919E95A6C2E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BEC500-85D0-72D6-058D-6611C0E5493A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accent2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599" y="6406821"/>
            <a:ext cx="5165732" cy="184479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accent2"/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F47EA6-EF6E-FDD3-AF64-F90113E565B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5" y="6350629"/>
            <a:ext cx="1076196" cy="29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161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7392" userDrawn="1">
          <p15:clr>
            <a:srgbClr val="FBAE40"/>
          </p15:clr>
        </p15:guide>
        <p15:guide id="4" orient="horz" pos="3864" userDrawn="1">
          <p15:clr>
            <a:srgbClr val="FBAE40"/>
          </p15:clr>
        </p15:guide>
        <p15:guide id="5" orient="horz" pos="4152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144" userDrawn="1">
          <p15:clr>
            <a:srgbClr val="FBAE40"/>
          </p15:clr>
        </p15:guide>
        <p15:guide id="8" orient="horz" pos="288" userDrawn="1">
          <p15:clr>
            <a:srgbClr val="FBAE40"/>
          </p15:clr>
        </p15:guide>
        <p15:guide id="11" orient="horz" pos="4032" userDrawn="1">
          <p15:clr>
            <a:srgbClr val="FBAE40"/>
          </p15:clr>
        </p15:guide>
        <p15:guide id="12" pos="753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ision Title + 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453BC65-1846-7975-4A48-9919E95A6C2E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9EBC6B-0304-098B-208E-C7D4F6FF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630"/>
            <a:ext cx="11277600" cy="562070"/>
          </a:xfrm>
        </p:spPr>
        <p:txBody>
          <a:bodyPr/>
          <a:lstStyle>
            <a:lvl1pPr>
              <a:defRPr sz="2800" b="1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BEC500-85D0-72D6-058D-6611C0E5493A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accent2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599" y="6406821"/>
            <a:ext cx="5165732" cy="184479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bg2">
                    <a:lumMod val="50000"/>
                  </a:schemeClr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F47EA6-EF6E-FDD3-AF64-F90113E565B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5" y="6350629"/>
            <a:ext cx="1076196" cy="2978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189434-3E2F-085C-75B1-CD6EFA5722E6}"/>
              </a:ext>
            </a:extLst>
          </p:cNvPr>
          <p:cNvSpPr/>
          <p:nvPr userDrawn="1"/>
        </p:nvSpPr>
        <p:spPr>
          <a:xfrm>
            <a:off x="0" y="455382"/>
            <a:ext cx="231494" cy="5839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F57CD44D-B27E-90BE-8503-A65BCC59224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1031756"/>
            <a:ext cx="11277600" cy="307777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2000" b="0" i="0">
                <a:latin typeface="Public Sans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ED82DBF0-637B-EF9F-167D-FB0F66B5CBBD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838700" y="1806209"/>
            <a:ext cx="2514600" cy="25146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4"/>
            </a:solidFill>
          </a:ln>
        </p:spPr>
        <p:txBody>
          <a:bodyPr lIns="182880" tIns="274320" rIns="182880" anchor="t" anchorCtr="0">
            <a:noAutofit/>
          </a:bodyPr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E0F46ECE-26E7-4253-FD75-9FB453FA990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010525" y="1806209"/>
            <a:ext cx="2514600" cy="25146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4"/>
            </a:solidFill>
          </a:ln>
        </p:spPr>
        <p:txBody>
          <a:bodyPr lIns="182880" tIns="274320" rIns="182880" anchor="t" anchorCtr="0">
            <a:noAutofit/>
          </a:bodyPr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04C0E2C6-362B-A797-1CD5-293C2FAB81A1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666875" y="1806209"/>
            <a:ext cx="2514600" cy="25146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4"/>
            </a:solidFill>
          </a:ln>
        </p:spPr>
        <p:txBody>
          <a:bodyPr lIns="182880" tIns="274320" rIns="182880" anchor="t" anchorCtr="0">
            <a:noAutofit/>
          </a:bodyPr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7CA3253-3F16-1B0D-9D54-DA27147928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66875" y="4508500"/>
            <a:ext cx="2514600" cy="1511300"/>
          </a:xfrm>
        </p:spPr>
        <p:txBody>
          <a:bodyPr/>
          <a:lstStyle>
            <a:lvl1pPr>
              <a:defRPr sz="1200">
                <a:latin typeface="Public Sans" pitchFamily="2" charset="77"/>
              </a:defRPr>
            </a:lvl1pPr>
            <a:lvl2pPr>
              <a:defRPr sz="1200">
                <a:latin typeface="Public Sans" pitchFamily="2" charset="77"/>
              </a:defRPr>
            </a:lvl2pPr>
            <a:lvl3pPr>
              <a:defRPr sz="1200">
                <a:latin typeface="Public Sans" pitchFamily="2" charset="77"/>
              </a:defRPr>
            </a:lvl3pPr>
            <a:lvl4pPr algn="ctr">
              <a:defRPr>
                <a:latin typeface="Public Sans" pitchFamily="2" charset="77"/>
              </a:defRPr>
            </a:lvl4pPr>
            <a:lvl5pPr algn="ctr">
              <a:defRPr sz="1200"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3AD1F929-5680-E568-A986-0098D0A7F1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8700" y="4508500"/>
            <a:ext cx="2514600" cy="1511300"/>
          </a:xfrm>
        </p:spPr>
        <p:txBody>
          <a:bodyPr/>
          <a:lstStyle>
            <a:lvl1pPr>
              <a:defRPr sz="1200">
                <a:latin typeface="Public Sans" pitchFamily="2" charset="77"/>
              </a:defRPr>
            </a:lvl1pPr>
            <a:lvl2pPr>
              <a:defRPr sz="1200">
                <a:latin typeface="Public Sans" pitchFamily="2" charset="77"/>
              </a:defRPr>
            </a:lvl2pPr>
            <a:lvl3pPr>
              <a:defRPr sz="1200">
                <a:latin typeface="Public Sans" pitchFamily="2" charset="77"/>
              </a:defRPr>
            </a:lvl3pPr>
            <a:lvl4pPr algn="ctr">
              <a:defRPr>
                <a:latin typeface="Public Sans" pitchFamily="2" charset="77"/>
              </a:defRPr>
            </a:lvl4pPr>
            <a:lvl5pPr algn="ctr">
              <a:defRPr sz="1200"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C1713664-5BFC-89CC-F9E1-BE5C255660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10525" y="4508500"/>
            <a:ext cx="2514600" cy="1511300"/>
          </a:xfrm>
        </p:spPr>
        <p:txBody>
          <a:bodyPr/>
          <a:lstStyle>
            <a:lvl1pPr>
              <a:defRPr sz="1200">
                <a:latin typeface="Public Sans" pitchFamily="2" charset="77"/>
              </a:defRPr>
            </a:lvl1pPr>
            <a:lvl2pPr>
              <a:defRPr sz="1200">
                <a:latin typeface="Public Sans" pitchFamily="2" charset="77"/>
              </a:defRPr>
            </a:lvl2pPr>
            <a:lvl3pPr>
              <a:defRPr sz="1200">
                <a:latin typeface="Public Sans" pitchFamily="2" charset="77"/>
              </a:defRPr>
            </a:lvl3pPr>
            <a:lvl4pPr algn="ctr">
              <a:defRPr>
                <a:latin typeface="Public Sans" pitchFamily="2" charset="77"/>
              </a:defRPr>
            </a:lvl4pPr>
            <a:lvl5pPr algn="ctr">
              <a:defRPr sz="1200"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0554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984">
          <p15:clr>
            <a:srgbClr val="FBAE40"/>
          </p15:clr>
        </p15:guide>
        <p15:guide id="3" pos="7392">
          <p15:clr>
            <a:srgbClr val="FBAE40"/>
          </p15:clr>
        </p15:guide>
        <p15:guide id="4" orient="horz" pos="3864">
          <p15:clr>
            <a:srgbClr val="FBAE40"/>
          </p15:clr>
        </p15:guide>
        <p15:guide id="5" orient="horz" pos="4152">
          <p15:clr>
            <a:srgbClr val="FBAE40"/>
          </p15:clr>
        </p15:guide>
        <p15:guide id="6" pos="288">
          <p15:clr>
            <a:srgbClr val="FBAE40"/>
          </p15:clr>
        </p15:guide>
        <p15:guide id="7" pos="144">
          <p15:clr>
            <a:srgbClr val="FBAE40"/>
          </p15:clr>
        </p15:guide>
        <p15:guide id="8" orient="horz" pos="288">
          <p15:clr>
            <a:srgbClr val="FBAE40"/>
          </p15:clr>
        </p15:guide>
        <p15:guide id="9" orient="horz" pos="648">
          <p15:clr>
            <a:srgbClr val="FBAE40"/>
          </p15:clr>
        </p15:guide>
        <p15:guide id="10" orient="horz" pos="936">
          <p15:clr>
            <a:srgbClr val="FBAE40"/>
          </p15:clr>
        </p15:guide>
        <p15:guide id="11" orient="horz" pos="4032">
          <p15:clr>
            <a:srgbClr val="FBAE40"/>
          </p15:clr>
        </p15:guide>
        <p15:guide id="12" pos="7536">
          <p15:clr>
            <a:srgbClr val="FBAE40"/>
          </p15:clr>
        </p15:guide>
        <p15:guide id="13" pos="369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ision Title + Quote +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9EBC6B-0304-098B-208E-C7D4F6FF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630"/>
            <a:ext cx="11277600" cy="562070"/>
          </a:xfrm>
        </p:spPr>
        <p:txBody>
          <a:bodyPr/>
          <a:lstStyle>
            <a:lvl1pPr>
              <a:defRPr sz="2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599" y="6406821"/>
            <a:ext cx="5165732" cy="184479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bg2">
                    <a:lumMod val="90000"/>
                  </a:schemeClr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189434-3E2F-085C-75B1-CD6EFA5722E6}"/>
              </a:ext>
            </a:extLst>
          </p:cNvPr>
          <p:cNvSpPr/>
          <p:nvPr userDrawn="1"/>
        </p:nvSpPr>
        <p:spPr>
          <a:xfrm>
            <a:off x="0" y="455382"/>
            <a:ext cx="231494" cy="5839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F57CD44D-B27E-90BE-8503-A65BCC59224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1031756"/>
            <a:ext cx="11277600" cy="307777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2000" b="0" i="0">
                <a:solidFill>
                  <a:schemeClr val="bg1"/>
                </a:solidFill>
                <a:latin typeface="Public Sans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ED82DBF0-637B-EF9F-167D-FB0F66B5CBBD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838700" y="1806209"/>
            <a:ext cx="2514600" cy="2514600"/>
          </a:xfrm>
          <a:prstGeom prst="ellipse">
            <a:avLst/>
          </a:prstGeom>
          <a:noFill/>
          <a:ln w="76200">
            <a:solidFill>
              <a:schemeClr val="accent4"/>
            </a:solidFill>
          </a:ln>
        </p:spPr>
        <p:txBody>
          <a:bodyPr lIns="182880" tIns="274320" rIns="18288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Select icon to add picture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E0F46ECE-26E7-4253-FD75-9FB453FA990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010525" y="1806209"/>
            <a:ext cx="2514600" cy="2514600"/>
          </a:xfrm>
          <a:prstGeom prst="ellipse">
            <a:avLst/>
          </a:prstGeom>
          <a:noFill/>
          <a:ln w="76200">
            <a:solidFill>
              <a:schemeClr val="accent4"/>
            </a:solidFill>
          </a:ln>
        </p:spPr>
        <p:txBody>
          <a:bodyPr lIns="182880" tIns="274320" rIns="18288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Select icon to add picture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04C0E2C6-362B-A797-1CD5-293C2FAB81A1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666875" y="1806209"/>
            <a:ext cx="2514600" cy="2514600"/>
          </a:xfrm>
          <a:prstGeom prst="ellipse">
            <a:avLst/>
          </a:prstGeom>
          <a:noFill/>
          <a:ln w="76200">
            <a:solidFill>
              <a:schemeClr val="accent4"/>
            </a:solidFill>
          </a:ln>
        </p:spPr>
        <p:txBody>
          <a:bodyPr lIns="182880" tIns="274320" rIns="18288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Select icon to add picture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7CA3253-3F16-1B0D-9D54-DA27147928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66875" y="4508500"/>
            <a:ext cx="2514600" cy="15113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 sz="1200"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 sz="1200">
                <a:solidFill>
                  <a:schemeClr val="bg1"/>
                </a:solidFill>
                <a:latin typeface="Public Sans" pitchFamily="2" charset="77"/>
              </a:defRPr>
            </a:lvl3pPr>
            <a:lvl4pPr algn="ctr">
              <a:defRPr>
                <a:solidFill>
                  <a:schemeClr val="bg1"/>
                </a:solidFill>
                <a:latin typeface="Public Sans" pitchFamily="2" charset="77"/>
              </a:defRPr>
            </a:lvl4pPr>
            <a:lvl5pPr algn="ctr">
              <a:defRPr sz="1200"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3AD1F929-5680-E568-A986-0098D0A7F1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8700" y="4508500"/>
            <a:ext cx="2514600" cy="15113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 sz="1200"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 sz="1200">
                <a:solidFill>
                  <a:schemeClr val="bg1"/>
                </a:solidFill>
                <a:latin typeface="Public Sans" pitchFamily="2" charset="77"/>
              </a:defRPr>
            </a:lvl3pPr>
            <a:lvl4pPr algn="ctr">
              <a:defRPr>
                <a:solidFill>
                  <a:schemeClr val="bg1"/>
                </a:solidFill>
                <a:latin typeface="Public Sans" pitchFamily="2" charset="77"/>
              </a:defRPr>
            </a:lvl4pPr>
            <a:lvl5pPr algn="ctr">
              <a:defRPr sz="1200"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C1713664-5BFC-89CC-F9E1-BE5C255660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10525" y="4508500"/>
            <a:ext cx="2514600" cy="15113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 sz="1200"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 sz="1200">
                <a:solidFill>
                  <a:schemeClr val="bg1"/>
                </a:solidFill>
                <a:latin typeface="Public Sans" pitchFamily="2" charset="77"/>
              </a:defRPr>
            </a:lvl3pPr>
            <a:lvl4pPr algn="ctr">
              <a:defRPr>
                <a:solidFill>
                  <a:schemeClr val="bg1"/>
                </a:solidFill>
                <a:latin typeface="Public Sans" pitchFamily="2" charset="77"/>
              </a:defRPr>
            </a:lvl4pPr>
            <a:lvl5pPr algn="ctr">
              <a:defRPr sz="1200"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BA22CAC-7104-A0B7-D0FE-B42A6C1E94D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4" y="6350627"/>
            <a:ext cx="1076197" cy="29788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7B03832E-26A1-D4E4-2377-2C385679C1DF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DA4CAA4A-0582-BB80-00AD-469B6234206B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977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984">
          <p15:clr>
            <a:srgbClr val="FBAE40"/>
          </p15:clr>
        </p15:guide>
        <p15:guide id="3" pos="7392">
          <p15:clr>
            <a:srgbClr val="FBAE40"/>
          </p15:clr>
        </p15:guide>
        <p15:guide id="4" orient="horz" pos="3864">
          <p15:clr>
            <a:srgbClr val="FBAE40"/>
          </p15:clr>
        </p15:guide>
        <p15:guide id="5" orient="horz" pos="4152">
          <p15:clr>
            <a:srgbClr val="FBAE40"/>
          </p15:clr>
        </p15:guide>
        <p15:guide id="6" pos="288">
          <p15:clr>
            <a:srgbClr val="FBAE40"/>
          </p15:clr>
        </p15:guide>
        <p15:guide id="7" pos="144">
          <p15:clr>
            <a:srgbClr val="FBAE40"/>
          </p15:clr>
        </p15:guide>
        <p15:guide id="8" orient="horz" pos="288">
          <p15:clr>
            <a:srgbClr val="FBAE40"/>
          </p15:clr>
        </p15:guide>
        <p15:guide id="9" orient="horz" pos="648">
          <p15:clr>
            <a:srgbClr val="FBAE40"/>
          </p15:clr>
        </p15:guide>
        <p15:guide id="10" orient="horz" pos="936">
          <p15:clr>
            <a:srgbClr val="FBAE40"/>
          </p15:clr>
        </p15:guide>
        <p15:guide id="11" orient="horz" pos="4032">
          <p15:clr>
            <a:srgbClr val="FBAE40"/>
          </p15:clr>
        </p15:guide>
        <p15:guide id="12" pos="7536">
          <p15:clr>
            <a:srgbClr val="FBAE40"/>
          </p15:clr>
        </p15:guide>
        <p15:guide id="13" pos="369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Vision Title + 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453BC65-1846-7975-4A48-9919E95A6C2E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9EBC6B-0304-098B-208E-C7D4F6FF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630"/>
            <a:ext cx="11277600" cy="562070"/>
          </a:xfrm>
        </p:spPr>
        <p:txBody>
          <a:bodyPr/>
          <a:lstStyle>
            <a:lvl1pPr>
              <a:defRPr sz="2800" b="1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BEC500-85D0-72D6-058D-6611C0E5493A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accent2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599" y="6406821"/>
            <a:ext cx="5165732" cy="184479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bg2">
                    <a:lumMod val="50000"/>
                  </a:schemeClr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F47EA6-EF6E-FDD3-AF64-F90113E565B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5" y="6350629"/>
            <a:ext cx="1076196" cy="2978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189434-3E2F-085C-75B1-CD6EFA5722E6}"/>
              </a:ext>
            </a:extLst>
          </p:cNvPr>
          <p:cNvSpPr/>
          <p:nvPr userDrawn="1"/>
        </p:nvSpPr>
        <p:spPr>
          <a:xfrm>
            <a:off x="0" y="455382"/>
            <a:ext cx="231494" cy="5839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F57CD44D-B27E-90BE-8503-A65BCC59224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1031756"/>
            <a:ext cx="11277600" cy="307777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2000" b="0" i="0">
                <a:latin typeface="Public Sans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FD425582-FC38-6663-B8BE-3BD521E326E1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3825875" y="1646661"/>
            <a:ext cx="1828800" cy="18288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4"/>
            </a:solidFill>
          </a:ln>
        </p:spPr>
        <p:txBody>
          <a:bodyPr lIns="182880" tIns="91440" rIns="182880" anchor="t" anchorCtr="0">
            <a:normAutofit/>
          </a:bodyPr>
          <a:lstStyle>
            <a:lvl1pPr marL="0" indent="0" algn="ctr">
              <a:buFontTx/>
              <a:buNone/>
              <a:defRPr sz="1100">
                <a:latin typeface="Public Sans" pitchFamily="2" charset="77"/>
              </a:defRPr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76F9D80-DA44-BBEB-B779-95BDFB62D91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530975" y="1646661"/>
            <a:ext cx="1828800" cy="18288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4"/>
            </a:solidFill>
          </a:ln>
        </p:spPr>
        <p:txBody>
          <a:bodyPr lIns="182880" tIns="91440" rIns="182880" anchor="t" anchorCtr="0">
            <a:normAutofit/>
          </a:bodyPr>
          <a:lstStyle>
            <a:lvl1pPr marL="0" indent="0" algn="ctr">
              <a:buFontTx/>
              <a:buNone/>
              <a:defRPr sz="1100">
                <a:latin typeface="Public Sans" pitchFamily="2" charset="77"/>
              </a:defRPr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16BCFC31-92B8-69E2-E5C1-5C74D9ADC3E0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123950" y="1646661"/>
            <a:ext cx="1828800" cy="18288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4"/>
            </a:solidFill>
          </a:ln>
        </p:spPr>
        <p:txBody>
          <a:bodyPr lIns="182880" tIns="91440" rIns="182880" anchor="t" anchorCtr="0">
            <a:normAutofit/>
          </a:bodyPr>
          <a:lstStyle>
            <a:lvl1pPr marL="0" indent="0" algn="ctr">
              <a:buFontTx/>
              <a:buNone/>
              <a:defRPr sz="1100">
                <a:latin typeface="Public Sans" pitchFamily="2" charset="77"/>
              </a:defRPr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5A2B09C4-3D92-F4ED-522E-15832F8F7A52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236075" y="1646661"/>
            <a:ext cx="1828800" cy="18288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4"/>
            </a:solidFill>
          </a:ln>
        </p:spPr>
        <p:txBody>
          <a:bodyPr lIns="182880" tIns="91440" rIns="182880" anchor="t" anchorCtr="0">
            <a:normAutofit/>
          </a:bodyPr>
          <a:lstStyle>
            <a:lvl1pPr marL="0" indent="0" algn="ctr">
              <a:buFontTx/>
              <a:buNone/>
              <a:defRPr sz="1100">
                <a:latin typeface="Public Sans" pitchFamily="2" charset="77"/>
              </a:defRPr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565137F8-D741-7251-0F9A-CADE1FF0C77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3665961"/>
            <a:ext cx="2400300" cy="2476500"/>
          </a:xfrm>
        </p:spPr>
        <p:txBody>
          <a:bodyPr/>
          <a:lstStyle>
            <a:lvl1pPr>
              <a:defRPr sz="1200">
                <a:latin typeface="Public Sans" pitchFamily="2" charset="77"/>
              </a:defRPr>
            </a:lvl1pPr>
            <a:lvl2pPr>
              <a:defRPr sz="1200">
                <a:latin typeface="Public Sans" pitchFamily="2" charset="77"/>
              </a:defRPr>
            </a:lvl2pPr>
            <a:lvl3pPr>
              <a:defRPr sz="1200">
                <a:latin typeface="Public Sans" pitchFamily="2" charset="77"/>
              </a:defRPr>
            </a:lvl3pPr>
            <a:lvl4pPr>
              <a:defRPr sz="1400">
                <a:latin typeface="Public Sans" pitchFamily="2" charset="77"/>
              </a:defRPr>
            </a:lvl4pPr>
            <a:lvl5pPr>
              <a:defRPr sz="1200"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D56DAB7-1120-70F9-0577-709875A9F1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44062" y="3665961"/>
            <a:ext cx="2400300" cy="2476500"/>
          </a:xfrm>
        </p:spPr>
        <p:txBody>
          <a:bodyPr/>
          <a:lstStyle>
            <a:lvl1pPr>
              <a:defRPr sz="1200">
                <a:latin typeface="Public Sans" pitchFamily="2" charset="77"/>
              </a:defRPr>
            </a:lvl1pPr>
            <a:lvl2pPr>
              <a:defRPr sz="1200">
                <a:latin typeface="Public Sans" pitchFamily="2" charset="77"/>
              </a:defRPr>
            </a:lvl2pPr>
            <a:lvl3pPr>
              <a:defRPr sz="1200">
                <a:latin typeface="Public Sans" pitchFamily="2" charset="77"/>
              </a:defRPr>
            </a:lvl3pPr>
            <a:lvl4pPr>
              <a:defRPr sz="1400">
                <a:latin typeface="Public Sans" pitchFamily="2" charset="77"/>
              </a:defRPr>
            </a:lvl4pPr>
            <a:lvl5pPr>
              <a:defRPr sz="1200"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2666D3A-35EE-E867-352B-0EF2C3E18F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8400" y="3665961"/>
            <a:ext cx="2400300" cy="2476500"/>
          </a:xfrm>
        </p:spPr>
        <p:txBody>
          <a:bodyPr/>
          <a:lstStyle>
            <a:lvl1pPr>
              <a:defRPr sz="1200">
                <a:latin typeface="Public Sans" pitchFamily="2" charset="77"/>
              </a:defRPr>
            </a:lvl1pPr>
            <a:lvl2pPr>
              <a:defRPr sz="1200">
                <a:latin typeface="Public Sans" pitchFamily="2" charset="77"/>
              </a:defRPr>
            </a:lvl2pPr>
            <a:lvl3pPr>
              <a:defRPr sz="1200">
                <a:latin typeface="Public Sans" pitchFamily="2" charset="77"/>
              </a:defRPr>
            </a:lvl3pPr>
            <a:lvl4pPr>
              <a:defRPr sz="1400">
                <a:latin typeface="Public Sans" pitchFamily="2" charset="77"/>
              </a:defRPr>
            </a:lvl4pPr>
            <a:lvl5pPr>
              <a:defRPr sz="1200"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715142AD-A805-DB0E-60FF-3FC13B6EE1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0325" y="3665961"/>
            <a:ext cx="2400300" cy="2476500"/>
          </a:xfrm>
        </p:spPr>
        <p:txBody>
          <a:bodyPr/>
          <a:lstStyle>
            <a:lvl1pPr>
              <a:defRPr sz="1200">
                <a:latin typeface="Public Sans" pitchFamily="2" charset="77"/>
              </a:defRPr>
            </a:lvl1pPr>
            <a:lvl2pPr>
              <a:defRPr sz="1200">
                <a:latin typeface="Public Sans" pitchFamily="2" charset="77"/>
              </a:defRPr>
            </a:lvl2pPr>
            <a:lvl3pPr>
              <a:defRPr sz="1200">
                <a:latin typeface="Public Sans" pitchFamily="2" charset="77"/>
              </a:defRPr>
            </a:lvl3pPr>
            <a:lvl4pPr>
              <a:defRPr sz="1400">
                <a:latin typeface="Public Sans" pitchFamily="2" charset="77"/>
              </a:defRPr>
            </a:lvl4pPr>
            <a:lvl5pPr>
              <a:defRPr sz="1200"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5974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984">
          <p15:clr>
            <a:srgbClr val="FBAE40"/>
          </p15:clr>
        </p15:guide>
        <p15:guide id="3" pos="7392">
          <p15:clr>
            <a:srgbClr val="FBAE40"/>
          </p15:clr>
        </p15:guide>
        <p15:guide id="4" orient="horz" pos="3864">
          <p15:clr>
            <a:srgbClr val="FBAE40"/>
          </p15:clr>
        </p15:guide>
        <p15:guide id="5" orient="horz" pos="4152">
          <p15:clr>
            <a:srgbClr val="FBAE40"/>
          </p15:clr>
        </p15:guide>
        <p15:guide id="6" pos="288">
          <p15:clr>
            <a:srgbClr val="FBAE40"/>
          </p15:clr>
        </p15:guide>
        <p15:guide id="7" pos="144">
          <p15:clr>
            <a:srgbClr val="FBAE40"/>
          </p15:clr>
        </p15:guide>
        <p15:guide id="8" orient="horz" pos="288">
          <p15:clr>
            <a:srgbClr val="FBAE40"/>
          </p15:clr>
        </p15:guide>
        <p15:guide id="9" orient="horz" pos="648">
          <p15:clr>
            <a:srgbClr val="FBAE40"/>
          </p15:clr>
        </p15:guide>
        <p15:guide id="10" orient="horz" pos="936">
          <p15:clr>
            <a:srgbClr val="FBAE40"/>
          </p15:clr>
        </p15:guide>
        <p15:guide id="11" orient="horz" pos="4032">
          <p15:clr>
            <a:srgbClr val="FBAE40"/>
          </p15:clr>
        </p15:guide>
        <p15:guide id="12" pos="7536">
          <p15:clr>
            <a:srgbClr val="FBAE40"/>
          </p15:clr>
        </p15:guide>
        <p15:guide id="13" pos="369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Vision Title + Quote +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9EBC6B-0304-098B-208E-C7D4F6FF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630"/>
            <a:ext cx="11277600" cy="562070"/>
          </a:xfrm>
        </p:spPr>
        <p:txBody>
          <a:bodyPr/>
          <a:lstStyle>
            <a:lvl1pPr>
              <a:defRPr sz="2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599" y="6406821"/>
            <a:ext cx="5165732" cy="184479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bg2">
                    <a:lumMod val="90000"/>
                  </a:schemeClr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189434-3E2F-085C-75B1-CD6EFA5722E6}"/>
              </a:ext>
            </a:extLst>
          </p:cNvPr>
          <p:cNvSpPr/>
          <p:nvPr userDrawn="1"/>
        </p:nvSpPr>
        <p:spPr>
          <a:xfrm>
            <a:off x="0" y="455382"/>
            <a:ext cx="231494" cy="5839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F57CD44D-B27E-90BE-8503-A65BCC59224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1031756"/>
            <a:ext cx="11277600" cy="307777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2000" b="0" i="0">
                <a:solidFill>
                  <a:schemeClr val="bg1"/>
                </a:solidFill>
                <a:latin typeface="Public Sans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FD425582-FC38-6663-B8BE-3BD521E326E1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3825875" y="1646661"/>
            <a:ext cx="1828800" cy="1828800"/>
          </a:xfrm>
          <a:prstGeom prst="ellipse">
            <a:avLst/>
          </a:prstGeom>
          <a:noFill/>
          <a:ln w="76200">
            <a:solidFill>
              <a:schemeClr val="accent4"/>
            </a:solidFill>
          </a:ln>
        </p:spPr>
        <p:txBody>
          <a:bodyPr lIns="182880" tIns="91440" rIns="18288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Select icon to add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76F9D80-DA44-BBEB-B779-95BDFB62D91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530975" y="1646661"/>
            <a:ext cx="1828800" cy="1828800"/>
          </a:xfrm>
          <a:prstGeom prst="ellipse">
            <a:avLst/>
          </a:prstGeom>
          <a:noFill/>
          <a:ln w="76200">
            <a:solidFill>
              <a:schemeClr val="accent4"/>
            </a:solidFill>
          </a:ln>
        </p:spPr>
        <p:txBody>
          <a:bodyPr lIns="182880" tIns="91440" rIns="18288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Select icon to add picture</a:t>
            </a:r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16BCFC31-92B8-69E2-E5C1-5C74D9ADC3E0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123950" y="1646661"/>
            <a:ext cx="1828800" cy="1828800"/>
          </a:xfrm>
          <a:prstGeom prst="ellipse">
            <a:avLst/>
          </a:prstGeom>
          <a:noFill/>
          <a:ln w="76200">
            <a:solidFill>
              <a:schemeClr val="accent4"/>
            </a:solidFill>
          </a:ln>
        </p:spPr>
        <p:txBody>
          <a:bodyPr lIns="182880" tIns="91440" rIns="18288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Select icon to add picture</a:t>
            </a:r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5A2B09C4-3D92-F4ED-522E-15832F8F7A52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236075" y="1646661"/>
            <a:ext cx="1828800" cy="1828800"/>
          </a:xfrm>
          <a:prstGeom prst="ellipse">
            <a:avLst/>
          </a:prstGeom>
          <a:noFill/>
          <a:ln w="76200">
            <a:solidFill>
              <a:schemeClr val="accent4"/>
            </a:solidFill>
          </a:ln>
        </p:spPr>
        <p:txBody>
          <a:bodyPr lIns="182880" tIns="91440" rIns="18288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Select icon to add picture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565137F8-D741-7251-0F9A-CADE1FF0C77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3665961"/>
            <a:ext cx="2400300" cy="24765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 sz="1200"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 sz="1200">
                <a:solidFill>
                  <a:schemeClr val="bg1"/>
                </a:solidFill>
                <a:latin typeface="Public Sans" pitchFamily="2" charset="77"/>
              </a:defRPr>
            </a:lvl3pPr>
            <a:lvl4pPr>
              <a:defRPr sz="1400">
                <a:solidFill>
                  <a:schemeClr val="bg1"/>
                </a:solidFill>
                <a:latin typeface="Public Sans" pitchFamily="2" charset="77"/>
              </a:defRPr>
            </a:lvl4pPr>
            <a:lvl5pPr>
              <a:defRPr sz="1200"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D56DAB7-1120-70F9-0577-709875A9F1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44062" y="3665961"/>
            <a:ext cx="2400300" cy="24765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 sz="1200"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 sz="1200">
                <a:solidFill>
                  <a:schemeClr val="bg1"/>
                </a:solidFill>
                <a:latin typeface="Public Sans" pitchFamily="2" charset="77"/>
              </a:defRPr>
            </a:lvl3pPr>
            <a:lvl4pPr>
              <a:defRPr sz="1400">
                <a:solidFill>
                  <a:schemeClr val="bg1"/>
                </a:solidFill>
                <a:latin typeface="Public Sans" pitchFamily="2" charset="77"/>
              </a:defRPr>
            </a:lvl4pPr>
            <a:lvl5pPr>
              <a:defRPr sz="1200"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2666D3A-35EE-E867-352B-0EF2C3E18F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8400" y="3665961"/>
            <a:ext cx="2400300" cy="24765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 sz="1200"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 sz="1200">
                <a:solidFill>
                  <a:schemeClr val="bg1"/>
                </a:solidFill>
                <a:latin typeface="Public Sans" pitchFamily="2" charset="77"/>
              </a:defRPr>
            </a:lvl3pPr>
            <a:lvl4pPr>
              <a:defRPr sz="1400">
                <a:solidFill>
                  <a:schemeClr val="bg1"/>
                </a:solidFill>
                <a:latin typeface="Public Sans" pitchFamily="2" charset="77"/>
              </a:defRPr>
            </a:lvl4pPr>
            <a:lvl5pPr>
              <a:defRPr sz="1200"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715142AD-A805-DB0E-60FF-3FC13B6EE1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0325" y="3665961"/>
            <a:ext cx="2400300" cy="24765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 sz="1200"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 sz="1200">
                <a:solidFill>
                  <a:schemeClr val="bg1"/>
                </a:solidFill>
                <a:latin typeface="Public Sans" pitchFamily="2" charset="77"/>
              </a:defRPr>
            </a:lvl3pPr>
            <a:lvl4pPr>
              <a:defRPr sz="1400">
                <a:solidFill>
                  <a:schemeClr val="bg1"/>
                </a:solidFill>
                <a:latin typeface="Public Sans" pitchFamily="2" charset="77"/>
              </a:defRPr>
            </a:lvl4pPr>
            <a:lvl5pPr>
              <a:defRPr sz="1200"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F97053A-1334-9D90-0E0C-470DAF0D738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4" y="6350627"/>
            <a:ext cx="1076197" cy="297887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B5A9A8C6-8529-484C-6075-992CC1CA6783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5053720-6C35-4BDC-C7A0-4075DCD027BC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36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984">
          <p15:clr>
            <a:srgbClr val="FBAE40"/>
          </p15:clr>
        </p15:guide>
        <p15:guide id="3" pos="7392">
          <p15:clr>
            <a:srgbClr val="FBAE40"/>
          </p15:clr>
        </p15:guide>
        <p15:guide id="4" orient="horz" pos="3864">
          <p15:clr>
            <a:srgbClr val="FBAE40"/>
          </p15:clr>
        </p15:guide>
        <p15:guide id="5" orient="horz" pos="4152">
          <p15:clr>
            <a:srgbClr val="FBAE40"/>
          </p15:clr>
        </p15:guide>
        <p15:guide id="6" pos="288">
          <p15:clr>
            <a:srgbClr val="FBAE40"/>
          </p15:clr>
        </p15:guide>
        <p15:guide id="7" pos="144">
          <p15:clr>
            <a:srgbClr val="FBAE40"/>
          </p15:clr>
        </p15:guide>
        <p15:guide id="8" orient="horz" pos="288">
          <p15:clr>
            <a:srgbClr val="FBAE40"/>
          </p15:clr>
        </p15:guide>
        <p15:guide id="9" orient="horz" pos="648">
          <p15:clr>
            <a:srgbClr val="FBAE40"/>
          </p15:clr>
        </p15:guide>
        <p15:guide id="10" orient="horz" pos="936">
          <p15:clr>
            <a:srgbClr val="FBAE40"/>
          </p15:clr>
        </p15:guide>
        <p15:guide id="11" orient="horz" pos="4032">
          <p15:clr>
            <a:srgbClr val="FBAE40"/>
          </p15:clr>
        </p15:guide>
        <p15:guide id="12" pos="7536">
          <p15:clr>
            <a:srgbClr val="FBAE40"/>
          </p15:clr>
        </p15:guide>
        <p15:guide id="13" pos="369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Vision Title + 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453BC65-1846-7975-4A48-9919E95A6C2E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9EBC6B-0304-098B-208E-C7D4F6FF7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66630"/>
            <a:ext cx="11277600" cy="562070"/>
          </a:xfrm>
        </p:spPr>
        <p:txBody>
          <a:bodyPr/>
          <a:lstStyle>
            <a:lvl1pPr>
              <a:defRPr sz="2800" b="1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Select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BEC500-85D0-72D6-058D-6611C0E5493A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accent2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599" y="6406821"/>
            <a:ext cx="5165732" cy="184479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bg2">
                    <a:lumMod val="50000"/>
                  </a:schemeClr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F47EA6-EF6E-FDD3-AF64-F90113E565B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5" y="6350629"/>
            <a:ext cx="1076196" cy="2978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189434-3E2F-085C-75B1-CD6EFA5722E6}"/>
              </a:ext>
            </a:extLst>
          </p:cNvPr>
          <p:cNvSpPr/>
          <p:nvPr userDrawn="1"/>
        </p:nvSpPr>
        <p:spPr>
          <a:xfrm>
            <a:off x="0" y="455382"/>
            <a:ext cx="231494" cy="5839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F57CD44D-B27E-90BE-8503-A65BCC59224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1031756"/>
            <a:ext cx="11277600" cy="307777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2000" b="0" i="0">
                <a:latin typeface="Public Sans Medium" pitchFamily="2" charset="77"/>
              </a:defRPr>
            </a:lvl1pPr>
          </a:lstStyle>
          <a:p>
            <a:pPr lvl="0"/>
            <a:r>
              <a:rPr lang="en-US" dirty="0"/>
              <a:t>Select to edit Subtitle</a:t>
            </a:r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23EBC69A-94C7-D244-7A78-CE1998DD85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1248" y="2514599"/>
            <a:ext cx="3200400" cy="3502152"/>
          </a:xfrm>
          <a:solidFill>
            <a:srgbClr val="E5EAF1"/>
          </a:solidFill>
        </p:spPr>
        <p:txBody>
          <a:bodyPr lIns="228600" tIns="1143000" rIns="228600" bIns="228600"/>
          <a:lstStyle>
            <a:lvl1pPr marL="0" indent="0" algn="ctr">
              <a:buFontTx/>
              <a:buNone/>
              <a:defRPr sz="1700" b="1" i="0">
                <a:latin typeface="Public Sans" pitchFamily="2" charset="77"/>
              </a:defRPr>
            </a:lvl1pPr>
          </a:lstStyle>
          <a:p>
            <a:pPr lvl="0"/>
            <a:r>
              <a:rPr lang="en-US" dirty="0"/>
              <a:t>Select to edit Master text styles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A718F5B6-4045-0011-B8AE-B20F4DAF56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95673" y="2514599"/>
            <a:ext cx="3200400" cy="3502152"/>
          </a:xfrm>
          <a:solidFill>
            <a:srgbClr val="E5EAF1"/>
          </a:solidFill>
        </p:spPr>
        <p:txBody>
          <a:bodyPr lIns="228600" tIns="1143000" rIns="228600" bIns="228600"/>
          <a:lstStyle>
            <a:lvl1pPr marL="0" indent="0" algn="ctr">
              <a:buFontTx/>
              <a:buNone/>
              <a:defRPr sz="1700" b="1" i="0">
                <a:latin typeface="Public Sans" pitchFamily="2" charset="77"/>
              </a:defRPr>
            </a:lvl1pPr>
          </a:lstStyle>
          <a:p>
            <a:pPr lvl="0"/>
            <a:r>
              <a:rPr lang="en-US" dirty="0"/>
              <a:t>Select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27FD6134-A3BE-18D5-279C-93053CDB61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50225" y="2514599"/>
            <a:ext cx="3200400" cy="3502152"/>
          </a:xfrm>
          <a:solidFill>
            <a:srgbClr val="E5EAF1"/>
          </a:solidFill>
        </p:spPr>
        <p:txBody>
          <a:bodyPr lIns="228600" tIns="1143000" rIns="228600" bIns="228600"/>
          <a:lstStyle>
            <a:lvl1pPr marL="0" indent="0" algn="ctr">
              <a:buFontTx/>
              <a:buNone/>
              <a:defRPr sz="1700" b="1" i="0">
                <a:latin typeface="Public Sans" pitchFamily="2" charset="77"/>
              </a:defRPr>
            </a:lvl1pPr>
          </a:lstStyle>
          <a:p>
            <a:pPr lvl="0"/>
            <a:r>
              <a:rPr lang="en-US" dirty="0"/>
              <a:t>Select to edit Master text styles</a:t>
            </a:r>
          </a:p>
        </p:txBody>
      </p:sp>
      <p:sp>
        <p:nvSpPr>
          <p:cNvPr id="18" name="Picture Placeholder 7">
            <a:extLst>
              <a:ext uri="{FF2B5EF4-FFF2-40B4-BE49-F238E27FC236}">
                <a16:creationId xmlns:a16="http://schemas.microsoft.com/office/drawing/2014/main" id="{0C995CFE-0956-2F09-6262-30983611D513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181600" y="1600200"/>
            <a:ext cx="1828800" cy="1828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4"/>
            </a:solidFill>
          </a:ln>
        </p:spPr>
        <p:txBody>
          <a:bodyPr lIns="182880" tIns="91440" rIns="182880" anchor="t" anchorCtr="0">
            <a:normAutofit/>
          </a:bodyPr>
          <a:lstStyle>
            <a:lvl1pPr marL="0" indent="0" algn="ctr">
              <a:buFontTx/>
              <a:buNone/>
              <a:defRPr sz="1100">
                <a:latin typeface="Public Sans" pitchFamily="2" charset="77"/>
              </a:defRPr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5379EDCC-A997-C50C-DD17-6343E60F9C1D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527048" y="1600200"/>
            <a:ext cx="1828800" cy="1828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4"/>
            </a:solidFill>
          </a:ln>
        </p:spPr>
        <p:txBody>
          <a:bodyPr lIns="182880" tIns="91440" rIns="182880" bIns="0" anchor="t" anchorCtr="0">
            <a:normAutofit/>
          </a:bodyPr>
          <a:lstStyle>
            <a:lvl1pPr marL="0" indent="0" algn="ctr">
              <a:buFontTx/>
              <a:buNone/>
              <a:defRPr sz="1100">
                <a:latin typeface="Public Sans" pitchFamily="2" charset="77"/>
              </a:defRPr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9061BF1E-565F-BE32-0EBC-F3355EB644CE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8839200" y="1600200"/>
            <a:ext cx="1828800" cy="18288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4"/>
            </a:solidFill>
          </a:ln>
        </p:spPr>
        <p:txBody>
          <a:bodyPr lIns="182880" tIns="91440" rIns="182880" anchor="t" anchorCtr="0">
            <a:normAutofit/>
          </a:bodyPr>
          <a:lstStyle>
            <a:lvl1pPr marL="0" indent="0" algn="ctr">
              <a:buFontTx/>
              <a:buNone/>
              <a:defRPr sz="1100">
                <a:latin typeface="Public Sans" pitchFamily="2" charset="77"/>
              </a:defRPr>
            </a:lvl1pPr>
          </a:lstStyle>
          <a:p>
            <a:r>
              <a:rPr lang="en-US" dirty="0"/>
              <a:t>Select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02449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984">
          <p15:clr>
            <a:srgbClr val="FBAE40"/>
          </p15:clr>
        </p15:guide>
        <p15:guide id="3" pos="7392">
          <p15:clr>
            <a:srgbClr val="FBAE40"/>
          </p15:clr>
        </p15:guide>
        <p15:guide id="4" orient="horz" pos="3864">
          <p15:clr>
            <a:srgbClr val="FBAE40"/>
          </p15:clr>
        </p15:guide>
        <p15:guide id="5" orient="horz" pos="4152">
          <p15:clr>
            <a:srgbClr val="FBAE40"/>
          </p15:clr>
        </p15:guide>
        <p15:guide id="6" pos="288">
          <p15:clr>
            <a:srgbClr val="FBAE40"/>
          </p15:clr>
        </p15:guide>
        <p15:guide id="7" pos="144">
          <p15:clr>
            <a:srgbClr val="FBAE40"/>
          </p15:clr>
        </p15:guide>
        <p15:guide id="8" orient="horz" pos="288">
          <p15:clr>
            <a:srgbClr val="FBAE40"/>
          </p15:clr>
        </p15:guide>
        <p15:guide id="9" orient="horz" pos="648">
          <p15:clr>
            <a:srgbClr val="FBAE40"/>
          </p15:clr>
        </p15:guide>
        <p15:guide id="10" orient="horz" pos="936">
          <p15:clr>
            <a:srgbClr val="FBAE40"/>
          </p15:clr>
        </p15:guide>
        <p15:guide id="11" orient="horz" pos="4032">
          <p15:clr>
            <a:srgbClr val="FBAE40"/>
          </p15:clr>
        </p15:guide>
        <p15:guide id="12" pos="7536">
          <p15:clr>
            <a:srgbClr val="FBAE40"/>
          </p15:clr>
        </p15:guide>
        <p15:guide id="13" pos="369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Vision Title + 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DEA367C-AE53-0FB9-078B-9CE1EF6B16EC}"/>
              </a:ext>
            </a:extLst>
          </p:cNvPr>
          <p:cNvSpPr/>
          <p:nvPr userDrawn="1"/>
        </p:nvSpPr>
        <p:spPr>
          <a:xfrm>
            <a:off x="0" y="3086100"/>
            <a:ext cx="12192000" cy="377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512AA35F-8FF2-8C67-12A0-E6819222723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24400" y="1714500"/>
            <a:ext cx="2743200" cy="2743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2"/>
            </a:solidFill>
          </a:ln>
        </p:spPr>
        <p:txBody>
          <a:bodyPr lIns="365760" tIns="274320" rIns="365760" anchor="t" anchorCtr="0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2AD37428-6B44-FF5C-4A37-D20D85E08037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197850" y="1714500"/>
            <a:ext cx="2743200" cy="2743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2"/>
            </a:solidFill>
          </a:ln>
        </p:spPr>
        <p:txBody>
          <a:bodyPr lIns="365760" tIns="274320" rIns="365760" anchor="t" anchorCtr="0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E25E5D63-0262-0342-3E33-99AD5FCB46A7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43584" y="1719072"/>
            <a:ext cx="2743200" cy="2743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2"/>
            </a:solidFill>
          </a:ln>
        </p:spPr>
        <p:txBody>
          <a:bodyPr lIns="365760" tIns="274320" rIns="365760" anchor="t" anchorCtr="0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F9EDA95-DE97-5B47-96CA-B8B1B82629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4251" y="4761305"/>
            <a:ext cx="2743200" cy="276999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 b="1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30C01B5-28FE-5C96-9970-B09780317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46632" y="5118265"/>
            <a:ext cx="2743200" cy="88248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>
                <a:latin typeface="Public Sans" pitchFamily="2" charset="77"/>
              </a:defRPr>
            </a:lvl1pPr>
          </a:lstStyle>
          <a:p>
            <a:pPr lvl="0"/>
            <a:r>
              <a:rPr lang="en-US" dirty="0"/>
              <a:t>Select to edit Master text styles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95C0F05A-2D2A-B20A-2797-6B69C327A7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4400" y="4761305"/>
            <a:ext cx="2743200" cy="276999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 b="1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A825AED6-B74E-E7FF-3028-8DAFAD06E6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26781" y="5118265"/>
            <a:ext cx="2743200" cy="88248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>
                <a:latin typeface="Public Sans" pitchFamily="2" charset="77"/>
              </a:defRPr>
            </a:lvl1pPr>
          </a:lstStyle>
          <a:p>
            <a:pPr lvl="0"/>
            <a:r>
              <a:rPr lang="en-US" dirty="0"/>
              <a:t>Select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33AF496-AAE4-A89A-1D2F-10FE97983A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5469" y="4761305"/>
            <a:ext cx="2743200" cy="276999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 b="1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33D37294-A95A-532D-2ADC-EED3E6F4017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7850" y="5118265"/>
            <a:ext cx="2743200" cy="88248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>
                <a:latin typeface="Public Sans" pitchFamily="2" charset="77"/>
              </a:defRPr>
            </a:lvl1pPr>
          </a:lstStyle>
          <a:p>
            <a:pPr lvl="0"/>
            <a:r>
              <a:rPr lang="en-US" dirty="0"/>
              <a:t>Select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9EBC6B-0304-098B-208E-C7D4F6FF7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66630"/>
            <a:ext cx="11277600" cy="562070"/>
          </a:xfrm>
        </p:spPr>
        <p:txBody>
          <a:bodyPr/>
          <a:lstStyle>
            <a:lvl1pPr>
              <a:defRPr sz="2800" b="1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Select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599" y="6406821"/>
            <a:ext cx="5165732" cy="184479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accent2"/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F47EA6-EF6E-FDD3-AF64-F90113E565B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5" y="6350629"/>
            <a:ext cx="1076196" cy="2978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189434-3E2F-085C-75B1-CD6EFA5722E6}"/>
              </a:ext>
            </a:extLst>
          </p:cNvPr>
          <p:cNvSpPr/>
          <p:nvPr userDrawn="1"/>
        </p:nvSpPr>
        <p:spPr>
          <a:xfrm>
            <a:off x="0" y="455382"/>
            <a:ext cx="231494" cy="5839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F57CD44D-B27E-90BE-8503-A65BCC59224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1031756"/>
            <a:ext cx="11277600" cy="307777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2000" b="0" i="0">
                <a:latin typeface="Public Sans Medium" pitchFamily="2" charset="77"/>
              </a:defRPr>
            </a:lvl1pPr>
          </a:lstStyle>
          <a:p>
            <a:pPr lvl="0"/>
            <a:r>
              <a:rPr lang="en-US" dirty="0"/>
              <a:t>Select to edit Subtitle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0453E9B-341A-6533-DE04-D16EF79D4B75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D25FAAF4-74C3-B6DA-CEF0-A48EAF238388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accent2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872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984">
          <p15:clr>
            <a:srgbClr val="FBAE40"/>
          </p15:clr>
        </p15:guide>
        <p15:guide id="3" pos="7392">
          <p15:clr>
            <a:srgbClr val="FBAE40"/>
          </p15:clr>
        </p15:guide>
        <p15:guide id="4" orient="horz" pos="3864">
          <p15:clr>
            <a:srgbClr val="FBAE40"/>
          </p15:clr>
        </p15:guide>
        <p15:guide id="5" orient="horz" pos="4152">
          <p15:clr>
            <a:srgbClr val="FBAE40"/>
          </p15:clr>
        </p15:guide>
        <p15:guide id="6" pos="288">
          <p15:clr>
            <a:srgbClr val="FBAE40"/>
          </p15:clr>
        </p15:guide>
        <p15:guide id="7" pos="144">
          <p15:clr>
            <a:srgbClr val="FBAE40"/>
          </p15:clr>
        </p15:guide>
        <p15:guide id="8" orient="horz" pos="288">
          <p15:clr>
            <a:srgbClr val="FBAE40"/>
          </p15:clr>
        </p15:guide>
        <p15:guide id="9" orient="horz" pos="648">
          <p15:clr>
            <a:srgbClr val="FBAE40"/>
          </p15:clr>
        </p15:guide>
        <p15:guide id="10" orient="horz" pos="936">
          <p15:clr>
            <a:srgbClr val="FBAE40"/>
          </p15:clr>
        </p15:guide>
        <p15:guide id="11" orient="horz" pos="4032">
          <p15:clr>
            <a:srgbClr val="FBAE40"/>
          </p15:clr>
        </p15:guide>
        <p15:guide id="12" pos="7536">
          <p15:clr>
            <a:srgbClr val="FBAE40"/>
          </p15:clr>
        </p15:guide>
        <p15:guide id="13" pos="369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Vision Title + 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DEA367C-AE53-0FB9-078B-9CE1EF6B16EC}"/>
              </a:ext>
            </a:extLst>
          </p:cNvPr>
          <p:cNvSpPr/>
          <p:nvPr userDrawn="1"/>
        </p:nvSpPr>
        <p:spPr>
          <a:xfrm>
            <a:off x="0" y="3086100"/>
            <a:ext cx="12192000" cy="3771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512AA35F-8FF2-8C67-12A0-E6819222723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24400" y="1714500"/>
            <a:ext cx="2743200" cy="2743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4"/>
            </a:solidFill>
          </a:ln>
        </p:spPr>
        <p:txBody>
          <a:bodyPr lIns="365760" tIns="274320" rIns="365760" anchor="t" anchorCtr="0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2AD37428-6B44-FF5C-4A37-D20D85E08037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197850" y="1714500"/>
            <a:ext cx="2743200" cy="2743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4"/>
            </a:solidFill>
          </a:ln>
        </p:spPr>
        <p:txBody>
          <a:bodyPr lIns="365760" tIns="274320" rIns="365760" anchor="t" anchorCtr="0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E25E5D63-0262-0342-3E33-99AD5FCB46A7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43584" y="1719072"/>
            <a:ext cx="2743200" cy="2743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4"/>
            </a:solidFill>
          </a:ln>
        </p:spPr>
        <p:txBody>
          <a:bodyPr lIns="365760" tIns="274320" rIns="365760" anchor="t" anchorCtr="0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F9EDA95-DE97-5B47-96CA-B8B1B82629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4251" y="4761305"/>
            <a:ext cx="2743200" cy="276999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30C01B5-28FE-5C96-9970-B09780317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46632" y="5118265"/>
            <a:ext cx="2743200" cy="88248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pPr lvl="0"/>
            <a:r>
              <a:rPr lang="en-US" dirty="0"/>
              <a:t>Select to edit Master text styles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95C0F05A-2D2A-B20A-2797-6B69C327A7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4400" y="4761305"/>
            <a:ext cx="2743200" cy="276999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A825AED6-B74E-E7FF-3028-8DAFAD06E6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26781" y="5118265"/>
            <a:ext cx="2743200" cy="88248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pPr lvl="0"/>
            <a:r>
              <a:rPr lang="en-US" dirty="0"/>
              <a:t>Select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33AF496-AAE4-A89A-1D2F-10FE97983A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5469" y="4761305"/>
            <a:ext cx="2743200" cy="276999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33D37294-A95A-532D-2ADC-EED3E6F4017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7850" y="5118265"/>
            <a:ext cx="2743200" cy="88248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pPr lvl="0"/>
            <a:r>
              <a:rPr lang="en-US" dirty="0"/>
              <a:t>Select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9EBC6B-0304-098B-208E-C7D4F6FF7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66630"/>
            <a:ext cx="11277600" cy="562070"/>
          </a:xfrm>
        </p:spPr>
        <p:txBody>
          <a:bodyPr/>
          <a:lstStyle>
            <a:lvl1pPr>
              <a:defRPr sz="2800" b="1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Select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599" y="6406821"/>
            <a:ext cx="5165732" cy="184479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bg2">
                    <a:lumMod val="90000"/>
                  </a:schemeClr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189434-3E2F-085C-75B1-CD6EFA5722E6}"/>
              </a:ext>
            </a:extLst>
          </p:cNvPr>
          <p:cNvSpPr/>
          <p:nvPr userDrawn="1"/>
        </p:nvSpPr>
        <p:spPr>
          <a:xfrm>
            <a:off x="0" y="455382"/>
            <a:ext cx="231494" cy="5839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F57CD44D-B27E-90BE-8503-A65BCC59224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1031756"/>
            <a:ext cx="11277600" cy="307777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2000" b="0" i="0">
                <a:latin typeface="Public Sans Medium" pitchFamily="2" charset="77"/>
              </a:defRPr>
            </a:lvl1pPr>
          </a:lstStyle>
          <a:p>
            <a:pPr lvl="0"/>
            <a:r>
              <a:rPr lang="en-US" dirty="0"/>
              <a:t>Select to edit Subtitle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3DF219F-6099-E633-37F7-096E0992C21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4" y="6350627"/>
            <a:ext cx="1076197" cy="29788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6130053-08E6-E59E-43A5-0ED58D3F2439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4A9CE98-C288-EBA1-4FC5-D2BCB3D0A08D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146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984">
          <p15:clr>
            <a:srgbClr val="FBAE40"/>
          </p15:clr>
        </p15:guide>
        <p15:guide id="3" pos="7392">
          <p15:clr>
            <a:srgbClr val="FBAE40"/>
          </p15:clr>
        </p15:guide>
        <p15:guide id="4" orient="horz" pos="3864">
          <p15:clr>
            <a:srgbClr val="FBAE40"/>
          </p15:clr>
        </p15:guide>
        <p15:guide id="5" orient="horz" pos="4152">
          <p15:clr>
            <a:srgbClr val="FBAE40"/>
          </p15:clr>
        </p15:guide>
        <p15:guide id="6" pos="288">
          <p15:clr>
            <a:srgbClr val="FBAE40"/>
          </p15:clr>
        </p15:guide>
        <p15:guide id="7" pos="144">
          <p15:clr>
            <a:srgbClr val="FBAE40"/>
          </p15:clr>
        </p15:guide>
        <p15:guide id="8" orient="horz" pos="288">
          <p15:clr>
            <a:srgbClr val="FBAE40"/>
          </p15:clr>
        </p15:guide>
        <p15:guide id="9" orient="horz" pos="648">
          <p15:clr>
            <a:srgbClr val="FBAE40"/>
          </p15:clr>
        </p15:guide>
        <p15:guide id="10" orient="horz" pos="936">
          <p15:clr>
            <a:srgbClr val="FBAE40"/>
          </p15:clr>
        </p15:guide>
        <p15:guide id="11" orient="horz" pos="4032">
          <p15:clr>
            <a:srgbClr val="FBAE40"/>
          </p15:clr>
        </p15:guide>
        <p15:guide id="12" pos="7536">
          <p15:clr>
            <a:srgbClr val="FBAE40"/>
          </p15:clr>
        </p15:guide>
        <p15:guide id="13" pos="369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Vision Title + 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DEA367C-AE53-0FB9-078B-9CE1EF6B16EC}"/>
              </a:ext>
            </a:extLst>
          </p:cNvPr>
          <p:cNvSpPr/>
          <p:nvPr userDrawn="1"/>
        </p:nvSpPr>
        <p:spPr>
          <a:xfrm>
            <a:off x="6940060" y="0"/>
            <a:ext cx="525193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9EBC6B-0304-098B-208E-C7D4F6FF7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466630"/>
            <a:ext cx="5410201" cy="562070"/>
          </a:xfrm>
        </p:spPr>
        <p:txBody>
          <a:bodyPr/>
          <a:lstStyle>
            <a:lvl1pPr>
              <a:defRPr sz="2800" b="1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Select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47560" y="6406821"/>
            <a:ext cx="4342770" cy="184479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accent2"/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F47EA6-EF6E-FDD3-AF64-F90113E565B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5" y="6350629"/>
            <a:ext cx="1076196" cy="2978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189434-3E2F-085C-75B1-CD6EFA5722E6}"/>
              </a:ext>
            </a:extLst>
          </p:cNvPr>
          <p:cNvSpPr/>
          <p:nvPr userDrawn="1"/>
        </p:nvSpPr>
        <p:spPr>
          <a:xfrm>
            <a:off x="0" y="455382"/>
            <a:ext cx="231494" cy="5839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0453E9B-341A-6533-DE04-D16EF79D4B75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D25FAAF4-74C3-B6DA-CEF0-A48EAF238388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accent2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35607217-D17D-ABF4-897C-57E16AF3A79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110979" y="4489958"/>
            <a:ext cx="1794156" cy="1719072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2"/>
            </a:solidFill>
          </a:ln>
        </p:spPr>
        <p:txBody>
          <a:bodyPr lIns="182880" tIns="45720" rIns="182880" anchor="t" anchorCtr="0">
            <a:normAutofit/>
          </a:bodyPr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4A624E76-2133-E4D8-7ACB-EDF4C446435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110979" y="2578608"/>
            <a:ext cx="1794156" cy="1719072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2"/>
            </a:solidFill>
          </a:ln>
        </p:spPr>
        <p:txBody>
          <a:bodyPr lIns="182880" tIns="45720" rIns="182880" anchor="t" anchorCtr="0">
            <a:normAutofit/>
          </a:bodyPr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2C0EFF1F-94C3-C491-D9C2-53C534DB942A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110979" y="667258"/>
            <a:ext cx="1794156" cy="1719072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2"/>
            </a:solidFill>
          </a:ln>
        </p:spPr>
        <p:txBody>
          <a:bodyPr lIns="182880" tIns="45720" rIns="182880" anchor="t" anchorCtr="0">
            <a:normAutofit/>
          </a:bodyPr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5BE1F1AD-223D-E5B1-F6FE-440BF3D965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73630" y="665163"/>
            <a:ext cx="3661170" cy="1720850"/>
          </a:xfrm>
        </p:spPr>
        <p:txBody>
          <a:bodyPr/>
          <a:lstStyle>
            <a:lvl1pPr>
              <a:defRPr>
                <a:latin typeface="Public Sans" pitchFamily="2" charset="77"/>
              </a:defRPr>
            </a:lvl1pPr>
            <a:lvl2pPr>
              <a:defRPr>
                <a:latin typeface="Public Sans" pitchFamily="2" charset="77"/>
              </a:defRPr>
            </a:lvl2pPr>
            <a:lvl3pPr>
              <a:defRPr>
                <a:latin typeface="Public Sans" pitchFamily="2" charset="77"/>
              </a:defRPr>
            </a:lvl3pPr>
            <a:lvl4pPr>
              <a:defRPr>
                <a:latin typeface="Public Sans" pitchFamily="2" charset="77"/>
              </a:defRPr>
            </a:lvl4pPr>
            <a:lvl5pPr>
              <a:defRPr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F5AABA7A-A65A-668D-A7F3-4F4B3FC723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73630" y="2577938"/>
            <a:ext cx="3661170" cy="1720850"/>
          </a:xfrm>
        </p:spPr>
        <p:txBody>
          <a:bodyPr/>
          <a:lstStyle>
            <a:lvl1pPr>
              <a:defRPr>
                <a:latin typeface="Public Sans" pitchFamily="2" charset="77"/>
              </a:defRPr>
            </a:lvl1pPr>
            <a:lvl2pPr>
              <a:defRPr>
                <a:latin typeface="Public Sans" pitchFamily="2" charset="77"/>
              </a:defRPr>
            </a:lvl2pPr>
            <a:lvl3pPr>
              <a:defRPr>
                <a:latin typeface="Public Sans" pitchFamily="2" charset="77"/>
              </a:defRPr>
            </a:lvl3pPr>
            <a:lvl4pPr>
              <a:defRPr>
                <a:latin typeface="Public Sans" pitchFamily="2" charset="77"/>
              </a:defRPr>
            </a:lvl4pPr>
            <a:lvl5pPr>
              <a:defRPr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5449801-7BD8-F720-1F7A-5CF08C9A27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73630" y="4489958"/>
            <a:ext cx="3661170" cy="1644142"/>
          </a:xfrm>
        </p:spPr>
        <p:txBody>
          <a:bodyPr/>
          <a:lstStyle>
            <a:lvl1pPr>
              <a:defRPr>
                <a:latin typeface="Public Sans" pitchFamily="2" charset="77"/>
              </a:defRPr>
            </a:lvl1pPr>
            <a:lvl2pPr>
              <a:defRPr>
                <a:latin typeface="Public Sans" pitchFamily="2" charset="77"/>
              </a:defRPr>
            </a:lvl2pPr>
            <a:lvl3pPr>
              <a:defRPr>
                <a:latin typeface="Public Sans" pitchFamily="2" charset="77"/>
              </a:defRPr>
            </a:lvl3pPr>
            <a:lvl4pPr>
              <a:defRPr>
                <a:latin typeface="Public Sans" pitchFamily="2" charset="77"/>
              </a:defRPr>
            </a:lvl4pPr>
            <a:lvl5pPr>
              <a:defRPr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37AC2847-0994-2AA0-0836-FB690A82BD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85900"/>
            <a:ext cx="5407596" cy="4648200"/>
          </a:xfrm>
        </p:spPr>
        <p:txBody>
          <a:bodyPr/>
          <a:lstStyle>
            <a:lvl1pPr>
              <a:defRPr>
                <a:latin typeface="Public Sans" pitchFamily="2" charset="77"/>
              </a:defRPr>
            </a:lvl1pPr>
            <a:lvl2pPr>
              <a:defRPr>
                <a:latin typeface="Public Sans" pitchFamily="2" charset="77"/>
              </a:defRPr>
            </a:lvl2pPr>
            <a:lvl3pPr>
              <a:defRPr>
                <a:latin typeface="Public Sans" pitchFamily="2" charset="77"/>
              </a:defRPr>
            </a:lvl3pPr>
            <a:lvl4pPr>
              <a:defRPr>
                <a:latin typeface="Public Sans" pitchFamily="2" charset="77"/>
              </a:defRPr>
            </a:lvl4pPr>
            <a:lvl5pPr>
              <a:defRPr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6040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984">
          <p15:clr>
            <a:srgbClr val="FBAE40"/>
          </p15:clr>
        </p15:guide>
        <p15:guide id="3" pos="7392">
          <p15:clr>
            <a:srgbClr val="FBAE40"/>
          </p15:clr>
        </p15:guide>
        <p15:guide id="4" orient="horz" pos="3864">
          <p15:clr>
            <a:srgbClr val="FBAE40"/>
          </p15:clr>
        </p15:guide>
        <p15:guide id="5" orient="horz" pos="4152">
          <p15:clr>
            <a:srgbClr val="FBAE40"/>
          </p15:clr>
        </p15:guide>
        <p15:guide id="6" pos="288">
          <p15:clr>
            <a:srgbClr val="FBAE40"/>
          </p15:clr>
        </p15:guide>
        <p15:guide id="7" pos="144">
          <p15:clr>
            <a:srgbClr val="FBAE40"/>
          </p15:clr>
        </p15:guide>
        <p15:guide id="8" orient="horz" pos="288">
          <p15:clr>
            <a:srgbClr val="FBAE40"/>
          </p15:clr>
        </p15:guide>
        <p15:guide id="9" orient="horz" pos="648">
          <p15:clr>
            <a:srgbClr val="FBAE40"/>
          </p15:clr>
        </p15:guide>
        <p15:guide id="10" orient="horz" pos="936">
          <p15:clr>
            <a:srgbClr val="FBAE40"/>
          </p15:clr>
        </p15:guide>
        <p15:guide id="11" orient="horz" pos="4032">
          <p15:clr>
            <a:srgbClr val="FBAE40"/>
          </p15:clr>
        </p15:guide>
        <p15:guide id="12" pos="7536">
          <p15:clr>
            <a:srgbClr val="FBAE40"/>
          </p15:clr>
        </p15:guide>
        <p15:guide id="13" pos="369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Vision Title + 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DEA367C-AE53-0FB9-078B-9CE1EF6B16EC}"/>
              </a:ext>
            </a:extLst>
          </p:cNvPr>
          <p:cNvSpPr/>
          <p:nvPr userDrawn="1"/>
        </p:nvSpPr>
        <p:spPr>
          <a:xfrm>
            <a:off x="6940060" y="0"/>
            <a:ext cx="525193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9EBC6B-0304-098B-208E-C7D4F6FF7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466630"/>
            <a:ext cx="5410201" cy="562070"/>
          </a:xfrm>
        </p:spPr>
        <p:txBody>
          <a:bodyPr/>
          <a:lstStyle>
            <a:lvl1pPr>
              <a:defRPr sz="2800" b="1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Select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70420" y="6406821"/>
            <a:ext cx="4319910" cy="184479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bg2">
                    <a:lumMod val="90000"/>
                  </a:schemeClr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F47EA6-EF6E-FDD3-AF64-F90113E565B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5" y="6350629"/>
            <a:ext cx="1076196" cy="2978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189434-3E2F-085C-75B1-CD6EFA5722E6}"/>
              </a:ext>
            </a:extLst>
          </p:cNvPr>
          <p:cNvSpPr/>
          <p:nvPr userDrawn="1"/>
        </p:nvSpPr>
        <p:spPr>
          <a:xfrm>
            <a:off x="0" y="455382"/>
            <a:ext cx="231494" cy="5839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35607217-D17D-ABF4-897C-57E16AF3A79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110979" y="4489958"/>
            <a:ext cx="1794156" cy="1719072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4"/>
            </a:solidFill>
          </a:ln>
        </p:spPr>
        <p:txBody>
          <a:bodyPr lIns="182880" tIns="45720" rIns="182880" anchor="t" anchorCtr="0">
            <a:normAutofit/>
          </a:bodyPr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4A624E76-2133-E4D8-7ACB-EDF4C446435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110979" y="2578608"/>
            <a:ext cx="1794156" cy="1719072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4"/>
            </a:solidFill>
          </a:ln>
        </p:spPr>
        <p:txBody>
          <a:bodyPr lIns="182880" tIns="45720" rIns="182880" anchor="t" anchorCtr="0">
            <a:normAutofit/>
          </a:bodyPr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2C0EFF1F-94C3-C491-D9C2-53C534DB942A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110979" y="667258"/>
            <a:ext cx="1794156" cy="1719072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accent4"/>
            </a:solidFill>
          </a:ln>
        </p:spPr>
        <p:txBody>
          <a:bodyPr lIns="182880" tIns="45720" rIns="182880" anchor="t" anchorCtr="0">
            <a:normAutofit/>
          </a:bodyPr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n-US" dirty="0"/>
              <a:t>Select icon to add picture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5BE1F1AD-223D-E5B1-F6FE-440BF3D965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73630" y="665163"/>
            <a:ext cx="3661170" cy="17208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>
                <a:solidFill>
                  <a:schemeClr val="bg1"/>
                </a:solidFill>
                <a:latin typeface="Public Sans" pitchFamily="2" charset="77"/>
              </a:defRPr>
            </a:lvl3pPr>
            <a:lvl4pPr>
              <a:defRPr>
                <a:solidFill>
                  <a:schemeClr val="bg1"/>
                </a:solidFill>
                <a:latin typeface="Public Sans" pitchFamily="2" charset="77"/>
              </a:defRPr>
            </a:lvl4pPr>
            <a:lvl5pPr>
              <a:defRPr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F5AABA7A-A65A-668D-A7F3-4F4B3FC723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73630" y="2577938"/>
            <a:ext cx="3661170" cy="17208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>
                <a:solidFill>
                  <a:schemeClr val="bg1"/>
                </a:solidFill>
                <a:latin typeface="Public Sans" pitchFamily="2" charset="77"/>
              </a:defRPr>
            </a:lvl3pPr>
            <a:lvl4pPr>
              <a:defRPr>
                <a:solidFill>
                  <a:schemeClr val="bg1"/>
                </a:solidFill>
                <a:latin typeface="Public Sans" pitchFamily="2" charset="77"/>
              </a:defRPr>
            </a:lvl4pPr>
            <a:lvl5pPr>
              <a:defRPr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5449801-7BD8-F720-1F7A-5CF08C9A27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73630" y="4489958"/>
            <a:ext cx="3661170" cy="1625571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>
                <a:solidFill>
                  <a:schemeClr val="bg1"/>
                </a:solidFill>
                <a:latin typeface="Public Sans" pitchFamily="2" charset="77"/>
              </a:defRPr>
            </a:lvl3pPr>
            <a:lvl4pPr>
              <a:defRPr>
                <a:solidFill>
                  <a:schemeClr val="bg1"/>
                </a:solidFill>
                <a:latin typeface="Public Sans" pitchFamily="2" charset="77"/>
              </a:defRPr>
            </a:lvl4pPr>
            <a:lvl5pPr>
              <a:defRPr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37AC2847-0994-2AA0-0836-FB690A82BD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85900"/>
            <a:ext cx="5407596" cy="4648200"/>
          </a:xfrm>
        </p:spPr>
        <p:txBody>
          <a:bodyPr/>
          <a:lstStyle>
            <a:lvl1pPr>
              <a:defRPr>
                <a:latin typeface="Public Sans" pitchFamily="2" charset="77"/>
              </a:defRPr>
            </a:lvl1pPr>
            <a:lvl2pPr>
              <a:defRPr>
                <a:latin typeface="Public Sans" pitchFamily="2" charset="77"/>
              </a:defRPr>
            </a:lvl2pPr>
            <a:lvl3pPr>
              <a:defRPr>
                <a:latin typeface="Public Sans" pitchFamily="2" charset="77"/>
              </a:defRPr>
            </a:lvl3pPr>
            <a:lvl4pPr>
              <a:defRPr>
                <a:latin typeface="Public Sans" pitchFamily="2" charset="77"/>
              </a:defRPr>
            </a:lvl4pPr>
            <a:lvl5pPr>
              <a:defRPr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Select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9173ECE-6B4F-192D-05A7-00D2B086A8B3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55AEA55-9A73-B6D9-DC40-C11C5840B4E0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02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984">
          <p15:clr>
            <a:srgbClr val="FBAE40"/>
          </p15:clr>
        </p15:guide>
        <p15:guide id="3" pos="7392">
          <p15:clr>
            <a:srgbClr val="FBAE40"/>
          </p15:clr>
        </p15:guide>
        <p15:guide id="4" orient="horz" pos="3864">
          <p15:clr>
            <a:srgbClr val="FBAE40"/>
          </p15:clr>
        </p15:guide>
        <p15:guide id="5" orient="horz" pos="4152">
          <p15:clr>
            <a:srgbClr val="FBAE40"/>
          </p15:clr>
        </p15:guide>
        <p15:guide id="6" pos="288">
          <p15:clr>
            <a:srgbClr val="FBAE40"/>
          </p15:clr>
        </p15:guide>
        <p15:guide id="7" pos="144">
          <p15:clr>
            <a:srgbClr val="FBAE40"/>
          </p15:clr>
        </p15:guide>
        <p15:guide id="8" orient="horz" pos="288">
          <p15:clr>
            <a:srgbClr val="FBAE40"/>
          </p15:clr>
        </p15:guide>
        <p15:guide id="9" orient="horz" pos="648">
          <p15:clr>
            <a:srgbClr val="FBAE40"/>
          </p15:clr>
        </p15:guide>
        <p15:guide id="10" orient="horz" pos="936">
          <p15:clr>
            <a:srgbClr val="FBAE40"/>
          </p15:clr>
        </p15:guide>
        <p15:guide id="11" orient="horz" pos="4032">
          <p15:clr>
            <a:srgbClr val="FBAE40"/>
          </p15:clr>
        </p15:guide>
        <p15:guide id="12" pos="7536">
          <p15:clr>
            <a:srgbClr val="FBAE40"/>
          </p15:clr>
        </p15:guide>
        <p15:guide id="13" pos="369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Vision Title + 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DEA367C-AE53-0FB9-078B-9CE1EF6B16EC}"/>
              </a:ext>
            </a:extLst>
          </p:cNvPr>
          <p:cNvSpPr/>
          <p:nvPr userDrawn="1"/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9EBC6B-0304-098B-208E-C7D4F6FF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66630"/>
            <a:ext cx="5410201" cy="562070"/>
          </a:xfrm>
        </p:spPr>
        <p:txBody>
          <a:bodyPr/>
          <a:lstStyle>
            <a:lvl1pPr>
              <a:defRPr sz="2800" b="1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47560" y="6406821"/>
            <a:ext cx="4342770" cy="184479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accent2"/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F47EA6-EF6E-FDD3-AF64-F90113E565B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5" y="6350629"/>
            <a:ext cx="1076196" cy="2978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189434-3E2F-085C-75B1-CD6EFA5722E6}"/>
              </a:ext>
            </a:extLst>
          </p:cNvPr>
          <p:cNvSpPr/>
          <p:nvPr userDrawn="1"/>
        </p:nvSpPr>
        <p:spPr>
          <a:xfrm>
            <a:off x="0" y="455382"/>
            <a:ext cx="231494" cy="5839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0453E9B-341A-6533-DE04-D16EF79D4B75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D25FAAF4-74C3-B6DA-CEF0-A48EAF238388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accent2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37AC2847-0994-2AA0-0836-FB690A82BD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485900"/>
            <a:ext cx="5407596" cy="4648200"/>
          </a:xfrm>
        </p:spPr>
        <p:txBody>
          <a:bodyPr/>
          <a:lstStyle>
            <a:lvl1pPr>
              <a:defRPr>
                <a:latin typeface="Public Sans" pitchFamily="2" charset="77"/>
              </a:defRPr>
            </a:lvl1pPr>
            <a:lvl2pPr>
              <a:defRPr>
                <a:latin typeface="Public Sans" pitchFamily="2" charset="77"/>
              </a:defRPr>
            </a:lvl2pPr>
            <a:lvl3pPr>
              <a:defRPr>
                <a:latin typeface="Public Sans" pitchFamily="2" charset="77"/>
              </a:defRPr>
            </a:lvl3pPr>
            <a:lvl4pPr>
              <a:defRPr>
                <a:latin typeface="Public Sans" pitchFamily="2" charset="77"/>
              </a:defRPr>
            </a:lvl4pPr>
            <a:lvl5pPr>
              <a:defRPr>
                <a:latin typeface="Public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0CB3CF3-2020-EE0D-3CAF-519E2FB27A9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35627" y="1485900"/>
            <a:ext cx="5407596" cy="4648200"/>
          </a:xfrm>
        </p:spPr>
        <p:txBody>
          <a:bodyPr/>
          <a:lstStyle>
            <a:lvl1pPr>
              <a:defRPr>
                <a:latin typeface="Public Sans" pitchFamily="2" charset="77"/>
              </a:defRPr>
            </a:lvl1pPr>
            <a:lvl2pPr>
              <a:defRPr>
                <a:latin typeface="Public Sans" pitchFamily="2" charset="77"/>
              </a:defRPr>
            </a:lvl2pPr>
            <a:lvl3pPr>
              <a:defRPr>
                <a:latin typeface="Public Sans" pitchFamily="2" charset="77"/>
              </a:defRPr>
            </a:lvl3pPr>
            <a:lvl4pPr>
              <a:defRPr>
                <a:latin typeface="Public Sans" pitchFamily="2" charset="77"/>
              </a:defRPr>
            </a:lvl4pPr>
            <a:lvl5pPr>
              <a:defRPr>
                <a:latin typeface="Public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691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984">
          <p15:clr>
            <a:srgbClr val="FBAE40"/>
          </p15:clr>
        </p15:guide>
        <p15:guide id="3" pos="7392">
          <p15:clr>
            <a:srgbClr val="FBAE40"/>
          </p15:clr>
        </p15:guide>
        <p15:guide id="4" orient="horz" pos="3864">
          <p15:clr>
            <a:srgbClr val="FBAE40"/>
          </p15:clr>
        </p15:guide>
        <p15:guide id="5" orient="horz" pos="4152">
          <p15:clr>
            <a:srgbClr val="FBAE40"/>
          </p15:clr>
        </p15:guide>
        <p15:guide id="6" pos="288">
          <p15:clr>
            <a:srgbClr val="FBAE40"/>
          </p15:clr>
        </p15:guide>
        <p15:guide id="7" pos="144">
          <p15:clr>
            <a:srgbClr val="FBAE40"/>
          </p15:clr>
        </p15:guide>
        <p15:guide id="8" orient="horz" pos="288">
          <p15:clr>
            <a:srgbClr val="FBAE40"/>
          </p15:clr>
        </p15:guide>
        <p15:guide id="9" orient="horz" pos="648">
          <p15:clr>
            <a:srgbClr val="FBAE40"/>
          </p15:clr>
        </p15:guide>
        <p15:guide id="10" orient="horz" pos="936">
          <p15:clr>
            <a:srgbClr val="FBAE40"/>
          </p15:clr>
        </p15:guide>
        <p15:guide id="11" orient="horz" pos="4032">
          <p15:clr>
            <a:srgbClr val="FBAE40"/>
          </p15:clr>
        </p15:guide>
        <p15:guide id="12" pos="7536">
          <p15:clr>
            <a:srgbClr val="FBAE40"/>
          </p15:clr>
        </p15:guide>
        <p15:guide id="13" pos="369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Vision Title + 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DEA367C-AE53-0FB9-078B-9CE1EF6B16EC}"/>
              </a:ext>
            </a:extLst>
          </p:cNvPr>
          <p:cNvSpPr/>
          <p:nvPr userDrawn="1"/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9EBC6B-0304-098B-208E-C7D4F6FF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66630"/>
            <a:ext cx="5410201" cy="562070"/>
          </a:xfrm>
        </p:spPr>
        <p:txBody>
          <a:bodyPr/>
          <a:lstStyle>
            <a:lvl1pPr>
              <a:defRPr sz="2800" b="1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F7C682-6922-FD01-C6FE-C0CE141C5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47560" y="6406821"/>
            <a:ext cx="4342770" cy="184479"/>
          </a:xfrm>
        </p:spPr>
        <p:txBody>
          <a:bodyPr anchor="ctr" anchorCtr="0">
            <a:noAutofit/>
          </a:bodyPr>
          <a:lstStyle>
            <a:lvl1pPr marL="0" indent="0" algn="r">
              <a:buFontTx/>
              <a:buNone/>
              <a:defRPr sz="900" b="0" i="1" spc="20" baseline="0">
                <a:solidFill>
                  <a:schemeClr val="bg2">
                    <a:lumMod val="90000"/>
                  </a:schemeClr>
                </a:solidFill>
                <a:latin typeface="Public Sans Light" pitchFamily="2" charset="77"/>
              </a:defRPr>
            </a:lvl1pPr>
          </a:lstStyle>
          <a:p>
            <a:pPr lvl="0"/>
            <a:r>
              <a:rPr lang="en-US" dirty="0"/>
              <a:t>Sensitivity Label Placeholder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F47EA6-EF6E-FDD3-AF64-F90113E565B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95" y="6350629"/>
            <a:ext cx="1076196" cy="2978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189434-3E2F-085C-75B1-CD6EFA5722E6}"/>
              </a:ext>
            </a:extLst>
          </p:cNvPr>
          <p:cNvSpPr/>
          <p:nvPr userDrawn="1"/>
        </p:nvSpPr>
        <p:spPr>
          <a:xfrm>
            <a:off x="0" y="455382"/>
            <a:ext cx="231494" cy="5839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lt1"/>
              </a:solidFill>
              <a:latin typeface="Public Sans" pitchFamily="2" charset="77"/>
            </a:endParaRP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37AC2847-0994-2AA0-0836-FB690A82BD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485900"/>
            <a:ext cx="5407596" cy="4648200"/>
          </a:xfrm>
        </p:spPr>
        <p:txBody>
          <a:bodyPr/>
          <a:lstStyle>
            <a:lvl1pPr>
              <a:defRPr>
                <a:latin typeface="Public Sans" pitchFamily="2" charset="77"/>
              </a:defRPr>
            </a:lvl1pPr>
            <a:lvl2pPr>
              <a:defRPr>
                <a:latin typeface="Public Sans" pitchFamily="2" charset="77"/>
              </a:defRPr>
            </a:lvl2pPr>
            <a:lvl3pPr>
              <a:defRPr>
                <a:latin typeface="Public Sans" pitchFamily="2" charset="77"/>
              </a:defRPr>
            </a:lvl3pPr>
            <a:lvl4pPr>
              <a:defRPr>
                <a:latin typeface="Public Sans" pitchFamily="2" charset="77"/>
              </a:defRPr>
            </a:lvl4pPr>
            <a:lvl5pPr>
              <a:defRPr>
                <a:latin typeface="Public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0CB3CF3-2020-EE0D-3CAF-519E2FB27A9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35627" y="1485900"/>
            <a:ext cx="5407596" cy="4648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>
                <a:solidFill>
                  <a:schemeClr val="bg1"/>
                </a:solidFill>
                <a:latin typeface="Public Sans" pitchFamily="2" charset="77"/>
              </a:defRPr>
            </a:lvl3pPr>
            <a:lvl4pPr>
              <a:defRPr>
                <a:solidFill>
                  <a:schemeClr val="bg1"/>
                </a:solidFill>
                <a:latin typeface="Public Sans" pitchFamily="2" charset="77"/>
              </a:defRPr>
            </a:lvl4pPr>
            <a:lvl5pPr>
              <a:defRPr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CAC11B7-6154-6353-5B99-504157E43497}"/>
              </a:ext>
            </a:extLst>
          </p:cNvPr>
          <p:cNvSpPr>
            <a:spLocks noChangeAspect="1"/>
          </p:cNvSpPr>
          <p:nvPr userDrawn="1"/>
        </p:nvSpPr>
        <p:spPr>
          <a:xfrm>
            <a:off x="11736593" y="6382229"/>
            <a:ext cx="231296" cy="23129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>
                  <a:lumMod val="85000"/>
                </a:schemeClr>
              </a:solidFill>
              <a:latin typeface="Public Sans" pitchFamily="2" charset="77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502D423-C144-AB68-52D2-3FBACCF281D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743223" y="6389236"/>
            <a:ext cx="217282" cy="2172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 i="0">
                <a:solidFill>
                  <a:schemeClr val="bg1"/>
                </a:solidFill>
                <a:latin typeface="Public Sans" pitchFamily="2" charset="77"/>
              </a:defRPr>
            </a:lvl1pPr>
          </a:lstStyle>
          <a:p>
            <a:fld id="{6BC98F5C-0043-440F-8E93-B7C85613064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756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984">
          <p15:clr>
            <a:srgbClr val="FBAE40"/>
          </p15:clr>
        </p15:guide>
        <p15:guide id="3" pos="7392">
          <p15:clr>
            <a:srgbClr val="FBAE40"/>
          </p15:clr>
        </p15:guide>
        <p15:guide id="4" orient="horz" pos="3864">
          <p15:clr>
            <a:srgbClr val="FBAE40"/>
          </p15:clr>
        </p15:guide>
        <p15:guide id="5" orient="horz" pos="4152">
          <p15:clr>
            <a:srgbClr val="FBAE40"/>
          </p15:clr>
        </p15:guide>
        <p15:guide id="6" pos="288">
          <p15:clr>
            <a:srgbClr val="FBAE40"/>
          </p15:clr>
        </p15:guide>
        <p15:guide id="7" pos="144">
          <p15:clr>
            <a:srgbClr val="FBAE40"/>
          </p15:clr>
        </p15:guide>
        <p15:guide id="8" orient="horz" pos="288">
          <p15:clr>
            <a:srgbClr val="FBAE40"/>
          </p15:clr>
        </p15:guide>
        <p15:guide id="9" orient="horz" pos="648">
          <p15:clr>
            <a:srgbClr val="FBAE40"/>
          </p15:clr>
        </p15:guide>
        <p15:guide id="10" orient="horz" pos="936">
          <p15:clr>
            <a:srgbClr val="FBAE40"/>
          </p15:clr>
        </p15:guide>
        <p15:guide id="11" orient="horz" pos="4032">
          <p15:clr>
            <a:srgbClr val="FBAE40"/>
          </p15:clr>
        </p15:guide>
        <p15:guide id="12" pos="7536">
          <p15:clr>
            <a:srgbClr val="FBAE40"/>
          </p15:clr>
        </p15:guide>
        <p15:guide id="13" pos="369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-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A7F8B3D-AD01-B071-F531-8C9F4BB6DCD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57182" y="2902056"/>
            <a:ext cx="247763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23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15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-Indi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4C6013F4-2259-62B0-05DB-23B7B4C9CDF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56988" y="2898648"/>
            <a:ext cx="2478024" cy="68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09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15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0" y="571500"/>
            <a:ext cx="10325100" cy="6477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524000"/>
            <a:ext cx="11049000" cy="44196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Level 1 is used for body text. The bullet is optional and may be removed. </a:t>
            </a:r>
            <a:br>
              <a:rPr lang="en-US" dirty="0"/>
            </a:br>
            <a:r>
              <a:rPr lang="en-US" dirty="0"/>
              <a:t>Click “indent more” to access additional text styles.</a:t>
            </a:r>
          </a:p>
          <a:p>
            <a:pPr lvl="1"/>
            <a:r>
              <a:rPr lang="en-US" dirty="0"/>
              <a:t>Level 2 is a nested text bullet</a:t>
            </a:r>
          </a:p>
          <a:p>
            <a:pPr lvl="2"/>
            <a:r>
              <a:rPr lang="en-US" dirty="0"/>
              <a:t>Level 3 is a nested text bullet</a:t>
            </a:r>
          </a:p>
          <a:p>
            <a:pPr lvl="3"/>
            <a:r>
              <a:rPr lang="en-US" dirty="0"/>
              <a:t>Level 4 optional subhead</a:t>
            </a:r>
          </a:p>
          <a:p>
            <a:pPr lvl="4"/>
            <a:r>
              <a:rPr lang="en-US" dirty="0"/>
              <a:t>Level 5 is an optional short description</a:t>
            </a:r>
          </a:p>
          <a:p>
            <a:pPr lvl="5"/>
            <a:r>
              <a:rPr lang="en-US" dirty="0"/>
              <a:t>Level 6 is used for source information or footnotes</a:t>
            </a:r>
          </a:p>
          <a:p>
            <a:pPr lvl="4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BA6739-1B5F-6C36-4D1C-4472869F3535}"/>
              </a:ext>
            </a:extLst>
          </p:cNvPr>
          <p:cNvGrpSpPr/>
          <p:nvPr userDrawn="1"/>
        </p:nvGrpSpPr>
        <p:grpSpPr>
          <a:xfrm>
            <a:off x="0" y="-2971800"/>
            <a:ext cx="12192000" cy="1863223"/>
            <a:chOff x="0" y="-2600549"/>
            <a:chExt cx="12192000" cy="1863223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ABF87C8B-6070-7C59-B231-4C2973B609FF}"/>
                </a:ext>
              </a:extLst>
            </p:cNvPr>
            <p:cNvGrpSpPr/>
            <p:nvPr userDrawn="1"/>
          </p:nvGrpSpPr>
          <p:grpSpPr>
            <a:xfrm>
              <a:off x="0" y="-1571544"/>
              <a:ext cx="5797295" cy="834218"/>
              <a:chOff x="0" y="-1335075"/>
              <a:chExt cx="5797295" cy="834218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A87FDAF-C5D6-49ED-A591-F385CDE64F8F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487200" y="-962812"/>
                <a:ext cx="452647" cy="457200"/>
              </a:xfrm>
              <a:prstGeom prst="rect">
                <a:avLst/>
              </a:prstGeom>
              <a:solidFill>
                <a:srgbClr val="2FB1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tx1"/>
                    </a:solidFill>
                    <a:latin typeface="Public Sans" pitchFamily="2" charset="77"/>
                  </a:rPr>
                  <a:t>#2FB1E6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794CEFC-5E8D-4A4E-AFBB-6138C3DDDC36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099" y="-962812"/>
                <a:ext cx="452647" cy="457200"/>
              </a:xfrm>
              <a:prstGeom prst="rect">
                <a:avLst/>
              </a:prstGeom>
              <a:solidFill>
                <a:srgbClr val="0957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algn="ctr"/>
                <a:r>
                  <a:rPr lang="en-US" sz="650" b="0" i="0">
                    <a:solidFill>
                      <a:schemeClr val="bg1"/>
                    </a:solidFill>
                    <a:latin typeface="Public Sans" pitchFamily="2" charset="77"/>
                  </a:rPr>
                  <a:t>#0957BE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84AE48C-831A-4910-81E3-1F85B623FEEC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950479" y="-962812"/>
                <a:ext cx="452647" cy="457200"/>
              </a:xfrm>
              <a:prstGeom prst="rect">
                <a:avLst/>
              </a:prstGeom>
              <a:solidFill>
                <a:srgbClr val="5842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bg1"/>
                    </a:solidFill>
                    <a:latin typeface="Public Sans" pitchFamily="2" charset="77"/>
                  </a:rPr>
                  <a:t>#5842D2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83EEBDE-711A-4AE5-B11E-325764F4E21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459825" y="-961715"/>
                <a:ext cx="457200" cy="460858"/>
              </a:xfrm>
              <a:prstGeom prst="rect">
                <a:avLst/>
              </a:prstGeom>
              <a:solidFill>
                <a:srgbClr val="33287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bg1"/>
                    </a:solidFill>
                    <a:latin typeface="Public Sans" pitchFamily="2" charset="77"/>
                  </a:rPr>
                  <a:t>#33287C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EE08A8B-66CA-42B5-A763-5196D194D62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973301" y="-962309"/>
                <a:ext cx="453070" cy="457200"/>
              </a:xfrm>
              <a:prstGeom prst="rect">
                <a:avLst/>
              </a:prstGeom>
              <a:solidFill>
                <a:srgbClr val="9B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tx1"/>
                    </a:solidFill>
                    <a:latin typeface="Public Sans" pitchFamily="2" charset="77"/>
                  </a:rPr>
                  <a:t>#9BD7EE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D14E050-A560-4D74-A857-AF7C05368AEC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2922681" y="-964284"/>
                <a:ext cx="451224" cy="457200"/>
              </a:xfrm>
              <a:prstGeom prst="rect">
                <a:avLst/>
              </a:prstGeom>
              <a:solidFill>
                <a:srgbClr val="9428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bg1"/>
                    </a:solidFill>
                    <a:latin typeface="Public Sans" pitchFamily="2" charset="77"/>
                  </a:rPr>
                  <a:t>#942859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2804DBF-2F93-40B9-96DA-9DBA3CA90EA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2436580" y="-962812"/>
                <a:ext cx="452647" cy="457200"/>
              </a:xfrm>
              <a:prstGeom prst="rect">
                <a:avLst/>
              </a:prstGeom>
              <a:solidFill>
                <a:srgbClr val="B8B2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tx1"/>
                    </a:solidFill>
                    <a:latin typeface="Public Sans" pitchFamily="2" charset="77"/>
                  </a:rPr>
                  <a:t>#B8B2E4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F2D6F2-B0EC-35DD-4EE0-0177ABFA183D}"/>
                  </a:ext>
                </a:extLst>
              </p:cNvPr>
              <p:cNvSpPr txBox="1"/>
              <p:nvPr userDrawn="1"/>
            </p:nvSpPr>
            <p:spPr>
              <a:xfrm>
                <a:off x="0" y="-1335075"/>
                <a:ext cx="1264770" cy="369332"/>
              </a:xfrm>
              <a:prstGeom prst="rect">
                <a:avLst/>
              </a:prstGeom>
              <a:noFill/>
            </p:spPr>
            <p:txBody>
              <a:bodyPr wrap="none" lIns="0" tIns="0" rIns="0" bIns="182880" rtlCol="0">
                <a:spAutoFit/>
              </a:bodyPr>
              <a:lstStyle/>
              <a:p>
                <a:r>
                  <a:rPr lang="en-US" sz="1200">
                    <a:latin typeface="Public Sans" pitchFamily="2" charset="77"/>
                  </a:rPr>
                  <a:t>Secondary Colors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1217B08-496D-CD6C-4601-D19A54C3704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3407359" y="-964284"/>
                <a:ext cx="451224" cy="457200"/>
              </a:xfrm>
              <a:prstGeom prst="rect">
                <a:avLst/>
              </a:prstGeom>
              <a:solidFill>
                <a:srgbClr val="FD44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tx1"/>
                    </a:solidFill>
                    <a:latin typeface="Public Sans" pitchFamily="2" charset="77"/>
                  </a:rPr>
                  <a:t>#FD4497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DA41C20-55BD-96BA-1735-2DA26647F502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3892037" y="-964284"/>
                <a:ext cx="451224" cy="457200"/>
              </a:xfrm>
              <a:prstGeom prst="rect">
                <a:avLst/>
              </a:prstGeom>
              <a:solidFill>
                <a:srgbClr val="FCC1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tx1"/>
                    </a:solidFill>
                    <a:latin typeface="Public Sans" pitchFamily="2" charset="77"/>
                  </a:rPr>
                  <a:t>#FCC1DC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0E0C146-9758-0A73-D1E0-4E4DED5D90C3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4376715" y="-964284"/>
                <a:ext cx="451224" cy="457200"/>
              </a:xfrm>
              <a:prstGeom prst="rect">
                <a:avLst/>
              </a:prstGeom>
              <a:solidFill>
                <a:srgbClr val="1884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bg1"/>
                    </a:solidFill>
                    <a:latin typeface="Public Sans" pitchFamily="2" charset="77"/>
                  </a:rPr>
                  <a:t>#188478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6E18B88-2F02-8A49-8BDE-0FD5671E6A2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4861393" y="-964284"/>
                <a:ext cx="451224" cy="457200"/>
              </a:xfrm>
              <a:prstGeom prst="rect">
                <a:avLst/>
              </a:prstGeom>
              <a:solidFill>
                <a:srgbClr val="29E1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tx1"/>
                    </a:solidFill>
                    <a:latin typeface="Public Sans" pitchFamily="2" charset="77"/>
                  </a:rPr>
                  <a:t>#29E1CB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B5CA77C-7FF9-0E4E-714E-2662CE8B95BD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346071" y="-964284"/>
                <a:ext cx="451224" cy="457200"/>
              </a:xfrm>
              <a:prstGeom prst="rect">
                <a:avLst/>
              </a:prstGeom>
              <a:solidFill>
                <a:srgbClr val="ADECE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tx1"/>
                    </a:solidFill>
                    <a:latin typeface="Public Sans" pitchFamily="2" charset="77"/>
                  </a:rPr>
                  <a:t>#ADECE5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CAD1BB52-A5F6-D7F5-7A50-C1332EBD23A2}"/>
                </a:ext>
              </a:extLst>
            </p:cNvPr>
            <p:cNvGrpSpPr/>
            <p:nvPr userDrawn="1"/>
          </p:nvGrpSpPr>
          <p:grpSpPr>
            <a:xfrm>
              <a:off x="0" y="-2600549"/>
              <a:ext cx="1917025" cy="834218"/>
              <a:chOff x="0" y="-2506960"/>
              <a:chExt cx="1917025" cy="834218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8BF7C8E-ABFE-E5B8-40E3-56D4E37FBA2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487200" y="-2134697"/>
                <a:ext cx="452647" cy="457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bg1"/>
                    </a:solidFill>
                    <a:latin typeface="Public Sans" pitchFamily="2" charset="77"/>
                  </a:rPr>
                  <a:t>#001B5E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CCB6D161-2FD2-25F9-5316-EF08C361E7F5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099" y="-2134697"/>
                <a:ext cx="452647" cy="457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algn="ctr"/>
                <a:r>
                  <a:rPr lang="en-US" sz="650" b="0" i="0">
                    <a:solidFill>
                      <a:schemeClr val="bg1"/>
                    </a:solidFill>
                    <a:latin typeface="Public Sans" pitchFamily="2" charset="77"/>
                  </a:rPr>
                  <a:t>#000334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475B9D5-4A57-1361-D69A-8FF33F900931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459825" y="-2133600"/>
                <a:ext cx="457200" cy="4608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tx1"/>
                    </a:solidFill>
                    <a:latin typeface="Public Sans" pitchFamily="2" charset="77"/>
                  </a:rPr>
                  <a:t>#FFFFFF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0F11380-71CC-F4D4-728B-23B795D6A15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973301" y="-2134194"/>
                <a:ext cx="453070" cy="4572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tx1"/>
                    </a:solidFill>
                    <a:latin typeface="Public Sans" pitchFamily="2" charset="77"/>
                  </a:rPr>
                  <a:t>#52DAF2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C988D50-E580-59D9-F44E-88A2F90E7E53}"/>
                  </a:ext>
                </a:extLst>
              </p:cNvPr>
              <p:cNvSpPr txBox="1"/>
              <p:nvPr userDrawn="1"/>
            </p:nvSpPr>
            <p:spPr>
              <a:xfrm>
                <a:off x="0" y="-2506960"/>
                <a:ext cx="1056379" cy="369332"/>
              </a:xfrm>
              <a:prstGeom prst="rect">
                <a:avLst/>
              </a:prstGeom>
              <a:noFill/>
            </p:spPr>
            <p:txBody>
              <a:bodyPr wrap="none" lIns="0" tIns="0" rIns="0" bIns="182880" rtlCol="0">
                <a:spAutoFit/>
              </a:bodyPr>
              <a:lstStyle/>
              <a:p>
                <a:r>
                  <a:rPr lang="en-US" sz="1200" dirty="0">
                    <a:latin typeface="Public Sans" pitchFamily="2" charset="77"/>
                  </a:rPr>
                  <a:t>Primary Colors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F59F9A1D-BE00-D14E-9172-9908A102B4A4}"/>
                </a:ext>
              </a:extLst>
            </p:cNvPr>
            <p:cNvGrpSpPr/>
            <p:nvPr userDrawn="1"/>
          </p:nvGrpSpPr>
          <p:grpSpPr>
            <a:xfrm>
              <a:off x="6394705" y="-1571544"/>
              <a:ext cx="5797295" cy="834218"/>
              <a:chOff x="0" y="-1335075"/>
              <a:chExt cx="5797295" cy="834218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32CA5A8F-D011-BFB4-F4B8-31A54C378C51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487200" y="-962812"/>
                <a:ext cx="452647" cy="457200"/>
              </a:xfrm>
              <a:prstGeom prst="rect">
                <a:avLst/>
              </a:prstGeom>
              <a:solidFill>
                <a:srgbClr val="F3F5F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tx1"/>
                    </a:solidFill>
                    <a:latin typeface="Public Sans" pitchFamily="2" charset="77"/>
                  </a:rPr>
                  <a:t>#F3F5F8</a:t>
                </a: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08283563-4742-08D6-6BC6-AC9A211DADBF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099" y="-962812"/>
                <a:ext cx="452647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algn="ctr"/>
                <a:r>
                  <a:rPr lang="en-US" sz="650" b="0" i="0">
                    <a:solidFill>
                      <a:schemeClr val="tx1"/>
                    </a:solidFill>
                    <a:latin typeface="Public Sans" pitchFamily="2" charset="77"/>
                  </a:rPr>
                  <a:t>#FFFFFF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B01A114-DC35-0336-A3B7-C12095F89914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950479" y="-962812"/>
                <a:ext cx="452647" cy="457200"/>
              </a:xfrm>
              <a:prstGeom prst="rect">
                <a:avLst/>
              </a:prstGeom>
              <a:solidFill>
                <a:srgbClr val="CCD5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tx1"/>
                    </a:solidFill>
                    <a:latin typeface="Public Sans" pitchFamily="2" charset="77"/>
                  </a:rPr>
                  <a:t>#CCD5E1</a:t>
                </a: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A06A5660-2480-ECFE-0612-E1CF5A8F2A83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459825" y="-961715"/>
                <a:ext cx="457200" cy="460858"/>
              </a:xfrm>
              <a:prstGeom prst="rect">
                <a:avLst/>
              </a:prstGeom>
              <a:solidFill>
                <a:srgbClr val="D7DE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tx1"/>
                    </a:solidFill>
                    <a:latin typeface="Public Sans" pitchFamily="2" charset="77"/>
                  </a:rPr>
                  <a:t>#D7DEE8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E406610F-ED7D-5B1D-319C-EC9D7537FBAD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973301" y="-962309"/>
                <a:ext cx="453070" cy="457200"/>
              </a:xfrm>
              <a:prstGeom prst="rect">
                <a:avLst/>
              </a:prstGeom>
              <a:solidFill>
                <a:srgbClr val="E5EA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tx1"/>
                    </a:solidFill>
                    <a:latin typeface="Public Sans" pitchFamily="2" charset="77"/>
                  </a:rPr>
                  <a:t>#E5EAF0</a:t>
                </a: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CE9A4631-3281-B8FC-FAB3-C4F9FF78E7ED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2922681" y="-964284"/>
                <a:ext cx="451224" cy="457200"/>
              </a:xfrm>
              <a:prstGeom prst="rect">
                <a:avLst/>
              </a:prstGeom>
              <a:solidFill>
                <a:srgbClr val="959B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tx1"/>
                    </a:solidFill>
                    <a:latin typeface="Public Sans" pitchFamily="2" charset="77"/>
                  </a:rPr>
                  <a:t>#959BA3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7AADCEFA-5801-6FC6-A7A0-DCDAF89160F3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2436580" y="-962812"/>
                <a:ext cx="452647" cy="457200"/>
              </a:xfrm>
              <a:prstGeom prst="rect">
                <a:avLst/>
              </a:prstGeom>
              <a:solidFill>
                <a:srgbClr val="BAC2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tx1"/>
                    </a:solidFill>
                    <a:latin typeface="Public Sans" pitchFamily="2" charset="77"/>
                  </a:rPr>
                  <a:t>#BAC2CC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3F74E8E-2461-F9B6-37F2-6848B19B1F24}"/>
                  </a:ext>
                </a:extLst>
              </p:cNvPr>
              <p:cNvSpPr txBox="1"/>
              <p:nvPr userDrawn="1"/>
            </p:nvSpPr>
            <p:spPr>
              <a:xfrm>
                <a:off x="0" y="-1335075"/>
                <a:ext cx="1037143" cy="369332"/>
              </a:xfrm>
              <a:prstGeom prst="rect">
                <a:avLst/>
              </a:prstGeom>
              <a:noFill/>
            </p:spPr>
            <p:txBody>
              <a:bodyPr wrap="none" lIns="0" tIns="0" rIns="0" bIns="182880" rtlCol="0">
                <a:spAutoFit/>
              </a:bodyPr>
              <a:lstStyle/>
              <a:p>
                <a:r>
                  <a:rPr lang="en-US" sz="1200">
                    <a:latin typeface="Public Sans" pitchFamily="2" charset="77"/>
                  </a:rPr>
                  <a:t>Neutral Colors</a:t>
                </a: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B2410C20-C055-3F12-EB43-7587C64410E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3407359" y="-964284"/>
                <a:ext cx="451224" cy="457200"/>
              </a:xfrm>
              <a:prstGeom prst="rect">
                <a:avLst/>
              </a:prstGeom>
              <a:solidFill>
                <a:srgbClr val="6F74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bg1"/>
                    </a:solidFill>
                    <a:latin typeface="Public Sans" pitchFamily="2" charset="77"/>
                  </a:rPr>
                  <a:t>#6F747A</a:t>
                </a: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ADBA87A-4713-32BA-6078-CB5CE7963DF1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3892037" y="-964284"/>
                <a:ext cx="451224" cy="457200"/>
              </a:xfrm>
              <a:prstGeom prst="rect">
                <a:avLst/>
              </a:prstGeom>
              <a:solidFill>
                <a:srgbClr val="4A4D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bg1"/>
                    </a:solidFill>
                    <a:latin typeface="Public Sans" pitchFamily="2" charset="77"/>
                  </a:rPr>
                  <a:t>#4A4D52</a:t>
                </a: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EBC4413E-7385-B519-6A46-ED64A6718981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4376715" y="-964284"/>
                <a:ext cx="451224" cy="457200"/>
              </a:xfrm>
              <a:prstGeom prst="rect">
                <a:avLst/>
              </a:prstGeom>
              <a:solidFill>
                <a:srgbClr val="2527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bg1"/>
                    </a:solidFill>
                    <a:latin typeface="Public Sans" pitchFamily="2" charset="77"/>
                  </a:rPr>
                  <a:t>#252729</a:t>
                </a: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FB5798A0-CEC0-DB36-EAB3-2EB3ED23FF9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4861393" y="-964284"/>
                <a:ext cx="451224" cy="457200"/>
              </a:xfrm>
              <a:prstGeom prst="rect">
                <a:avLst/>
              </a:prstGeom>
              <a:solidFill>
                <a:srgbClr val="1313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bg1"/>
                    </a:solidFill>
                    <a:latin typeface="Public Sans" pitchFamily="2" charset="77"/>
                  </a:rPr>
                  <a:t>#131314</a:t>
                </a: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6E412D3D-862A-0FE6-B005-A152EA078C2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346071" y="-964284"/>
                <a:ext cx="451224" cy="457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b" anchorCtr="0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650" b="0" i="0">
                    <a:solidFill>
                      <a:schemeClr val="bg1"/>
                    </a:solidFill>
                    <a:latin typeface="Public Sans" pitchFamily="2" charset="77"/>
                  </a:rPr>
                  <a:t>#000000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670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82" r:id="rId2"/>
    <p:sldLayoutId id="2147483861" r:id="rId3"/>
    <p:sldLayoutId id="2147484053" r:id="rId4"/>
    <p:sldLayoutId id="2147484057" r:id="rId5"/>
    <p:sldLayoutId id="2147484054" r:id="rId6"/>
    <p:sldLayoutId id="2147484056" r:id="rId7"/>
    <p:sldLayoutId id="2147484058" r:id="rId8"/>
    <p:sldLayoutId id="2147484098" r:id="rId9"/>
    <p:sldLayoutId id="2147484060" r:id="rId10"/>
    <p:sldLayoutId id="2147484065" r:id="rId11"/>
    <p:sldLayoutId id="2147484066" r:id="rId12"/>
    <p:sldLayoutId id="2147484067" r:id="rId13"/>
    <p:sldLayoutId id="2147484068" r:id="rId14"/>
    <p:sldLayoutId id="2147484069" r:id="rId15"/>
    <p:sldLayoutId id="2147484070" r:id="rId16"/>
    <p:sldLayoutId id="2147484071" r:id="rId17"/>
    <p:sldLayoutId id="2147484072" r:id="rId18"/>
    <p:sldLayoutId id="2147484073" r:id="rId19"/>
    <p:sldLayoutId id="2147484074" r:id="rId20"/>
    <p:sldLayoutId id="2147484075" r:id="rId21"/>
    <p:sldLayoutId id="2147483863" r:id="rId22"/>
    <p:sldLayoutId id="2147483862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chemeClr val="accent2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●"/>
        <a:defRPr sz="1400" b="0" i="0" kern="1200">
          <a:solidFill>
            <a:schemeClr val="accent2"/>
          </a:solidFill>
          <a:latin typeface="Public Sans" pitchFamily="2" charset="77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 Unicode MS" panose="020B0604020202020204" pitchFamily="34" charset="-128"/>
        <a:buChar char="⁃"/>
        <a:defRPr sz="1400" b="0" i="0" kern="1200">
          <a:solidFill>
            <a:schemeClr val="accent2"/>
          </a:solidFill>
          <a:latin typeface="Public Sans" pitchFamily="2" charset="77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SzPct val="85000"/>
        <a:buFont typeface="Arial" panose="020B0604020202020204" pitchFamily="34" charset="0"/>
        <a:buChar char="○"/>
        <a:defRPr sz="1400" b="0" i="0" kern="1200">
          <a:solidFill>
            <a:schemeClr val="accent2"/>
          </a:solidFill>
          <a:latin typeface="Public Sans" pitchFamily="2" charset="77"/>
          <a:ea typeface="+mn-ea"/>
          <a:cs typeface="+mn-cs"/>
        </a:defRPr>
      </a:lvl3pPr>
      <a:lvl4pPr marL="1270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500"/>
        </a:spcAft>
        <a:buFontTx/>
        <a:buNone/>
        <a:tabLst/>
        <a:defRPr sz="1600" b="1" i="0" kern="1200">
          <a:solidFill>
            <a:schemeClr val="accent2"/>
          </a:solidFill>
          <a:latin typeface="Public Sans" pitchFamily="2" charset="77"/>
          <a:ea typeface="+mn-ea"/>
          <a:cs typeface="+mn-cs"/>
        </a:defRPr>
      </a:lvl4pPr>
      <a:lvl5pPr marL="4763" indent="0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FontTx/>
        <a:buNone/>
        <a:tabLst/>
        <a:defRPr sz="1400" b="0" i="1" kern="1200">
          <a:solidFill>
            <a:schemeClr val="accent2"/>
          </a:solidFill>
          <a:latin typeface="Public Sans" pitchFamily="2" charset="77"/>
          <a:ea typeface="+mn-ea"/>
          <a:cs typeface="+mn-cs"/>
        </a:defRPr>
      </a:lvl5pPr>
      <a:lvl6pPr marL="4763" indent="0" algn="l" defTabSz="914400" rtl="0" eaLnBrk="1" latinLnBrk="0" hangingPunct="1">
        <a:lnSpc>
          <a:spcPct val="100000"/>
        </a:lnSpc>
        <a:spcBef>
          <a:spcPts val="1000"/>
        </a:spcBef>
        <a:buFontTx/>
        <a:buNone/>
        <a:tabLst/>
        <a:defRPr sz="1000" b="0" i="0" kern="1200">
          <a:solidFill>
            <a:schemeClr val="tx1"/>
          </a:solidFill>
          <a:latin typeface="Public Sans" pitchFamily="2" charset="77"/>
          <a:ea typeface="+mn-ea"/>
          <a:cs typeface="+mn-cs"/>
        </a:defRPr>
      </a:lvl6pPr>
      <a:lvl7pPr marL="2743200" indent="0" algn="r" defTabSz="914400" rtl="0" eaLnBrk="1" latinLnBrk="0" hangingPunct="1">
        <a:lnSpc>
          <a:spcPct val="120000"/>
        </a:lnSpc>
        <a:spcBef>
          <a:spcPts val="2400"/>
        </a:spcBef>
        <a:buFontTx/>
        <a:buNone/>
        <a:defRPr sz="1200" b="0" i="0" kern="1200">
          <a:solidFill>
            <a:schemeClr val="tx1"/>
          </a:solidFill>
          <a:latin typeface="Public Sans" pitchFamily="2" charset="77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6C63D-4483-FAA8-635F-83852E21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1-CURE Lightning Talk 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FF08B-53C7-A09A-1630-95B7933128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C98F5C-0043-440F-8E93-B7C856130645}" type="slidenum">
              <a:rPr lang="en-US" smtClean="0"/>
              <a:pPr/>
              <a:t>0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D64B40-5563-5DF0-A4D9-AFCEDC64C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97CA92-B9D1-83F8-FEFB-FCAE57CEFC3D}"/>
              </a:ext>
            </a:extLst>
          </p:cNvPr>
          <p:cNvSpPr/>
          <p:nvPr/>
        </p:nvSpPr>
        <p:spPr>
          <a:xfrm>
            <a:off x="289367" y="1226916"/>
            <a:ext cx="11445433" cy="361130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ublic Sans" pitchFamily="2" charset="77"/>
              </a:rPr>
              <a:t>Core Capabilities and Team Strengths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439622-750C-EE49-DD99-C7099415E3B2}"/>
              </a:ext>
            </a:extLst>
          </p:cNvPr>
          <p:cNvSpPr/>
          <p:nvPr/>
        </p:nvSpPr>
        <p:spPr>
          <a:xfrm>
            <a:off x="289366" y="4838217"/>
            <a:ext cx="5709472" cy="137038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ublic Sans" pitchFamily="2" charset="77"/>
              </a:rPr>
              <a:t>Contact Information: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Public Sans Medium" pitchFamily="2" charset="77"/>
              </a:rPr>
              <a:t>POC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Public Sans Medium" pitchFamily="2" charset="77"/>
              </a:rPr>
              <a:t>Institution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Public Sans Medium" pitchFamily="2" charset="77"/>
              </a:rPr>
              <a:t>Email address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9F857C-890F-8DC2-16C2-6C4168E49CA7}"/>
              </a:ext>
            </a:extLst>
          </p:cNvPr>
          <p:cNvSpPr/>
          <p:nvPr/>
        </p:nvSpPr>
        <p:spPr>
          <a:xfrm>
            <a:off x="6007262" y="4838217"/>
            <a:ext cx="5735962" cy="137038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ublic Sans" pitchFamily="2" charset="77"/>
              </a:rPr>
              <a:t>Teaming Goals: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Public Sans" pitchFamily="2" charset="77"/>
              </a:rPr>
              <a:t>What expertise are you seeking?</a:t>
            </a:r>
          </a:p>
        </p:txBody>
      </p:sp>
    </p:spTree>
    <p:extLst>
      <p:ext uri="{BB962C8B-B14F-4D97-AF65-F5344CB8AC3E}">
        <p14:creationId xmlns:p14="http://schemas.microsoft.com/office/powerpoint/2010/main" val="745975432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+ Divider Styles">
  <a:themeElements>
    <a:clrScheme name="ARPA-H">
      <a:dk1>
        <a:srgbClr val="131314"/>
      </a:dk1>
      <a:lt1>
        <a:srgbClr val="FFFFFF"/>
      </a:lt1>
      <a:dk2>
        <a:srgbClr val="5841D2"/>
      </a:dk2>
      <a:lt2>
        <a:srgbClr val="E5EAF0"/>
      </a:lt2>
      <a:accent1>
        <a:srgbClr val="959BA3"/>
      </a:accent1>
      <a:accent2>
        <a:srgbClr val="000334"/>
      </a:accent2>
      <a:accent3>
        <a:srgbClr val="001B5E"/>
      </a:accent3>
      <a:accent4>
        <a:srgbClr val="51DAF2"/>
      </a:accent4>
      <a:accent5>
        <a:srgbClr val="FD4497"/>
      </a:accent5>
      <a:accent6>
        <a:srgbClr val="28E1CB"/>
      </a:accent6>
      <a:hlink>
        <a:srgbClr val="0957BE"/>
      </a:hlink>
      <a:folHlink>
        <a:srgbClr val="2FB1E6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02467"/>
        </a:solidFill>
        <a:ln>
          <a:noFill/>
        </a:ln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ARPA-H-template-powerpoint-Oct2025" id="{61E35A95-5CD0-4F4D-A93D-30B86C7E6C90}" vid="{8F9053F9-361F-7541-A75C-CAB9FB2174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0A6501F1BF6448A0656B1BB3594B39" ma:contentTypeVersion="3" ma:contentTypeDescription="Create a new document." ma:contentTypeScope="" ma:versionID="85302afa4c05c132c08ff4fc1dbf878e">
  <xsd:schema xmlns:xsd="http://www.w3.org/2001/XMLSchema" xmlns:xs="http://www.w3.org/2001/XMLSchema" xmlns:p="http://schemas.microsoft.com/office/2006/metadata/properties" xmlns:ns2="392fbc64-a9d9-4b32-bf4d-af860e26393a" xmlns:ns3="5d24ad9c-d998-472d-a8e3-8ff26cd556c6" targetNamespace="http://schemas.microsoft.com/office/2006/metadata/properties" ma:root="true" ma:fieldsID="c3427d441ef6128ec31d4b2296aab0a8" ns2:_="" ns3:_="">
    <xsd:import namespace="392fbc64-a9d9-4b32-bf4d-af860e26393a"/>
    <xsd:import namespace="5d24ad9c-d998-472d-a8e3-8ff26cd556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3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fbc64-a9d9-4b32-bf4d-af860e2639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24ad9c-d998-472d-a8e3-8ff26cd556c6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ba3d992-a253-47c4-ad97-b3000a673b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24ad9c-d998-472d-a8e3-8ff26cd556c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D775AEA-6A03-4620-9209-8B9776937A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2fbc64-a9d9-4b32-bf4d-af860e26393a"/>
    <ds:schemaRef ds:uri="5d24ad9c-d998-472d-a8e3-8ff26cd556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683E877-B2EC-459C-82FF-694E0977BA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67FEBB-E194-4DEB-89B5-C8CD976FD34D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897d7def-19d6-49e2-b202-b009fb3e0ced"/>
    <ds:schemaRef ds:uri="468ab1f5-ad48-4e05-a2d3-38343bb5b6c3"/>
    <ds:schemaRef ds:uri="949b733d-6365-4158-b037-4cb6f3ba40ee"/>
    <ds:schemaRef ds:uri="5850f68d-1df8-46a7-bd28-c0c90aadab90"/>
    <ds:schemaRef ds:uri="http://schemas.microsoft.com/office/2006/metadata/properties"/>
    <ds:schemaRef ds:uri="http://www.w3.org/XML/1998/namespace"/>
    <ds:schemaRef ds:uri="http://purl.org/dc/dcmitype/"/>
    <ds:schemaRef ds:uri="5d24ad9c-d998-472d-a8e3-8ff26cd556c6"/>
  </ds:schemaRefs>
</ds:datastoreItem>
</file>

<file path=docMetadata/LabelInfo.xml><?xml version="1.0" encoding="utf-8"?>
<clbl:labelList xmlns:clbl="http://schemas.microsoft.com/office/2020/mipLabelMetadata">
  <clbl:label id="{14b77578-9773-42d5-8507-251ca2dc2b06}" enabled="0" method="" siteId="{14b77578-9773-42d5-8507-251ca2dc2b06}" removed="1"/>
  <clbl:label id="{39403df3-4f99-429e-bcca-aef45d118c06}" enabled="1" method="Standard" siteId="{5685c435-011d-4ece-8236-5a545c0ff8a9}" removed="0"/>
  <clbl:label id="{e4a76287-cf44-450a-9565-94fa46e7aae8}" enabled="1" method="Standard" siteId="{d5fe813e-0caa-432a-b2ac-d555aa91bd1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Title + Divider Styles</Template>
  <TotalTime>22</TotalTime>
  <Words>27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Poppins</vt:lpstr>
      <vt:lpstr>Arial Unicode MS</vt:lpstr>
      <vt:lpstr>Public Sans Medium</vt:lpstr>
      <vt:lpstr>Arial</vt:lpstr>
      <vt:lpstr>Public Sans Light</vt:lpstr>
      <vt:lpstr>Public Sans</vt:lpstr>
      <vt:lpstr>Title + Divider Styles</vt:lpstr>
      <vt:lpstr>Sample 1-CURE Lightning Talk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Shannon Greene (ARPA-H)</dc:creator>
  <cp:lastModifiedBy>Kerrie Dempsey (ARPA-H) [CTR]</cp:lastModifiedBy>
  <cp:revision>2</cp:revision>
  <dcterms:created xsi:type="dcterms:W3CDTF">2026-02-06T14:53:32Z</dcterms:created>
  <dcterms:modified xsi:type="dcterms:W3CDTF">2026-03-12T19:35:33Z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0x010100C40A6501F1BF6448A0656B1BB3594B39</vt:lpwstr>
  </property>
  <property fmtid="{D5CDD505-2E9C-101B-9397-08002B2CF9AE}" pid="3" name="MediaServiceImageTags">
    <vt:lpwstr/>
  </property>
  <property fmtid="{D5CDD505-2E9C-101B-9397-08002B2CF9AE}" pid="4" name="Order">
    <vt:r8>5980800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